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  <p:sldMasterId id="2147483674" r:id="rId2"/>
  </p:sldMasterIdLst>
  <p:notesMasterIdLst>
    <p:notesMasterId r:id="rId20"/>
  </p:notesMasterIdLst>
  <p:sldIdLst>
    <p:sldId id="256" r:id="rId3"/>
    <p:sldId id="257" r:id="rId4"/>
    <p:sldId id="258" r:id="rId5"/>
    <p:sldId id="270" r:id="rId6"/>
    <p:sldId id="271" r:id="rId7"/>
    <p:sldId id="259" r:id="rId8"/>
    <p:sldId id="272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73" r:id="rId18"/>
    <p:sldId id="269" r:id="rId19"/>
  </p:sldIdLst>
  <p:sldSz cx="9144000" cy="5143500" type="screen16x9"/>
  <p:notesSz cx="6858000" cy="9144000"/>
  <p:embeddedFontLst>
    <p:embeddedFont>
      <p:font typeface="Lexend Deca" panose="020B0604020202020204" charset="0"/>
      <p:regular r:id="rId21"/>
      <p:bold r:id="rId22"/>
    </p:embeddedFont>
    <p:embeddedFont>
      <p:font typeface="Lexend Deca Medium" panose="020B0604020202020204" charset="0"/>
      <p:regular r:id="rId23"/>
      <p:bold r:id="rId24"/>
    </p:embeddedFont>
    <p:embeddedFont>
      <p:font typeface="Metrophobic" panose="020B0604020202020204" charset="0"/>
      <p:regular r:id="rId25"/>
    </p:embeddedFont>
    <p:embeddedFont>
      <p:font typeface="Proxima Nova" panose="020B060402020202020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34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2240428-C398-4949-BAB7-9F0D0C128908}">
  <a:tblStyle styleId="{22240428-C398-4949-BAB7-9F0D0C12890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6.fntdata"/><Relationship Id="rId3" Type="http://schemas.openxmlformats.org/officeDocument/2006/relationships/slide" Target="slides/slide1.xml"/><Relationship Id="rId21" Type="http://schemas.openxmlformats.org/officeDocument/2006/relationships/font" Target="fonts/font1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5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4.fntdata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1a27d4059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11a27d4059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11d64e80a0f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11d64e80a0f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g11d64e80a0f_0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0" name="Google Shape;1340;g11d64e80a0f_0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11d64e80a0f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9" name="Google Shape;1129;g11d64e80a0f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11a27d40596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11a27d40596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g11d64e80a0f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6" name="Google Shape;1036;g11d64e80a0f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g11d64e80a0f_0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0" name="Google Shape;1280;g11d64e80a0f_0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g11d64e80a0f_0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0" name="Google Shape;1550;g11d64e80a0f_0_2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g11d64e80a0f_0_28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7" name="Google Shape;1447;g11d64e80a0f_0_28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" name="Google Shape;1771;g11d64e80a0f_0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2" name="Google Shape;1772;g11d64e80a0f_0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390275" y="367175"/>
            <a:ext cx="8411700" cy="44091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321700" y="1104000"/>
            <a:ext cx="6102300" cy="21723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321700" y="3313225"/>
            <a:ext cx="4764300" cy="482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 rot="-5400000">
            <a:off x="-952675" y="1711850"/>
            <a:ext cx="4407000" cy="1716600"/>
          </a:xfrm>
          <a:prstGeom prst="round2SameRect">
            <a:avLst>
              <a:gd name="adj1" fmla="val 2036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390275" y="367175"/>
            <a:ext cx="8411700" cy="44091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3"/>
          <p:cNvSpPr/>
          <p:nvPr/>
        </p:nvSpPr>
        <p:spPr>
          <a:xfrm rot="-5400000">
            <a:off x="-952675" y="1711850"/>
            <a:ext cx="4407000" cy="1716600"/>
          </a:xfrm>
          <a:prstGeom prst="round2SameRect">
            <a:avLst>
              <a:gd name="adj1" fmla="val 2036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2567450" y="3246946"/>
            <a:ext cx="4170300" cy="616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2567450" y="1167600"/>
            <a:ext cx="2154900" cy="17355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2567450" y="3960200"/>
            <a:ext cx="4170300" cy="288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390275" y="367175"/>
            <a:ext cx="8411700" cy="44091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1998350" y="540000"/>
            <a:ext cx="6425700" cy="47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/>
          <p:nvPr/>
        </p:nvSpPr>
        <p:spPr>
          <a:xfrm rot="-5400000">
            <a:off x="-1387975" y="2147150"/>
            <a:ext cx="4407000" cy="846000"/>
          </a:xfrm>
          <a:prstGeom prst="round2SameRect">
            <a:avLst>
              <a:gd name="adj1" fmla="val 38579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1650550" y="1152475"/>
            <a:ext cx="6773400" cy="3416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>
            <a:off x="390275" y="367175"/>
            <a:ext cx="8411700" cy="44091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1998350" y="540000"/>
            <a:ext cx="6425700" cy="47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1"/>
          </p:nvPr>
        </p:nvSpPr>
        <p:spPr>
          <a:xfrm>
            <a:off x="1588576" y="3421225"/>
            <a:ext cx="3163500" cy="1023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4857907" y="3421225"/>
            <a:ext cx="3163500" cy="1023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3"/>
          </p:nvPr>
        </p:nvSpPr>
        <p:spPr>
          <a:xfrm>
            <a:off x="2380426" y="2833825"/>
            <a:ext cx="1579800" cy="352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4"/>
          </p:nvPr>
        </p:nvSpPr>
        <p:spPr>
          <a:xfrm>
            <a:off x="5649757" y="2833825"/>
            <a:ext cx="1579800" cy="352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/>
          <p:nvPr/>
        </p:nvSpPr>
        <p:spPr>
          <a:xfrm rot="-5400000">
            <a:off x="-1387975" y="2147150"/>
            <a:ext cx="4407000" cy="846000"/>
          </a:xfrm>
          <a:prstGeom prst="round2SameRect">
            <a:avLst>
              <a:gd name="adj1" fmla="val 38579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390275" y="367175"/>
            <a:ext cx="8411700" cy="44091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1998350" y="540000"/>
            <a:ext cx="6425700" cy="47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/>
          <p:nvPr/>
        </p:nvSpPr>
        <p:spPr>
          <a:xfrm rot="-5400000">
            <a:off x="-1387975" y="2147150"/>
            <a:ext cx="4407000" cy="846000"/>
          </a:xfrm>
          <a:prstGeom prst="round2SameRect">
            <a:avLst>
              <a:gd name="adj1" fmla="val 38579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390275" y="367175"/>
            <a:ext cx="8411700" cy="44091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-1387975" y="2147150"/>
            <a:ext cx="4407000" cy="846000"/>
          </a:xfrm>
          <a:prstGeom prst="round2SameRect">
            <a:avLst>
              <a:gd name="adj1" fmla="val 38579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4068900" y="1479850"/>
            <a:ext cx="4355100" cy="25509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1998350" y="540000"/>
            <a:ext cx="6425700" cy="47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/>
          <p:nvPr/>
        </p:nvSpPr>
        <p:spPr>
          <a:xfrm>
            <a:off x="390275" y="367175"/>
            <a:ext cx="8411700" cy="44091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8"/>
          <p:cNvSpPr/>
          <p:nvPr/>
        </p:nvSpPr>
        <p:spPr>
          <a:xfrm rot="-5400000">
            <a:off x="-952675" y="1711850"/>
            <a:ext cx="4407000" cy="1716600"/>
          </a:xfrm>
          <a:prstGeom prst="round2SameRect">
            <a:avLst>
              <a:gd name="adj1" fmla="val 2036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title"/>
          </p:nvPr>
        </p:nvSpPr>
        <p:spPr>
          <a:xfrm>
            <a:off x="2336200" y="941150"/>
            <a:ext cx="5928000" cy="29067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8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390275" y="367175"/>
            <a:ext cx="8411700" cy="44091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/>
          <p:nvPr/>
        </p:nvSpPr>
        <p:spPr>
          <a:xfrm rot="-5400000">
            <a:off x="-952675" y="1711850"/>
            <a:ext cx="4407000" cy="1716600"/>
          </a:xfrm>
          <a:prstGeom prst="round2SameRect">
            <a:avLst>
              <a:gd name="adj1" fmla="val 2036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5071250" y="1478163"/>
            <a:ext cx="3352800" cy="1275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5071250" y="2841588"/>
            <a:ext cx="3352800" cy="1076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6A92">
              <a:alpha val="391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5587500" y="1205970"/>
            <a:ext cx="2659500" cy="10665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Lexend Deca Medium"/>
              <a:buNone/>
              <a:defRPr sz="2300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/>
          <p:nvPr/>
        </p:nvSpPr>
        <p:spPr>
          <a:xfrm>
            <a:off x="390275" y="367175"/>
            <a:ext cx="8411700" cy="44091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1"/>
          <p:cNvSpPr/>
          <p:nvPr/>
        </p:nvSpPr>
        <p:spPr>
          <a:xfrm rot="-5400000">
            <a:off x="-952675" y="1711850"/>
            <a:ext cx="4407000" cy="1716600"/>
          </a:xfrm>
          <a:prstGeom prst="round2SameRect">
            <a:avLst>
              <a:gd name="adj1" fmla="val 2036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title" hasCustomPrompt="1"/>
          </p:nvPr>
        </p:nvSpPr>
        <p:spPr>
          <a:xfrm>
            <a:off x="2402125" y="1330163"/>
            <a:ext cx="5728500" cy="16410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08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7" name="Google Shape;57;p11"/>
          <p:cNvSpPr txBox="1">
            <a:spLocks noGrp="1"/>
          </p:cNvSpPr>
          <p:nvPr>
            <p:ph type="subTitle" idx="1"/>
          </p:nvPr>
        </p:nvSpPr>
        <p:spPr>
          <a:xfrm>
            <a:off x="2402125" y="3100638"/>
            <a:ext cx="4850100" cy="27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ITLE_ONLY_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/>
          <p:nvPr/>
        </p:nvSpPr>
        <p:spPr>
          <a:xfrm>
            <a:off x="390275" y="367175"/>
            <a:ext cx="8411700" cy="44091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1"/>
          </p:nvPr>
        </p:nvSpPr>
        <p:spPr>
          <a:xfrm>
            <a:off x="2785388" y="1959950"/>
            <a:ext cx="1984800" cy="764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2"/>
          </p:nvPr>
        </p:nvSpPr>
        <p:spPr>
          <a:xfrm>
            <a:off x="2785388" y="1574850"/>
            <a:ext cx="1984800" cy="417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3"/>
          </p:nvPr>
        </p:nvSpPr>
        <p:spPr>
          <a:xfrm>
            <a:off x="6210575" y="1959950"/>
            <a:ext cx="1984800" cy="764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4"/>
          </p:nvPr>
        </p:nvSpPr>
        <p:spPr>
          <a:xfrm>
            <a:off x="6210575" y="1574850"/>
            <a:ext cx="1984800" cy="417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5"/>
          </p:nvPr>
        </p:nvSpPr>
        <p:spPr>
          <a:xfrm>
            <a:off x="2785388" y="3610100"/>
            <a:ext cx="1984800" cy="764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6"/>
          </p:nvPr>
        </p:nvSpPr>
        <p:spPr>
          <a:xfrm>
            <a:off x="2785388" y="3225000"/>
            <a:ext cx="1984800" cy="417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7"/>
          </p:nvPr>
        </p:nvSpPr>
        <p:spPr>
          <a:xfrm>
            <a:off x="6210575" y="3610100"/>
            <a:ext cx="1984800" cy="764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8"/>
          </p:nvPr>
        </p:nvSpPr>
        <p:spPr>
          <a:xfrm>
            <a:off x="6210575" y="3225000"/>
            <a:ext cx="1984800" cy="417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hasCustomPrompt="1"/>
          </p:nvPr>
        </p:nvSpPr>
        <p:spPr>
          <a:xfrm>
            <a:off x="1666963" y="1574850"/>
            <a:ext cx="961800" cy="5097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9" hasCustomPrompt="1"/>
          </p:nvPr>
        </p:nvSpPr>
        <p:spPr>
          <a:xfrm>
            <a:off x="5092175" y="1574850"/>
            <a:ext cx="961800" cy="5097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13" hasCustomPrompt="1"/>
          </p:nvPr>
        </p:nvSpPr>
        <p:spPr>
          <a:xfrm>
            <a:off x="1666963" y="3225000"/>
            <a:ext cx="961800" cy="5097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>
            <a:spLocks noGrp="1"/>
          </p:cNvSpPr>
          <p:nvPr>
            <p:ph type="title" idx="14" hasCustomPrompt="1"/>
          </p:nvPr>
        </p:nvSpPr>
        <p:spPr>
          <a:xfrm>
            <a:off x="5092175" y="3225000"/>
            <a:ext cx="961800" cy="5097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3" name="Google Shape;73;p13"/>
          <p:cNvSpPr txBox="1">
            <a:spLocks noGrp="1"/>
          </p:cNvSpPr>
          <p:nvPr>
            <p:ph type="title" idx="15"/>
          </p:nvPr>
        </p:nvSpPr>
        <p:spPr>
          <a:xfrm>
            <a:off x="1998350" y="540000"/>
            <a:ext cx="6425700" cy="47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endParaRPr/>
          </a:p>
        </p:txBody>
      </p:sp>
      <p:sp>
        <p:nvSpPr>
          <p:cNvPr id="74" name="Google Shape;74;p13"/>
          <p:cNvSpPr/>
          <p:nvPr/>
        </p:nvSpPr>
        <p:spPr>
          <a:xfrm rot="-5400000">
            <a:off x="-1387975" y="2147150"/>
            <a:ext cx="4407000" cy="846000"/>
          </a:xfrm>
          <a:prstGeom prst="round2SameRect">
            <a:avLst>
              <a:gd name="adj1" fmla="val 38579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SECTION_TITLE_AND_DESCRIPTION_2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390275" y="367175"/>
            <a:ext cx="8411700" cy="44091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title"/>
          </p:nvPr>
        </p:nvSpPr>
        <p:spPr>
          <a:xfrm>
            <a:off x="4343275" y="1530525"/>
            <a:ext cx="3972600" cy="9147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subTitle" idx="1"/>
          </p:nvPr>
        </p:nvSpPr>
        <p:spPr>
          <a:xfrm>
            <a:off x="4343275" y="2675200"/>
            <a:ext cx="2999100" cy="11109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5"/>
          <p:cNvSpPr/>
          <p:nvPr/>
        </p:nvSpPr>
        <p:spPr>
          <a:xfrm rot="-5400000">
            <a:off x="-1387975" y="2147150"/>
            <a:ext cx="4407000" cy="846000"/>
          </a:xfrm>
          <a:prstGeom prst="round2SameRect">
            <a:avLst>
              <a:gd name="adj1" fmla="val 38579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_AND_BODY_1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390275" y="367175"/>
            <a:ext cx="8411700" cy="44091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6"/>
          <p:cNvSpPr txBox="1">
            <a:spLocks noGrp="1"/>
          </p:cNvSpPr>
          <p:nvPr>
            <p:ph type="title"/>
          </p:nvPr>
        </p:nvSpPr>
        <p:spPr>
          <a:xfrm>
            <a:off x="1998350" y="540000"/>
            <a:ext cx="6425700" cy="47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6"/>
          <p:cNvSpPr/>
          <p:nvPr/>
        </p:nvSpPr>
        <p:spPr>
          <a:xfrm rot="-5400000">
            <a:off x="-1387975" y="2147150"/>
            <a:ext cx="4407000" cy="846000"/>
          </a:xfrm>
          <a:prstGeom prst="round2SameRect">
            <a:avLst>
              <a:gd name="adj1" fmla="val 38579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6"/>
          <p:cNvSpPr txBox="1">
            <a:spLocks noGrp="1"/>
          </p:cNvSpPr>
          <p:nvPr>
            <p:ph type="body" idx="1"/>
          </p:nvPr>
        </p:nvSpPr>
        <p:spPr>
          <a:xfrm>
            <a:off x="1650550" y="1152475"/>
            <a:ext cx="6773400" cy="1133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_ONLY_1_1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/>
          <p:nvPr/>
        </p:nvSpPr>
        <p:spPr>
          <a:xfrm>
            <a:off x="390275" y="367175"/>
            <a:ext cx="8411700" cy="44091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subTitle" idx="1"/>
          </p:nvPr>
        </p:nvSpPr>
        <p:spPr>
          <a:xfrm>
            <a:off x="3351350" y="1709625"/>
            <a:ext cx="3753600" cy="5055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ubTitle" idx="2"/>
          </p:nvPr>
        </p:nvSpPr>
        <p:spPr>
          <a:xfrm>
            <a:off x="3351350" y="1355825"/>
            <a:ext cx="1965600" cy="305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subTitle" idx="3"/>
          </p:nvPr>
        </p:nvSpPr>
        <p:spPr>
          <a:xfrm>
            <a:off x="3351350" y="2780700"/>
            <a:ext cx="3753600" cy="5055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subTitle" idx="4"/>
          </p:nvPr>
        </p:nvSpPr>
        <p:spPr>
          <a:xfrm>
            <a:off x="3351350" y="2426900"/>
            <a:ext cx="1965600" cy="305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subTitle" idx="5"/>
          </p:nvPr>
        </p:nvSpPr>
        <p:spPr>
          <a:xfrm>
            <a:off x="3351350" y="3851775"/>
            <a:ext cx="3753600" cy="5055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subTitle" idx="6"/>
          </p:nvPr>
        </p:nvSpPr>
        <p:spPr>
          <a:xfrm>
            <a:off x="3351350" y="3497975"/>
            <a:ext cx="1965600" cy="305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title"/>
          </p:nvPr>
        </p:nvSpPr>
        <p:spPr>
          <a:xfrm>
            <a:off x="1998350" y="540000"/>
            <a:ext cx="6425700" cy="47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endParaRPr/>
          </a:p>
        </p:txBody>
      </p:sp>
      <p:sp>
        <p:nvSpPr>
          <p:cNvPr id="99" name="Google Shape;99;p17"/>
          <p:cNvSpPr/>
          <p:nvPr/>
        </p:nvSpPr>
        <p:spPr>
          <a:xfrm rot="-5400000">
            <a:off x="-1387975" y="2147150"/>
            <a:ext cx="4407000" cy="846000"/>
          </a:xfrm>
          <a:prstGeom prst="round2SameRect">
            <a:avLst>
              <a:gd name="adj1" fmla="val 38579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_ONLY_1_2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390275" y="367175"/>
            <a:ext cx="8411700" cy="44091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subTitle" idx="1"/>
          </p:nvPr>
        </p:nvSpPr>
        <p:spPr>
          <a:xfrm>
            <a:off x="2633000" y="1959950"/>
            <a:ext cx="2252100" cy="562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subTitle" idx="2"/>
          </p:nvPr>
        </p:nvSpPr>
        <p:spPr>
          <a:xfrm>
            <a:off x="2633001" y="1574850"/>
            <a:ext cx="1406400" cy="417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subTitle" idx="3"/>
          </p:nvPr>
        </p:nvSpPr>
        <p:spPr>
          <a:xfrm>
            <a:off x="6171999" y="1959950"/>
            <a:ext cx="2252100" cy="562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subTitle" idx="4"/>
          </p:nvPr>
        </p:nvSpPr>
        <p:spPr>
          <a:xfrm>
            <a:off x="6172000" y="1574850"/>
            <a:ext cx="1406400" cy="417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subTitle" idx="5"/>
          </p:nvPr>
        </p:nvSpPr>
        <p:spPr>
          <a:xfrm>
            <a:off x="2633000" y="3610100"/>
            <a:ext cx="2252100" cy="562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ubTitle" idx="6"/>
          </p:nvPr>
        </p:nvSpPr>
        <p:spPr>
          <a:xfrm>
            <a:off x="2633001" y="3225000"/>
            <a:ext cx="1406400" cy="417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endParaRPr/>
          </a:p>
        </p:txBody>
      </p:sp>
      <p:sp>
        <p:nvSpPr>
          <p:cNvPr id="108" name="Google Shape;108;p18"/>
          <p:cNvSpPr txBox="1">
            <a:spLocks noGrp="1"/>
          </p:cNvSpPr>
          <p:nvPr>
            <p:ph type="subTitle" idx="7"/>
          </p:nvPr>
        </p:nvSpPr>
        <p:spPr>
          <a:xfrm>
            <a:off x="6171999" y="3610100"/>
            <a:ext cx="2252100" cy="562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subTitle" idx="8"/>
          </p:nvPr>
        </p:nvSpPr>
        <p:spPr>
          <a:xfrm>
            <a:off x="6172000" y="3225000"/>
            <a:ext cx="1406400" cy="417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endParaRPr/>
          </a:p>
        </p:txBody>
      </p:sp>
      <p:sp>
        <p:nvSpPr>
          <p:cNvPr id="110" name="Google Shape;110;p18"/>
          <p:cNvSpPr txBox="1">
            <a:spLocks noGrp="1"/>
          </p:cNvSpPr>
          <p:nvPr>
            <p:ph type="title"/>
          </p:nvPr>
        </p:nvSpPr>
        <p:spPr>
          <a:xfrm>
            <a:off x="1998350" y="540000"/>
            <a:ext cx="6425700" cy="47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endParaRPr/>
          </a:p>
        </p:txBody>
      </p:sp>
      <p:sp>
        <p:nvSpPr>
          <p:cNvPr id="111" name="Google Shape;111;p18"/>
          <p:cNvSpPr/>
          <p:nvPr/>
        </p:nvSpPr>
        <p:spPr>
          <a:xfrm rot="-5400000">
            <a:off x="-1387975" y="2147150"/>
            <a:ext cx="4407000" cy="846000"/>
          </a:xfrm>
          <a:prstGeom prst="round2SameRect">
            <a:avLst>
              <a:gd name="adj1" fmla="val 38579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_ONLY_1_1_1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/>
          <p:nvPr/>
        </p:nvSpPr>
        <p:spPr>
          <a:xfrm>
            <a:off x="390275" y="367175"/>
            <a:ext cx="8411700" cy="44091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9"/>
          <p:cNvSpPr txBox="1">
            <a:spLocks noGrp="1"/>
          </p:cNvSpPr>
          <p:nvPr>
            <p:ph type="subTitle" idx="1"/>
          </p:nvPr>
        </p:nvSpPr>
        <p:spPr>
          <a:xfrm>
            <a:off x="6027300" y="1709625"/>
            <a:ext cx="2396700" cy="5055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9"/>
          <p:cNvSpPr txBox="1">
            <a:spLocks noGrp="1"/>
          </p:cNvSpPr>
          <p:nvPr>
            <p:ph type="subTitle" idx="2"/>
          </p:nvPr>
        </p:nvSpPr>
        <p:spPr>
          <a:xfrm>
            <a:off x="6027300" y="1355822"/>
            <a:ext cx="2396700" cy="305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endParaRPr/>
          </a:p>
        </p:txBody>
      </p:sp>
      <p:sp>
        <p:nvSpPr>
          <p:cNvPr id="116" name="Google Shape;116;p19"/>
          <p:cNvSpPr txBox="1">
            <a:spLocks noGrp="1"/>
          </p:cNvSpPr>
          <p:nvPr>
            <p:ph type="title"/>
          </p:nvPr>
        </p:nvSpPr>
        <p:spPr>
          <a:xfrm>
            <a:off x="1998350" y="540000"/>
            <a:ext cx="6425700" cy="47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endParaRPr/>
          </a:p>
        </p:txBody>
      </p:sp>
      <p:sp>
        <p:nvSpPr>
          <p:cNvPr id="117" name="Google Shape;117;p19"/>
          <p:cNvSpPr/>
          <p:nvPr/>
        </p:nvSpPr>
        <p:spPr>
          <a:xfrm rot="-5400000">
            <a:off x="-1387975" y="2147150"/>
            <a:ext cx="4407000" cy="846000"/>
          </a:xfrm>
          <a:prstGeom prst="round2SameRect">
            <a:avLst>
              <a:gd name="adj1" fmla="val 38579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9"/>
          <p:cNvSpPr txBox="1">
            <a:spLocks noGrp="1"/>
          </p:cNvSpPr>
          <p:nvPr>
            <p:ph type="subTitle" idx="3"/>
          </p:nvPr>
        </p:nvSpPr>
        <p:spPr>
          <a:xfrm>
            <a:off x="6027300" y="2740375"/>
            <a:ext cx="2396700" cy="5055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9"/>
          <p:cNvSpPr txBox="1">
            <a:spLocks noGrp="1"/>
          </p:cNvSpPr>
          <p:nvPr>
            <p:ph type="subTitle" idx="4"/>
          </p:nvPr>
        </p:nvSpPr>
        <p:spPr>
          <a:xfrm>
            <a:off x="6027300" y="2386572"/>
            <a:ext cx="2396700" cy="305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subTitle" idx="5"/>
          </p:nvPr>
        </p:nvSpPr>
        <p:spPr>
          <a:xfrm>
            <a:off x="6027300" y="3771125"/>
            <a:ext cx="2396700" cy="5055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subTitle" idx="6"/>
          </p:nvPr>
        </p:nvSpPr>
        <p:spPr>
          <a:xfrm>
            <a:off x="6027300" y="3417322"/>
            <a:ext cx="2396700" cy="305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subTitle" idx="7"/>
          </p:nvPr>
        </p:nvSpPr>
        <p:spPr>
          <a:xfrm>
            <a:off x="2419150" y="1709625"/>
            <a:ext cx="2396700" cy="5055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subTitle" idx="8"/>
          </p:nvPr>
        </p:nvSpPr>
        <p:spPr>
          <a:xfrm>
            <a:off x="2419150" y="1355822"/>
            <a:ext cx="2396700" cy="305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subTitle" idx="9"/>
          </p:nvPr>
        </p:nvSpPr>
        <p:spPr>
          <a:xfrm>
            <a:off x="2419150" y="2740375"/>
            <a:ext cx="2396700" cy="5055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9"/>
          <p:cNvSpPr txBox="1">
            <a:spLocks noGrp="1"/>
          </p:cNvSpPr>
          <p:nvPr>
            <p:ph type="subTitle" idx="13"/>
          </p:nvPr>
        </p:nvSpPr>
        <p:spPr>
          <a:xfrm>
            <a:off x="2419150" y="2386572"/>
            <a:ext cx="2396700" cy="305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endParaRPr/>
          </a:p>
        </p:txBody>
      </p:sp>
      <p:sp>
        <p:nvSpPr>
          <p:cNvPr id="126" name="Google Shape;126;p19"/>
          <p:cNvSpPr txBox="1">
            <a:spLocks noGrp="1"/>
          </p:cNvSpPr>
          <p:nvPr>
            <p:ph type="subTitle" idx="14"/>
          </p:nvPr>
        </p:nvSpPr>
        <p:spPr>
          <a:xfrm>
            <a:off x="2419150" y="3771125"/>
            <a:ext cx="2396700" cy="5055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subTitle" idx="15"/>
          </p:nvPr>
        </p:nvSpPr>
        <p:spPr>
          <a:xfrm>
            <a:off x="2419150" y="3417322"/>
            <a:ext cx="2396700" cy="305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TITLE_ONLY_1_1_2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/>
          <p:nvPr/>
        </p:nvSpPr>
        <p:spPr>
          <a:xfrm>
            <a:off x="390275" y="367175"/>
            <a:ext cx="8411700" cy="44091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subTitle" idx="1"/>
          </p:nvPr>
        </p:nvSpPr>
        <p:spPr>
          <a:xfrm>
            <a:off x="4347813" y="1709625"/>
            <a:ext cx="3753600" cy="5055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subTitle" idx="2"/>
          </p:nvPr>
        </p:nvSpPr>
        <p:spPr>
          <a:xfrm>
            <a:off x="4347821" y="1355825"/>
            <a:ext cx="1656000" cy="305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endParaRPr/>
          </a:p>
        </p:txBody>
      </p:sp>
      <p:sp>
        <p:nvSpPr>
          <p:cNvPr id="132" name="Google Shape;132;p20"/>
          <p:cNvSpPr txBox="1">
            <a:spLocks noGrp="1"/>
          </p:cNvSpPr>
          <p:nvPr>
            <p:ph type="subTitle" idx="3"/>
          </p:nvPr>
        </p:nvSpPr>
        <p:spPr>
          <a:xfrm>
            <a:off x="4347813" y="2780700"/>
            <a:ext cx="3753600" cy="5055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0"/>
          <p:cNvSpPr txBox="1">
            <a:spLocks noGrp="1"/>
          </p:cNvSpPr>
          <p:nvPr>
            <p:ph type="subTitle" idx="4"/>
          </p:nvPr>
        </p:nvSpPr>
        <p:spPr>
          <a:xfrm>
            <a:off x="4347821" y="2426900"/>
            <a:ext cx="1656000" cy="305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endParaRPr/>
          </a:p>
        </p:txBody>
      </p:sp>
      <p:sp>
        <p:nvSpPr>
          <p:cNvPr id="134" name="Google Shape;134;p20"/>
          <p:cNvSpPr txBox="1">
            <a:spLocks noGrp="1"/>
          </p:cNvSpPr>
          <p:nvPr>
            <p:ph type="subTitle" idx="5"/>
          </p:nvPr>
        </p:nvSpPr>
        <p:spPr>
          <a:xfrm>
            <a:off x="4347813" y="3851775"/>
            <a:ext cx="3753600" cy="5055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0"/>
          <p:cNvSpPr txBox="1">
            <a:spLocks noGrp="1"/>
          </p:cNvSpPr>
          <p:nvPr>
            <p:ph type="subTitle" idx="6"/>
          </p:nvPr>
        </p:nvSpPr>
        <p:spPr>
          <a:xfrm>
            <a:off x="4347821" y="3497975"/>
            <a:ext cx="1656000" cy="305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endParaRPr/>
          </a:p>
        </p:txBody>
      </p:sp>
      <p:sp>
        <p:nvSpPr>
          <p:cNvPr id="136" name="Google Shape;136;p20"/>
          <p:cNvSpPr txBox="1">
            <a:spLocks noGrp="1"/>
          </p:cNvSpPr>
          <p:nvPr>
            <p:ph type="title"/>
          </p:nvPr>
        </p:nvSpPr>
        <p:spPr>
          <a:xfrm>
            <a:off x="1998350" y="540000"/>
            <a:ext cx="6425700" cy="47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endParaRPr/>
          </a:p>
        </p:txBody>
      </p:sp>
      <p:sp>
        <p:nvSpPr>
          <p:cNvPr id="137" name="Google Shape;137;p20"/>
          <p:cNvSpPr/>
          <p:nvPr/>
        </p:nvSpPr>
        <p:spPr>
          <a:xfrm rot="-5400000">
            <a:off x="-1387975" y="2147150"/>
            <a:ext cx="4407000" cy="846000"/>
          </a:xfrm>
          <a:prstGeom prst="round2SameRect">
            <a:avLst>
              <a:gd name="adj1" fmla="val 38579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0"/>
          <p:cNvSpPr txBox="1">
            <a:spLocks noGrp="1"/>
          </p:cNvSpPr>
          <p:nvPr>
            <p:ph type="title" idx="7" hasCustomPrompt="1"/>
          </p:nvPr>
        </p:nvSpPr>
        <p:spPr>
          <a:xfrm>
            <a:off x="1848738" y="1395650"/>
            <a:ext cx="2259300" cy="5097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39" name="Google Shape;139;p20"/>
          <p:cNvSpPr txBox="1">
            <a:spLocks noGrp="1"/>
          </p:cNvSpPr>
          <p:nvPr>
            <p:ph type="title" idx="8" hasCustomPrompt="1"/>
          </p:nvPr>
        </p:nvSpPr>
        <p:spPr>
          <a:xfrm>
            <a:off x="1848738" y="2452638"/>
            <a:ext cx="2259300" cy="5097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0" name="Google Shape;140;p20"/>
          <p:cNvSpPr txBox="1">
            <a:spLocks noGrp="1"/>
          </p:cNvSpPr>
          <p:nvPr>
            <p:ph type="title" idx="9" hasCustomPrompt="1"/>
          </p:nvPr>
        </p:nvSpPr>
        <p:spPr>
          <a:xfrm>
            <a:off x="1848738" y="3509625"/>
            <a:ext cx="2259300" cy="5097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TITLE_ONLY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/>
          <p:nvPr/>
        </p:nvSpPr>
        <p:spPr>
          <a:xfrm>
            <a:off x="390275" y="367175"/>
            <a:ext cx="8411700" cy="44091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1"/>
          <p:cNvSpPr txBox="1">
            <a:spLocks noGrp="1"/>
          </p:cNvSpPr>
          <p:nvPr>
            <p:ph type="title"/>
          </p:nvPr>
        </p:nvSpPr>
        <p:spPr>
          <a:xfrm>
            <a:off x="1998350" y="540000"/>
            <a:ext cx="6425700" cy="47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endParaRPr/>
          </a:p>
        </p:txBody>
      </p:sp>
      <p:sp>
        <p:nvSpPr>
          <p:cNvPr id="144" name="Google Shape;144;p21"/>
          <p:cNvSpPr/>
          <p:nvPr/>
        </p:nvSpPr>
        <p:spPr>
          <a:xfrm rot="-5400000">
            <a:off x="-1387975" y="2147150"/>
            <a:ext cx="4407000" cy="846000"/>
          </a:xfrm>
          <a:prstGeom prst="round2SameRect">
            <a:avLst>
              <a:gd name="adj1" fmla="val 38579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21"/>
          <p:cNvSpPr txBox="1">
            <a:spLocks noGrp="1"/>
          </p:cNvSpPr>
          <p:nvPr>
            <p:ph type="subTitle" idx="1"/>
          </p:nvPr>
        </p:nvSpPr>
        <p:spPr>
          <a:xfrm>
            <a:off x="2094221" y="1576890"/>
            <a:ext cx="2396700" cy="270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1"/>
          <p:cNvSpPr txBox="1">
            <a:spLocks noGrp="1"/>
          </p:cNvSpPr>
          <p:nvPr>
            <p:ph type="subTitle" idx="2"/>
          </p:nvPr>
        </p:nvSpPr>
        <p:spPr>
          <a:xfrm>
            <a:off x="2094221" y="1256270"/>
            <a:ext cx="2396700" cy="305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endParaRPr/>
          </a:p>
        </p:txBody>
      </p:sp>
      <p:sp>
        <p:nvSpPr>
          <p:cNvPr id="147" name="Google Shape;147;p21"/>
          <p:cNvSpPr txBox="1">
            <a:spLocks noGrp="1"/>
          </p:cNvSpPr>
          <p:nvPr>
            <p:ph type="subTitle" idx="3"/>
          </p:nvPr>
        </p:nvSpPr>
        <p:spPr>
          <a:xfrm>
            <a:off x="5717021" y="1576890"/>
            <a:ext cx="2396700" cy="270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1"/>
          <p:cNvSpPr txBox="1">
            <a:spLocks noGrp="1"/>
          </p:cNvSpPr>
          <p:nvPr>
            <p:ph type="subTitle" idx="4"/>
          </p:nvPr>
        </p:nvSpPr>
        <p:spPr>
          <a:xfrm>
            <a:off x="5717021" y="1256270"/>
            <a:ext cx="2396700" cy="305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endParaRPr/>
          </a:p>
        </p:txBody>
      </p:sp>
      <p:sp>
        <p:nvSpPr>
          <p:cNvPr id="149" name="Google Shape;149;p21"/>
          <p:cNvSpPr txBox="1">
            <a:spLocks noGrp="1"/>
          </p:cNvSpPr>
          <p:nvPr>
            <p:ph type="subTitle" idx="5"/>
          </p:nvPr>
        </p:nvSpPr>
        <p:spPr>
          <a:xfrm>
            <a:off x="2094221" y="2272490"/>
            <a:ext cx="2396700" cy="270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1"/>
          <p:cNvSpPr txBox="1">
            <a:spLocks noGrp="1"/>
          </p:cNvSpPr>
          <p:nvPr>
            <p:ph type="subTitle" idx="6"/>
          </p:nvPr>
        </p:nvSpPr>
        <p:spPr>
          <a:xfrm>
            <a:off x="2094221" y="1951870"/>
            <a:ext cx="2396700" cy="305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endParaRPr/>
          </a:p>
        </p:txBody>
      </p:sp>
      <p:sp>
        <p:nvSpPr>
          <p:cNvPr id="151" name="Google Shape;151;p21"/>
          <p:cNvSpPr txBox="1">
            <a:spLocks noGrp="1"/>
          </p:cNvSpPr>
          <p:nvPr>
            <p:ph type="subTitle" idx="7"/>
          </p:nvPr>
        </p:nvSpPr>
        <p:spPr>
          <a:xfrm>
            <a:off x="5717021" y="2272490"/>
            <a:ext cx="2396700" cy="270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1"/>
          <p:cNvSpPr txBox="1">
            <a:spLocks noGrp="1"/>
          </p:cNvSpPr>
          <p:nvPr>
            <p:ph type="subTitle" idx="8"/>
          </p:nvPr>
        </p:nvSpPr>
        <p:spPr>
          <a:xfrm>
            <a:off x="5717021" y="1951870"/>
            <a:ext cx="2396700" cy="305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endParaRPr/>
          </a:p>
        </p:txBody>
      </p:sp>
      <p:sp>
        <p:nvSpPr>
          <p:cNvPr id="153" name="Google Shape;153;p21"/>
          <p:cNvSpPr txBox="1">
            <a:spLocks noGrp="1"/>
          </p:cNvSpPr>
          <p:nvPr>
            <p:ph type="subTitle" idx="9"/>
          </p:nvPr>
        </p:nvSpPr>
        <p:spPr>
          <a:xfrm>
            <a:off x="2094221" y="2968090"/>
            <a:ext cx="2396700" cy="270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1"/>
          <p:cNvSpPr txBox="1">
            <a:spLocks noGrp="1"/>
          </p:cNvSpPr>
          <p:nvPr>
            <p:ph type="subTitle" idx="13"/>
          </p:nvPr>
        </p:nvSpPr>
        <p:spPr>
          <a:xfrm>
            <a:off x="2094221" y="2647470"/>
            <a:ext cx="2396700" cy="305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endParaRPr/>
          </a:p>
        </p:txBody>
      </p:sp>
      <p:sp>
        <p:nvSpPr>
          <p:cNvPr id="155" name="Google Shape;155;p21"/>
          <p:cNvSpPr txBox="1">
            <a:spLocks noGrp="1"/>
          </p:cNvSpPr>
          <p:nvPr>
            <p:ph type="subTitle" idx="14"/>
          </p:nvPr>
        </p:nvSpPr>
        <p:spPr>
          <a:xfrm>
            <a:off x="5717021" y="2968090"/>
            <a:ext cx="2396700" cy="270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1"/>
          <p:cNvSpPr txBox="1">
            <a:spLocks noGrp="1"/>
          </p:cNvSpPr>
          <p:nvPr>
            <p:ph type="subTitle" idx="15"/>
          </p:nvPr>
        </p:nvSpPr>
        <p:spPr>
          <a:xfrm>
            <a:off x="5717021" y="2647470"/>
            <a:ext cx="2396700" cy="305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endParaRPr/>
          </a:p>
        </p:txBody>
      </p:sp>
      <p:sp>
        <p:nvSpPr>
          <p:cNvPr id="157" name="Google Shape;157;p21"/>
          <p:cNvSpPr txBox="1">
            <a:spLocks noGrp="1"/>
          </p:cNvSpPr>
          <p:nvPr>
            <p:ph type="subTitle" idx="16"/>
          </p:nvPr>
        </p:nvSpPr>
        <p:spPr>
          <a:xfrm>
            <a:off x="2094221" y="3663689"/>
            <a:ext cx="2396700" cy="270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1"/>
          <p:cNvSpPr txBox="1">
            <a:spLocks noGrp="1"/>
          </p:cNvSpPr>
          <p:nvPr>
            <p:ph type="subTitle" idx="17"/>
          </p:nvPr>
        </p:nvSpPr>
        <p:spPr>
          <a:xfrm>
            <a:off x="2094221" y="3343070"/>
            <a:ext cx="2396700" cy="305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endParaRPr/>
          </a:p>
        </p:txBody>
      </p:sp>
      <p:sp>
        <p:nvSpPr>
          <p:cNvPr id="159" name="Google Shape;159;p21"/>
          <p:cNvSpPr txBox="1">
            <a:spLocks noGrp="1"/>
          </p:cNvSpPr>
          <p:nvPr>
            <p:ph type="subTitle" idx="18"/>
          </p:nvPr>
        </p:nvSpPr>
        <p:spPr>
          <a:xfrm>
            <a:off x="5717021" y="3663689"/>
            <a:ext cx="2396700" cy="270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1"/>
          <p:cNvSpPr txBox="1">
            <a:spLocks noGrp="1"/>
          </p:cNvSpPr>
          <p:nvPr>
            <p:ph type="subTitle" idx="19"/>
          </p:nvPr>
        </p:nvSpPr>
        <p:spPr>
          <a:xfrm>
            <a:off x="5717021" y="3343070"/>
            <a:ext cx="2396700" cy="305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endParaRPr/>
          </a:p>
        </p:txBody>
      </p:sp>
      <p:sp>
        <p:nvSpPr>
          <p:cNvPr id="161" name="Google Shape;161;p21"/>
          <p:cNvSpPr txBox="1">
            <a:spLocks noGrp="1"/>
          </p:cNvSpPr>
          <p:nvPr>
            <p:ph type="subTitle" idx="20"/>
          </p:nvPr>
        </p:nvSpPr>
        <p:spPr>
          <a:xfrm>
            <a:off x="2094221" y="4359290"/>
            <a:ext cx="2396700" cy="270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21"/>
          </p:nvPr>
        </p:nvSpPr>
        <p:spPr>
          <a:xfrm>
            <a:off x="2094221" y="4038670"/>
            <a:ext cx="2396700" cy="305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2"/>
          </p:nvPr>
        </p:nvSpPr>
        <p:spPr>
          <a:xfrm>
            <a:off x="5717021" y="4359290"/>
            <a:ext cx="2396700" cy="270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23"/>
          </p:nvPr>
        </p:nvSpPr>
        <p:spPr>
          <a:xfrm>
            <a:off x="5717021" y="4038670"/>
            <a:ext cx="2396700" cy="305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title" idx="24" hasCustomPrompt="1"/>
          </p:nvPr>
        </p:nvSpPr>
        <p:spPr>
          <a:xfrm>
            <a:off x="1125971" y="1331700"/>
            <a:ext cx="961800" cy="439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6" name="Google Shape;166;p21"/>
          <p:cNvSpPr txBox="1">
            <a:spLocks noGrp="1"/>
          </p:cNvSpPr>
          <p:nvPr>
            <p:ph type="title" idx="25" hasCustomPrompt="1"/>
          </p:nvPr>
        </p:nvSpPr>
        <p:spPr>
          <a:xfrm>
            <a:off x="1125971" y="2027638"/>
            <a:ext cx="961800" cy="439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7" name="Google Shape;167;p21"/>
          <p:cNvSpPr txBox="1">
            <a:spLocks noGrp="1"/>
          </p:cNvSpPr>
          <p:nvPr>
            <p:ph type="title" idx="26" hasCustomPrompt="1"/>
          </p:nvPr>
        </p:nvSpPr>
        <p:spPr>
          <a:xfrm>
            <a:off x="1125971" y="2723575"/>
            <a:ext cx="961800" cy="439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8" name="Google Shape;168;p21"/>
          <p:cNvSpPr txBox="1">
            <a:spLocks noGrp="1"/>
          </p:cNvSpPr>
          <p:nvPr>
            <p:ph type="title" idx="27" hasCustomPrompt="1"/>
          </p:nvPr>
        </p:nvSpPr>
        <p:spPr>
          <a:xfrm>
            <a:off x="1125971" y="3419513"/>
            <a:ext cx="961800" cy="439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9" name="Google Shape;169;p21"/>
          <p:cNvSpPr txBox="1">
            <a:spLocks noGrp="1"/>
          </p:cNvSpPr>
          <p:nvPr>
            <p:ph type="title" idx="28" hasCustomPrompt="1"/>
          </p:nvPr>
        </p:nvSpPr>
        <p:spPr>
          <a:xfrm>
            <a:off x="1125971" y="4115450"/>
            <a:ext cx="961800" cy="439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0" name="Google Shape;170;p21"/>
          <p:cNvSpPr txBox="1">
            <a:spLocks noGrp="1"/>
          </p:cNvSpPr>
          <p:nvPr>
            <p:ph type="title" idx="29" hasCustomPrompt="1"/>
          </p:nvPr>
        </p:nvSpPr>
        <p:spPr>
          <a:xfrm>
            <a:off x="4755221" y="1331700"/>
            <a:ext cx="961800" cy="439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1" name="Google Shape;171;p21"/>
          <p:cNvSpPr txBox="1">
            <a:spLocks noGrp="1"/>
          </p:cNvSpPr>
          <p:nvPr>
            <p:ph type="title" idx="30" hasCustomPrompt="1"/>
          </p:nvPr>
        </p:nvSpPr>
        <p:spPr>
          <a:xfrm>
            <a:off x="4755221" y="2027638"/>
            <a:ext cx="961800" cy="439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2" name="Google Shape;172;p21"/>
          <p:cNvSpPr txBox="1">
            <a:spLocks noGrp="1"/>
          </p:cNvSpPr>
          <p:nvPr>
            <p:ph type="title" idx="31" hasCustomPrompt="1"/>
          </p:nvPr>
        </p:nvSpPr>
        <p:spPr>
          <a:xfrm>
            <a:off x="4755221" y="2723575"/>
            <a:ext cx="961800" cy="439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3" name="Google Shape;173;p21"/>
          <p:cNvSpPr txBox="1">
            <a:spLocks noGrp="1"/>
          </p:cNvSpPr>
          <p:nvPr>
            <p:ph type="title" idx="32" hasCustomPrompt="1"/>
          </p:nvPr>
        </p:nvSpPr>
        <p:spPr>
          <a:xfrm>
            <a:off x="4755221" y="3419513"/>
            <a:ext cx="961800" cy="439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4" name="Google Shape;174;p21"/>
          <p:cNvSpPr txBox="1">
            <a:spLocks noGrp="1"/>
          </p:cNvSpPr>
          <p:nvPr>
            <p:ph type="title" idx="33" hasCustomPrompt="1"/>
          </p:nvPr>
        </p:nvSpPr>
        <p:spPr>
          <a:xfrm>
            <a:off x="4755221" y="4115450"/>
            <a:ext cx="961800" cy="439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/>
          <p:nvPr/>
        </p:nvSpPr>
        <p:spPr>
          <a:xfrm>
            <a:off x="390275" y="367175"/>
            <a:ext cx="8411700" cy="44091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ctrTitle"/>
          </p:nvPr>
        </p:nvSpPr>
        <p:spPr>
          <a:xfrm>
            <a:off x="2624250" y="1070938"/>
            <a:ext cx="4262100" cy="8220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1"/>
          </p:nvPr>
        </p:nvSpPr>
        <p:spPr>
          <a:xfrm>
            <a:off x="2624250" y="2396100"/>
            <a:ext cx="4262100" cy="756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2"/>
          <p:cNvSpPr/>
          <p:nvPr/>
        </p:nvSpPr>
        <p:spPr>
          <a:xfrm rot="-5400000">
            <a:off x="-952675" y="1711850"/>
            <a:ext cx="4407000" cy="1716600"/>
          </a:xfrm>
          <a:prstGeom prst="round2SameRect">
            <a:avLst>
              <a:gd name="adj1" fmla="val 2036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2"/>
          </p:nvPr>
        </p:nvSpPr>
        <p:spPr>
          <a:xfrm>
            <a:off x="2624250" y="1993467"/>
            <a:ext cx="4262100" cy="359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solidFill>
                  <a:schemeClr val="lt2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000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endParaRPr/>
          </a:p>
        </p:txBody>
      </p:sp>
      <p:sp>
        <p:nvSpPr>
          <p:cNvPr id="181" name="Google Shape;181;p22"/>
          <p:cNvSpPr txBox="1"/>
          <p:nvPr/>
        </p:nvSpPr>
        <p:spPr>
          <a:xfrm>
            <a:off x="2624250" y="3831725"/>
            <a:ext cx="4470900" cy="4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etrophobic"/>
                <a:ea typeface="Metrophobic"/>
                <a:cs typeface="Metrophobic"/>
                <a:sym typeface="Metrophobic"/>
              </a:rPr>
              <a:t>CREDITS: 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Metrophobic"/>
                <a:ea typeface="Metrophobic"/>
                <a:cs typeface="Metrophobic"/>
                <a:sym typeface="Metrophob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Metrophobic"/>
                <a:ea typeface="Metrophobic"/>
                <a:cs typeface="Metrophobic"/>
                <a:sym typeface="Metrophobic"/>
              </a:rPr>
              <a:t>, and includes icons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Metrophobic"/>
                <a:ea typeface="Metrophobic"/>
                <a:cs typeface="Metrophobic"/>
                <a:sym typeface="Metrophobic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b="1">
                <a:solidFill>
                  <a:schemeClr val="dk1"/>
                </a:solidFill>
                <a:latin typeface="Metrophobic"/>
                <a:ea typeface="Metrophobic"/>
                <a:cs typeface="Metrophobic"/>
                <a:sym typeface="Metrophobic"/>
              </a:rPr>
              <a:t> </a:t>
            </a:r>
            <a:r>
              <a:rPr lang="en" sz="1000">
                <a:solidFill>
                  <a:schemeClr val="dk1"/>
                </a:solidFill>
                <a:latin typeface="Metrophobic"/>
                <a:ea typeface="Metrophobic"/>
                <a:cs typeface="Metrophobic"/>
                <a:sym typeface="Metrophobic"/>
              </a:rPr>
              <a:t>and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Metrophobic"/>
                <a:ea typeface="Metrophobic"/>
                <a:cs typeface="Metrophobic"/>
                <a:sym typeface="Metrophobic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>
              <a:solidFill>
                <a:schemeClr val="dk1"/>
              </a:solidFill>
              <a:latin typeface="Metrophobic"/>
              <a:ea typeface="Metrophobic"/>
              <a:cs typeface="Metrophobic"/>
              <a:sym typeface="Metrophobic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TITLE_ONLY_2">
    <p:bg>
      <p:bgPr>
        <a:gradFill>
          <a:gsLst>
            <a:gs pos="0">
              <a:schemeClr val="lt2"/>
            </a:gs>
            <a:gs pos="50000">
              <a:schemeClr val="dk1"/>
            </a:gs>
            <a:gs pos="100000">
              <a:schemeClr val="dk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3"/>
          <p:cNvSpPr/>
          <p:nvPr/>
        </p:nvSpPr>
        <p:spPr>
          <a:xfrm>
            <a:off x="390275" y="367175"/>
            <a:ext cx="8411700" cy="44091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3"/>
          <p:cNvSpPr/>
          <p:nvPr/>
        </p:nvSpPr>
        <p:spPr>
          <a:xfrm rot="-5400000">
            <a:off x="-1387975" y="2147150"/>
            <a:ext cx="4407000" cy="846000"/>
          </a:xfrm>
          <a:prstGeom prst="round2SameRect">
            <a:avLst>
              <a:gd name="adj1" fmla="val 38579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ONLY_3">
    <p:bg>
      <p:bgPr>
        <a:gradFill>
          <a:gsLst>
            <a:gs pos="0">
              <a:schemeClr val="dk2"/>
            </a:gs>
            <a:gs pos="2000">
              <a:schemeClr val="dk2"/>
            </a:gs>
            <a:gs pos="50000">
              <a:schemeClr val="dk1"/>
            </a:gs>
            <a:gs pos="100000">
              <a:schemeClr val="lt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/>
          <p:nvPr/>
        </p:nvSpPr>
        <p:spPr>
          <a:xfrm>
            <a:off x="390275" y="367175"/>
            <a:ext cx="8411700" cy="44091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24"/>
          <p:cNvSpPr/>
          <p:nvPr/>
        </p:nvSpPr>
        <p:spPr>
          <a:xfrm rot="-5400000">
            <a:off x="-1387975" y="2147150"/>
            <a:ext cx="4407000" cy="846000"/>
          </a:xfrm>
          <a:prstGeom prst="round2SameRect">
            <a:avLst>
              <a:gd name="adj1" fmla="val 38579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 txBox="1">
            <a:spLocks noGrp="1"/>
          </p:cNvSpPr>
          <p:nvPr>
            <p:ph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dk2"/>
            </a:gs>
            <a:gs pos="2000">
              <a:schemeClr val="dk2"/>
            </a:gs>
            <a:gs pos="50000">
              <a:schemeClr val="dk1"/>
            </a:gs>
            <a:gs pos="100000">
              <a:schemeClr val="lt2"/>
            </a:gs>
          </a:gsLst>
          <a:lin ang="2698631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998350" y="540000"/>
            <a:ext cx="64257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trophobic"/>
              <a:buChar char="●"/>
              <a:defRPr sz="1600">
                <a:solidFill>
                  <a:schemeClr val="dk1"/>
                </a:solidFill>
                <a:latin typeface="Metrophobic"/>
                <a:ea typeface="Metrophobic"/>
                <a:cs typeface="Metrophobic"/>
                <a:sym typeface="Metrophobic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trophobic"/>
              <a:buChar char="○"/>
              <a:defRPr sz="1600">
                <a:solidFill>
                  <a:schemeClr val="dk1"/>
                </a:solidFill>
                <a:latin typeface="Metrophobic"/>
                <a:ea typeface="Metrophobic"/>
                <a:cs typeface="Metrophobic"/>
                <a:sym typeface="Metrophobic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trophobic"/>
              <a:buChar char="■"/>
              <a:defRPr sz="1600">
                <a:solidFill>
                  <a:schemeClr val="dk1"/>
                </a:solidFill>
                <a:latin typeface="Metrophobic"/>
                <a:ea typeface="Metrophobic"/>
                <a:cs typeface="Metrophobic"/>
                <a:sym typeface="Metrophobic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trophobic"/>
              <a:buChar char="●"/>
              <a:defRPr sz="1600">
                <a:solidFill>
                  <a:schemeClr val="dk1"/>
                </a:solidFill>
                <a:latin typeface="Metrophobic"/>
                <a:ea typeface="Metrophobic"/>
                <a:cs typeface="Metrophobic"/>
                <a:sym typeface="Metrophobic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trophobic"/>
              <a:buChar char="○"/>
              <a:defRPr sz="1600">
                <a:solidFill>
                  <a:schemeClr val="dk1"/>
                </a:solidFill>
                <a:latin typeface="Metrophobic"/>
                <a:ea typeface="Metrophobic"/>
                <a:cs typeface="Metrophobic"/>
                <a:sym typeface="Metrophobic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trophobic"/>
              <a:buChar char="■"/>
              <a:defRPr sz="1600">
                <a:solidFill>
                  <a:schemeClr val="dk1"/>
                </a:solidFill>
                <a:latin typeface="Metrophobic"/>
                <a:ea typeface="Metrophobic"/>
                <a:cs typeface="Metrophobic"/>
                <a:sym typeface="Metrophobic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trophobic"/>
              <a:buChar char="●"/>
              <a:defRPr sz="1600">
                <a:solidFill>
                  <a:schemeClr val="dk1"/>
                </a:solidFill>
                <a:latin typeface="Metrophobic"/>
                <a:ea typeface="Metrophobic"/>
                <a:cs typeface="Metrophobic"/>
                <a:sym typeface="Metrophobic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trophobic"/>
              <a:buChar char="○"/>
              <a:defRPr sz="1600">
                <a:solidFill>
                  <a:schemeClr val="dk1"/>
                </a:solidFill>
                <a:latin typeface="Metrophobic"/>
                <a:ea typeface="Metrophobic"/>
                <a:cs typeface="Metrophobic"/>
                <a:sym typeface="Metrophobic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trophobic"/>
              <a:buChar char="■"/>
              <a:defRPr sz="1600">
                <a:solidFill>
                  <a:schemeClr val="dk1"/>
                </a:solidFill>
                <a:latin typeface="Metrophobic"/>
                <a:ea typeface="Metrophobic"/>
                <a:cs typeface="Metrophobic"/>
                <a:sym typeface="Metrophob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25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hyperlink" Target="https://docs.google.com/spreadsheets/d/137tCU-0ufmzyftYUucxWExDdjE-crC7G0AX2FC-0lgE/copy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8"/>
          <p:cNvSpPr txBox="1">
            <a:spLocks noGrp="1"/>
          </p:cNvSpPr>
          <p:nvPr>
            <p:ph type="ctrTitle"/>
          </p:nvPr>
        </p:nvSpPr>
        <p:spPr>
          <a:xfrm>
            <a:off x="2321700" y="1104000"/>
            <a:ext cx="6102300" cy="21723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/>
              <a:t>Capstone Lightning Talk #2:</a:t>
            </a:r>
            <a:r>
              <a:rPr lang="en" sz="3100" dirty="0"/>
              <a:t> </a:t>
            </a:r>
            <a:br>
              <a:rPr lang="en" sz="3100" dirty="0"/>
            </a:br>
            <a:r>
              <a:rPr lang="en" dirty="0">
                <a:solidFill>
                  <a:schemeClr val="dk2"/>
                </a:solidFill>
              </a:rPr>
              <a:t>Spotify Mood</a:t>
            </a:r>
            <a:r>
              <a:rPr lang="en" sz="6000" dirty="0">
                <a:solidFill>
                  <a:schemeClr val="dk2"/>
                </a:solidFill>
              </a:rPr>
              <a:t> </a:t>
            </a:r>
            <a:endParaRPr sz="55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 dirty="0">
                <a:solidFill>
                  <a:schemeClr val="lt2"/>
                </a:solidFill>
              </a:rPr>
              <a:t>Clustering</a:t>
            </a:r>
            <a:endParaRPr sz="4500" dirty="0"/>
          </a:p>
        </p:txBody>
      </p:sp>
      <p:sp>
        <p:nvSpPr>
          <p:cNvPr id="199" name="Google Shape;199;p28"/>
          <p:cNvSpPr txBox="1">
            <a:spLocks noGrp="1"/>
          </p:cNvSpPr>
          <p:nvPr>
            <p:ph type="subTitle" idx="1"/>
          </p:nvPr>
        </p:nvSpPr>
        <p:spPr>
          <a:xfrm>
            <a:off x="2321700" y="3313225"/>
            <a:ext cx="4764300" cy="482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Gana Elansary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DSB-2</a:t>
            </a:r>
            <a:endParaRPr dirty="0"/>
          </a:p>
        </p:txBody>
      </p:sp>
      <p:grpSp>
        <p:nvGrpSpPr>
          <p:cNvPr id="200" name="Google Shape;200;p28"/>
          <p:cNvGrpSpPr/>
          <p:nvPr/>
        </p:nvGrpSpPr>
        <p:grpSpPr>
          <a:xfrm>
            <a:off x="3974600" y="4154930"/>
            <a:ext cx="4113600" cy="146102"/>
            <a:chOff x="3974600" y="4154930"/>
            <a:chExt cx="4113600" cy="146102"/>
          </a:xfrm>
        </p:grpSpPr>
        <p:sp>
          <p:nvSpPr>
            <p:cNvPr id="201" name="Google Shape;201;p28"/>
            <p:cNvSpPr/>
            <p:nvPr/>
          </p:nvSpPr>
          <p:spPr>
            <a:xfrm>
              <a:off x="3974600" y="4214463"/>
              <a:ext cx="4113600" cy="390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8"/>
            <p:cNvSpPr/>
            <p:nvPr/>
          </p:nvSpPr>
          <p:spPr>
            <a:xfrm>
              <a:off x="3974600" y="4214503"/>
              <a:ext cx="646900" cy="38915"/>
            </a:xfrm>
            <a:custGeom>
              <a:avLst/>
              <a:gdLst/>
              <a:ahLst/>
              <a:cxnLst/>
              <a:rect l="l" t="t" r="r" b="b"/>
              <a:pathLst>
                <a:path w="11304" h="680" extrusionOk="0">
                  <a:moveTo>
                    <a:pt x="347" y="0"/>
                  </a:moveTo>
                  <a:cubicBezTo>
                    <a:pt x="153" y="0"/>
                    <a:pt x="0" y="152"/>
                    <a:pt x="0" y="347"/>
                  </a:cubicBezTo>
                  <a:cubicBezTo>
                    <a:pt x="0" y="527"/>
                    <a:pt x="153" y="679"/>
                    <a:pt x="347" y="679"/>
                  </a:cubicBezTo>
                  <a:lnTo>
                    <a:pt x="11248" y="679"/>
                  </a:lnTo>
                  <a:cubicBezTo>
                    <a:pt x="11248" y="458"/>
                    <a:pt x="11261" y="222"/>
                    <a:pt x="11303" y="0"/>
                  </a:cubicBezTo>
                  <a:close/>
                </a:path>
              </a:pathLst>
            </a:custGeom>
            <a:solidFill>
              <a:srgbClr val="FF6A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8"/>
            <p:cNvSpPr/>
            <p:nvPr/>
          </p:nvSpPr>
          <p:spPr>
            <a:xfrm>
              <a:off x="4519857" y="4154930"/>
              <a:ext cx="146045" cy="146102"/>
            </a:xfrm>
            <a:custGeom>
              <a:avLst/>
              <a:gdLst/>
              <a:ahLst/>
              <a:cxnLst/>
              <a:rect l="l" t="t" r="r" b="b"/>
              <a:pathLst>
                <a:path w="2552" h="2553" extrusionOk="0">
                  <a:moveTo>
                    <a:pt x="1276" y="1"/>
                  </a:moveTo>
                  <a:cubicBezTo>
                    <a:pt x="568" y="1"/>
                    <a:pt x="0" y="570"/>
                    <a:pt x="0" y="1277"/>
                  </a:cubicBezTo>
                  <a:cubicBezTo>
                    <a:pt x="0" y="1984"/>
                    <a:pt x="568" y="2552"/>
                    <a:pt x="1276" y="2552"/>
                  </a:cubicBezTo>
                  <a:cubicBezTo>
                    <a:pt x="1983" y="2552"/>
                    <a:pt x="2552" y="1984"/>
                    <a:pt x="2552" y="1277"/>
                  </a:cubicBezTo>
                  <a:cubicBezTo>
                    <a:pt x="2552" y="570"/>
                    <a:pt x="1983" y="1"/>
                    <a:pt x="12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8"/>
            <p:cNvSpPr/>
            <p:nvPr/>
          </p:nvSpPr>
          <p:spPr>
            <a:xfrm>
              <a:off x="4564265" y="4199395"/>
              <a:ext cx="57228" cy="57170"/>
            </a:xfrm>
            <a:custGeom>
              <a:avLst/>
              <a:gdLst/>
              <a:ahLst/>
              <a:cxnLst/>
              <a:rect l="l" t="t" r="r" b="b"/>
              <a:pathLst>
                <a:path w="1000" h="999" extrusionOk="0">
                  <a:moveTo>
                    <a:pt x="500" y="0"/>
                  </a:moveTo>
                  <a:cubicBezTo>
                    <a:pt x="223" y="0"/>
                    <a:pt x="1" y="222"/>
                    <a:pt x="1" y="500"/>
                  </a:cubicBezTo>
                  <a:cubicBezTo>
                    <a:pt x="1" y="777"/>
                    <a:pt x="223" y="999"/>
                    <a:pt x="500" y="999"/>
                  </a:cubicBezTo>
                  <a:cubicBezTo>
                    <a:pt x="777" y="999"/>
                    <a:pt x="999" y="777"/>
                    <a:pt x="999" y="500"/>
                  </a:cubicBezTo>
                  <a:cubicBezTo>
                    <a:pt x="999" y="222"/>
                    <a:pt x="777" y="0"/>
                    <a:pt x="500" y="0"/>
                  </a:cubicBezTo>
                  <a:close/>
                </a:path>
              </a:pathLst>
            </a:custGeom>
            <a:solidFill>
              <a:srgbClr val="FF6A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5" name="Google Shape;205;p28"/>
          <p:cNvGrpSpPr/>
          <p:nvPr/>
        </p:nvGrpSpPr>
        <p:grpSpPr>
          <a:xfrm>
            <a:off x="2402125" y="3986650"/>
            <a:ext cx="1314377" cy="482094"/>
            <a:chOff x="2402125" y="3986650"/>
            <a:chExt cx="1314377" cy="482094"/>
          </a:xfrm>
        </p:grpSpPr>
        <p:sp>
          <p:nvSpPr>
            <p:cNvPr id="206" name="Google Shape;206;p28"/>
            <p:cNvSpPr/>
            <p:nvPr/>
          </p:nvSpPr>
          <p:spPr>
            <a:xfrm>
              <a:off x="2821234" y="3986650"/>
              <a:ext cx="492273" cy="482094"/>
            </a:xfrm>
            <a:custGeom>
              <a:avLst/>
              <a:gdLst/>
              <a:ahLst/>
              <a:cxnLst/>
              <a:rect l="l" t="t" r="r" b="b"/>
              <a:pathLst>
                <a:path w="11027" h="10799" extrusionOk="0">
                  <a:moveTo>
                    <a:pt x="5504" y="1"/>
                  </a:moveTo>
                  <a:cubicBezTo>
                    <a:pt x="5436" y="1"/>
                    <a:pt x="5367" y="2"/>
                    <a:pt x="5298" y="4"/>
                  </a:cubicBezTo>
                  <a:cubicBezTo>
                    <a:pt x="2331" y="130"/>
                    <a:pt x="1" y="2639"/>
                    <a:pt x="126" y="5621"/>
                  </a:cubicBezTo>
                  <a:cubicBezTo>
                    <a:pt x="234" y="8525"/>
                    <a:pt x="2618" y="10799"/>
                    <a:pt x="5498" y="10799"/>
                  </a:cubicBezTo>
                  <a:cubicBezTo>
                    <a:pt x="5575" y="10799"/>
                    <a:pt x="5652" y="10797"/>
                    <a:pt x="5729" y="10794"/>
                  </a:cubicBezTo>
                  <a:cubicBezTo>
                    <a:pt x="8710" y="10683"/>
                    <a:pt x="11027" y="8173"/>
                    <a:pt x="10916" y="5191"/>
                  </a:cubicBezTo>
                  <a:cubicBezTo>
                    <a:pt x="10793" y="2279"/>
                    <a:pt x="8395" y="1"/>
                    <a:pt x="5504" y="1"/>
                  </a:cubicBezTo>
                  <a:close/>
                </a:path>
              </a:pathLst>
            </a:custGeom>
            <a:solidFill>
              <a:srgbClr val="FF6A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8"/>
            <p:cNvSpPr/>
            <p:nvPr/>
          </p:nvSpPr>
          <p:spPr>
            <a:xfrm>
              <a:off x="3003288" y="4154642"/>
              <a:ext cx="42768" cy="146115"/>
            </a:xfrm>
            <a:custGeom>
              <a:avLst/>
              <a:gdLst/>
              <a:ahLst/>
              <a:cxnLst/>
              <a:rect l="l" t="t" r="r" b="b"/>
              <a:pathLst>
                <a:path w="958" h="3273" extrusionOk="0">
                  <a:moveTo>
                    <a:pt x="0" y="0"/>
                  </a:moveTo>
                  <a:lnTo>
                    <a:pt x="0" y="3273"/>
                  </a:lnTo>
                  <a:lnTo>
                    <a:pt x="958" y="3273"/>
                  </a:lnTo>
                  <a:lnTo>
                    <a:pt x="95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8"/>
            <p:cNvSpPr/>
            <p:nvPr/>
          </p:nvSpPr>
          <p:spPr>
            <a:xfrm>
              <a:off x="3084404" y="4154642"/>
              <a:ext cx="43393" cy="146115"/>
            </a:xfrm>
            <a:custGeom>
              <a:avLst/>
              <a:gdLst/>
              <a:ahLst/>
              <a:cxnLst/>
              <a:rect l="l" t="t" r="r" b="b"/>
              <a:pathLst>
                <a:path w="972" h="3273" extrusionOk="0">
                  <a:moveTo>
                    <a:pt x="0" y="0"/>
                  </a:moveTo>
                  <a:lnTo>
                    <a:pt x="0" y="3273"/>
                  </a:lnTo>
                  <a:lnTo>
                    <a:pt x="971" y="3273"/>
                  </a:lnTo>
                  <a:lnTo>
                    <a:pt x="97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8"/>
            <p:cNvSpPr/>
            <p:nvPr/>
          </p:nvSpPr>
          <p:spPr>
            <a:xfrm>
              <a:off x="3455209" y="4097008"/>
              <a:ext cx="261293" cy="261337"/>
            </a:xfrm>
            <a:custGeom>
              <a:avLst/>
              <a:gdLst/>
              <a:ahLst/>
              <a:cxnLst/>
              <a:rect l="l" t="t" r="r" b="b"/>
              <a:pathLst>
                <a:path w="5853" h="5854" extrusionOk="0">
                  <a:moveTo>
                    <a:pt x="2927" y="1"/>
                  </a:moveTo>
                  <a:cubicBezTo>
                    <a:pt x="1319" y="1"/>
                    <a:pt x="1" y="1319"/>
                    <a:pt x="1" y="2928"/>
                  </a:cubicBezTo>
                  <a:cubicBezTo>
                    <a:pt x="1" y="4550"/>
                    <a:pt x="1319" y="5853"/>
                    <a:pt x="2927" y="5853"/>
                  </a:cubicBezTo>
                  <a:cubicBezTo>
                    <a:pt x="4549" y="5853"/>
                    <a:pt x="5853" y="4550"/>
                    <a:pt x="5853" y="2928"/>
                  </a:cubicBezTo>
                  <a:cubicBezTo>
                    <a:pt x="5853" y="1319"/>
                    <a:pt x="4549" y="1"/>
                    <a:pt x="29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8"/>
            <p:cNvSpPr/>
            <p:nvPr/>
          </p:nvSpPr>
          <p:spPr>
            <a:xfrm>
              <a:off x="3557397" y="4199776"/>
              <a:ext cx="48928" cy="56428"/>
            </a:xfrm>
            <a:custGeom>
              <a:avLst/>
              <a:gdLst/>
              <a:ahLst/>
              <a:cxnLst/>
              <a:rect l="l" t="t" r="r" b="b"/>
              <a:pathLst>
                <a:path w="1096" h="1264" extrusionOk="0">
                  <a:moveTo>
                    <a:pt x="0" y="1"/>
                  </a:moveTo>
                  <a:lnTo>
                    <a:pt x="0" y="1263"/>
                  </a:lnTo>
                  <a:lnTo>
                    <a:pt x="1095" y="62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8"/>
            <p:cNvSpPr/>
            <p:nvPr/>
          </p:nvSpPr>
          <p:spPr>
            <a:xfrm>
              <a:off x="3606281" y="4199776"/>
              <a:ext cx="8125" cy="55803"/>
            </a:xfrm>
            <a:custGeom>
              <a:avLst/>
              <a:gdLst/>
              <a:ahLst/>
              <a:cxnLst/>
              <a:rect l="l" t="t" r="r" b="b"/>
              <a:pathLst>
                <a:path w="182" h="1250" extrusionOk="0">
                  <a:moveTo>
                    <a:pt x="0" y="1"/>
                  </a:moveTo>
                  <a:lnTo>
                    <a:pt x="0" y="1249"/>
                  </a:lnTo>
                  <a:lnTo>
                    <a:pt x="181" y="1249"/>
                  </a:lnTo>
                  <a:lnTo>
                    <a:pt x="18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8"/>
            <p:cNvSpPr/>
            <p:nvPr/>
          </p:nvSpPr>
          <p:spPr>
            <a:xfrm>
              <a:off x="2402125" y="4097008"/>
              <a:ext cx="260668" cy="261337"/>
            </a:xfrm>
            <a:custGeom>
              <a:avLst/>
              <a:gdLst/>
              <a:ahLst/>
              <a:cxnLst/>
              <a:rect l="l" t="t" r="r" b="b"/>
              <a:pathLst>
                <a:path w="5839" h="5854" extrusionOk="0">
                  <a:moveTo>
                    <a:pt x="2913" y="1"/>
                  </a:moveTo>
                  <a:cubicBezTo>
                    <a:pt x="1304" y="1"/>
                    <a:pt x="1" y="1319"/>
                    <a:pt x="1" y="2928"/>
                  </a:cubicBezTo>
                  <a:cubicBezTo>
                    <a:pt x="1" y="4550"/>
                    <a:pt x="1304" y="5853"/>
                    <a:pt x="2913" y="5853"/>
                  </a:cubicBezTo>
                  <a:cubicBezTo>
                    <a:pt x="4535" y="5853"/>
                    <a:pt x="5839" y="4550"/>
                    <a:pt x="5839" y="2928"/>
                  </a:cubicBezTo>
                  <a:cubicBezTo>
                    <a:pt x="5839" y="1319"/>
                    <a:pt x="4535" y="1"/>
                    <a:pt x="29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8"/>
            <p:cNvSpPr/>
            <p:nvPr/>
          </p:nvSpPr>
          <p:spPr>
            <a:xfrm>
              <a:off x="2511679" y="4199776"/>
              <a:ext cx="49017" cy="56428"/>
            </a:xfrm>
            <a:custGeom>
              <a:avLst/>
              <a:gdLst/>
              <a:ahLst/>
              <a:cxnLst/>
              <a:rect l="l" t="t" r="r" b="b"/>
              <a:pathLst>
                <a:path w="1098" h="1264" extrusionOk="0">
                  <a:moveTo>
                    <a:pt x="1097" y="1"/>
                  </a:moveTo>
                  <a:lnTo>
                    <a:pt x="1" y="626"/>
                  </a:lnTo>
                  <a:lnTo>
                    <a:pt x="1097" y="1263"/>
                  </a:lnTo>
                  <a:lnTo>
                    <a:pt x="109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8"/>
            <p:cNvSpPr/>
            <p:nvPr/>
          </p:nvSpPr>
          <p:spPr>
            <a:xfrm>
              <a:off x="2504268" y="4199776"/>
              <a:ext cx="7455" cy="55803"/>
            </a:xfrm>
            <a:custGeom>
              <a:avLst/>
              <a:gdLst/>
              <a:ahLst/>
              <a:cxnLst/>
              <a:rect l="l" t="t" r="r" b="b"/>
              <a:pathLst>
                <a:path w="167" h="1250" extrusionOk="0">
                  <a:moveTo>
                    <a:pt x="1" y="1"/>
                  </a:moveTo>
                  <a:lnTo>
                    <a:pt x="1" y="1249"/>
                  </a:lnTo>
                  <a:lnTo>
                    <a:pt x="167" y="1249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5" name="Google Shape;215;p28"/>
          <p:cNvGrpSpPr/>
          <p:nvPr/>
        </p:nvGrpSpPr>
        <p:grpSpPr>
          <a:xfrm>
            <a:off x="729625" y="552000"/>
            <a:ext cx="1238400" cy="1601675"/>
            <a:chOff x="729625" y="552000"/>
            <a:chExt cx="1238400" cy="1601675"/>
          </a:xfrm>
        </p:grpSpPr>
        <p:sp>
          <p:nvSpPr>
            <p:cNvPr id="216" name="Google Shape;216;p28"/>
            <p:cNvSpPr/>
            <p:nvPr/>
          </p:nvSpPr>
          <p:spPr>
            <a:xfrm>
              <a:off x="729625" y="552000"/>
              <a:ext cx="98100" cy="98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8"/>
            <p:cNvSpPr/>
            <p:nvPr/>
          </p:nvSpPr>
          <p:spPr>
            <a:xfrm>
              <a:off x="882900" y="552000"/>
              <a:ext cx="98100" cy="98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8"/>
            <p:cNvSpPr/>
            <p:nvPr/>
          </p:nvSpPr>
          <p:spPr>
            <a:xfrm>
              <a:off x="1036175" y="552000"/>
              <a:ext cx="98100" cy="98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8"/>
            <p:cNvSpPr/>
            <p:nvPr/>
          </p:nvSpPr>
          <p:spPr>
            <a:xfrm>
              <a:off x="830011" y="975084"/>
              <a:ext cx="10766" cy="10011"/>
            </a:xfrm>
            <a:custGeom>
              <a:avLst/>
              <a:gdLst/>
              <a:ahLst/>
              <a:cxnLst/>
              <a:rect l="l" t="t" r="r" b="b"/>
              <a:pathLst>
                <a:path w="399" h="371" extrusionOk="0">
                  <a:moveTo>
                    <a:pt x="187" y="1"/>
                  </a:moveTo>
                  <a:cubicBezTo>
                    <a:pt x="174" y="1"/>
                    <a:pt x="161" y="2"/>
                    <a:pt x="149" y="4"/>
                  </a:cubicBezTo>
                  <a:cubicBezTo>
                    <a:pt x="79" y="32"/>
                    <a:pt x="24" y="101"/>
                    <a:pt x="11" y="171"/>
                  </a:cubicBezTo>
                  <a:cubicBezTo>
                    <a:pt x="1" y="288"/>
                    <a:pt x="101" y="370"/>
                    <a:pt x="200" y="370"/>
                  </a:cubicBezTo>
                  <a:cubicBezTo>
                    <a:pt x="241" y="370"/>
                    <a:pt x="283" y="356"/>
                    <a:pt x="316" y="323"/>
                  </a:cubicBezTo>
                  <a:cubicBezTo>
                    <a:pt x="385" y="267"/>
                    <a:pt x="399" y="156"/>
                    <a:pt x="357" y="88"/>
                  </a:cubicBezTo>
                  <a:cubicBezTo>
                    <a:pt x="323" y="30"/>
                    <a:pt x="250" y="1"/>
                    <a:pt x="1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8"/>
            <p:cNvSpPr txBox="1"/>
            <p:nvPr/>
          </p:nvSpPr>
          <p:spPr>
            <a:xfrm>
              <a:off x="1085175" y="1029513"/>
              <a:ext cx="858300" cy="1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Search</a:t>
              </a:r>
              <a:endParaRPr sz="11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endParaRPr>
            </a:p>
          </p:txBody>
        </p:sp>
        <p:sp>
          <p:nvSpPr>
            <p:cNvPr id="236" name="Google Shape;236;p28"/>
            <p:cNvSpPr txBox="1"/>
            <p:nvPr/>
          </p:nvSpPr>
          <p:spPr>
            <a:xfrm>
              <a:off x="1085175" y="1526138"/>
              <a:ext cx="858300" cy="1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Home</a:t>
              </a:r>
              <a:endParaRPr sz="11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endParaRPr>
            </a:p>
          </p:txBody>
        </p:sp>
        <p:sp>
          <p:nvSpPr>
            <p:cNvPr id="237" name="Google Shape;237;p28"/>
            <p:cNvSpPr txBox="1"/>
            <p:nvPr/>
          </p:nvSpPr>
          <p:spPr>
            <a:xfrm>
              <a:off x="1085175" y="2007575"/>
              <a:ext cx="858300" cy="1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Library</a:t>
              </a:r>
              <a:endParaRPr sz="11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endParaRPr>
            </a:p>
          </p:txBody>
        </p:sp>
        <p:cxnSp>
          <p:nvCxnSpPr>
            <p:cNvPr id="238" name="Google Shape;238;p28"/>
            <p:cNvCxnSpPr/>
            <p:nvPr/>
          </p:nvCxnSpPr>
          <p:spPr>
            <a:xfrm>
              <a:off x="729625" y="1355100"/>
              <a:ext cx="1238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9" name="Google Shape;239;p28"/>
            <p:cNvCxnSpPr/>
            <p:nvPr/>
          </p:nvCxnSpPr>
          <p:spPr>
            <a:xfrm>
              <a:off x="729625" y="1845525"/>
              <a:ext cx="1238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0" name="Google Shape;240;p28"/>
          <p:cNvGrpSpPr/>
          <p:nvPr/>
        </p:nvGrpSpPr>
        <p:grpSpPr>
          <a:xfrm>
            <a:off x="2465285" y="552003"/>
            <a:ext cx="599322" cy="250348"/>
            <a:chOff x="2465285" y="552003"/>
            <a:chExt cx="599322" cy="250348"/>
          </a:xfrm>
        </p:grpSpPr>
        <p:sp>
          <p:nvSpPr>
            <p:cNvPr id="241" name="Google Shape;241;p28"/>
            <p:cNvSpPr/>
            <p:nvPr/>
          </p:nvSpPr>
          <p:spPr>
            <a:xfrm>
              <a:off x="2465285" y="552003"/>
              <a:ext cx="255633" cy="250348"/>
            </a:xfrm>
            <a:custGeom>
              <a:avLst/>
              <a:gdLst/>
              <a:ahLst/>
              <a:cxnLst/>
              <a:rect l="l" t="t" r="r" b="b"/>
              <a:pathLst>
                <a:path w="11027" h="10799" extrusionOk="0">
                  <a:moveTo>
                    <a:pt x="5504" y="1"/>
                  </a:moveTo>
                  <a:cubicBezTo>
                    <a:pt x="5436" y="1"/>
                    <a:pt x="5367" y="2"/>
                    <a:pt x="5298" y="4"/>
                  </a:cubicBezTo>
                  <a:cubicBezTo>
                    <a:pt x="2331" y="130"/>
                    <a:pt x="1" y="2639"/>
                    <a:pt x="126" y="5621"/>
                  </a:cubicBezTo>
                  <a:cubicBezTo>
                    <a:pt x="234" y="8525"/>
                    <a:pt x="2618" y="10799"/>
                    <a:pt x="5498" y="10799"/>
                  </a:cubicBezTo>
                  <a:cubicBezTo>
                    <a:pt x="5575" y="10799"/>
                    <a:pt x="5652" y="10797"/>
                    <a:pt x="5729" y="10794"/>
                  </a:cubicBezTo>
                  <a:cubicBezTo>
                    <a:pt x="8710" y="10683"/>
                    <a:pt x="11027" y="8173"/>
                    <a:pt x="10916" y="5191"/>
                  </a:cubicBezTo>
                  <a:cubicBezTo>
                    <a:pt x="10793" y="2279"/>
                    <a:pt x="8395" y="1"/>
                    <a:pt x="55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8"/>
            <p:cNvSpPr/>
            <p:nvPr/>
          </p:nvSpPr>
          <p:spPr>
            <a:xfrm>
              <a:off x="2569277" y="620325"/>
              <a:ext cx="47650" cy="117350"/>
            </a:xfrm>
            <a:custGeom>
              <a:avLst/>
              <a:gdLst/>
              <a:ahLst/>
              <a:cxnLst/>
              <a:rect l="l" t="t" r="r" b="b"/>
              <a:pathLst>
                <a:path w="1906" h="4694" extrusionOk="0">
                  <a:moveTo>
                    <a:pt x="1906" y="0"/>
                  </a:moveTo>
                  <a:lnTo>
                    <a:pt x="0" y="2347"/>
                  </a:lnTo>
                  <a:lnTo>
                    <a:pt x="1857" y="4694"/>
                  </a:ln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3" name="Google Shape;243;p28"/>
            <p:cNvSpPr/>
            <p:nvPr/>
          </p:nvSpPr>
          <p:spPr>
            <a:xfrm flipH="1">
              <a:off x="2808974" y="552003"/>
              <a:ext cx="255633" cy="250348"/>
            </a:xfrm>
            <a:custGeom>
              <a:avLst/>
              <a:gdLst/>
              <a:ahLst/>
              <a:cxnLst/>
              <a:rect l="l" t="t" r="r" b="b"/>
              <a:pathLst>
                <a:path w="11027" h="10799" extrusionOk="0">
                  <a:moveTo>
                    <a:pt x="5504" y="1"/>
                  </a:moveTo>
                  <a:cubicBezTo>
                    <a:pt x="5436" y="1"/>
                    <a:pt x="5367" y="2"/>
                    <a:pt x="5298" y="4"/>
                  </a:cubicBezTo>
                  <a:cubicBezTo>
                    <a:pt x="2331" y="130"/>
                    <a:pt x="1" y="2639"/>
                    <a:pt x="126" y="5621"/>
                  </a:cubicBezTo>
                  <a:cubicBezTo>
                    <a:pt x="234" y="8525"/>
                    <a:pt x="2618" y="10799"/>
                    <a:pt x="5498" y="10799"/>
                  </a:cubicBezTo>
                  <a:cubicBezTo>
                    <a:pt x="5575" y="10799"/>
                    <a:pt x="5652" y="10797"/>
                    <a:pt x="5729" y="10794"/>
                  </a:cubicBezTo>
                  <a:cubicBezTo>
                    <a:pt x="8710" y="10683"/>
                    <a:pt x="11027" y="8173"/>
                    <a:pt x="10916" y="5191"/>
                  </a:cubicBezTo>
                  <a:cubicBezTo>
                    <a:pt x="10793" y="2279"/>
                    <a:pt x="8395" y="1"/>
                    <a:pt x="55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8"/>
            <p:cNvSpPr/>
            <p:nvPr/>
          </p:nvSpPr>
          <p:spPr>
            <a:xfrm flipH="1">
              <a:off x="2912966" y="620325"/>
              <a:ext cx="47650" cy="117350"/>
            </a:xfrm>
            <a:custGeom>
              <a:avLst/>
              <a:gdLst/>
              <a:ahLst/>
              <a:cxnLst/>
              <a:rect l="l" t="t" r="r" b="b"/>
              <a:pathLst>
                <a:path w="1906" h="4694" extrusionOk="0">
                  <a:moveTo>
                    <a:pt x="1906" y="0"/>
                  </a:moveTo>
                  <a:lnTo>
                    <a:pt x="0" y="2347"/>
                  </a:lnTo>
                  <a:lnTo>
                    <a:pt x="1857" y="4694"/>
                  </a:ln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5" name="Google Shape;245;p28"/>
          <p:cNvSpPr txBox="1"/>
          <p:nvPr/>
        </p:nvSpPr>
        <p:spPr>
          <a:xfrm>
            <a:off x="3256650" y="604125"/>
            <a:ext cx="16110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jayjay’s Playlists</a:t>
            </a:r>
            <a:endParaRPr sz="1100" dirty="0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pic>
        <p:nvPicPr>
          <p:cNvPr id="2" name="Picture 1" descr="Story pin image">
            <a:extLst>
              <a:ext uri="{FF2B5EF4-FFF2-40B4-BE49-F238E27FC236}">
                <a16:creationId xmlns:a16="http://schemas.microsoft.com/office/drawing/2014/main" id="{2B16660D-7A5C-85BC-A18A-DB23DAC7D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748" y="2511933"/>
            <a:ext cx="749685" cy="749685"/>
          </a:xfrm>
          <a:prstGeom prst="rect">
            <a:avLst/>
          </a:prstGeom>
        </p:spPr>
      </p:pic>
      <p:pic>
        <p:nvPicPr>
          <p:cNvPr id="3" name="Picture 2" descr="Story pin image">
            <a:extLst>
              <a:ext uri="{FF2B5EF4-FFF2-40B4-BE49-F238E27FC236}">
                <a16:creationId xmlns:a16="http://schemas.microsoft.com/office/drawing/2014/main" id="{42CA4896-140B-7D2D-EEEF-D777752D09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748" y="3420483"/>
            <a:ext cx="749684" cy="749684"/>
          </a:xfrm>
          <a:prstGeom prst="rect">
            <a:avLst/>
          </a:prstGeom>
        </p:spPr>
      </p:pic>
      <p:pic>
        <p:nvPicPr>
          <p:cNvPr id="4" name="Picture 3" descr="This may contain: a white and pink logo with stars in the middle on a black background that says spotify">
            <a:extLst>
              <a:ext uri="{FF2B5EF4-FFF2-40B4-BE49-F238E27FC236}">
                <a16:creationId xmlns:a16="http://schemas.microsoft.com/office/drawing/2014/main" id="{9BDF4EAA-81E3-551B-A5A5-C921ADFCEDA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230675" y="2670947"/>
            <a:ext cx="800725" cy="785155"/>
          </a:xfrm>
          <a:prstGeom prst="rect">
            <a:avLst/>
          </a:prstGeom>
        </p:spPr>
      </p:pic>
      <p:pic>
        <p:nvPicPr>
          <p:cNvPr id="5" name="Picture 4" descr="Story pin image">
            <a:extLst>
              <a:ext uri="{FF2B5EF4-FFF2-40B4-BE49-F238E27FC236}">
                <a16:creationId xmlns:a16="http://schemas.microsoft.com/office/drawing/2014/main" id="{638ACEDD-4BB5-7F5E-1E6C-4B1BE7F426B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72164" y="1018368"/>
            <a:ext cx="275199" cy="286057"/>
          </a:xfrm>
          <a:prstGeom prst="rect">
            <a:avLst/>
          </a:prstGeom>
        </p:spPr>
      </p:pic>
      <p:pic>
        <p:nvPicPr>
          <p:cNvPr id="6" name="Picture 5" descr="This may contain: a pink hello kitty wallpaper with the word hello kitty on it's side">
            <a:extLst>
              <a:ext uri="{FF2B5EF4-FFF2-40B4-BE49-F238E27FC236}">
                <a16:creationId xmlns:a16="http://schemas.microsoft.com/office/drawing/2014/main" id="{0026CF51-8338-974C-B0F5-6D4FA23EDA2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751347" y="1463290"/>
            <a:ext cx="316832" cy="3060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AFD70E-186B-E6EF-D62E-1BDD96231F7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772164" y="1958825"/>
            <a:ext cx="305794" cy="3057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0"/>
          <p:cNvSpPr/>
          <p:nvPr/>
        </p:nvSpPr>
        <p:spPr>
          <a:xfrm>
            <a:off x="5019125" y="3037500"/>
            <a:ext cx="3249300" cy="1489800"/>
          </a:xfrm>
          <a:prstGeom prst="roundRect">
            <a:avLst>
              <a:gd name="adj" fmla="val 17283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30"/>
          <p:cNvSpPr/>
          <p:nvPr/>
        </p:nvSpPr>
        <p:spPr>
          <a:xfrm>
            <a:off x="5019125" y="1379625"/>
            <a:ext cx="3249300" cy="1489800"/>
          </a:xfrm>
          <a:prstGeom prst="roundRect">
            <a:avLst>
              <a:gd name="adj" fmla="val 17283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30"/>
          <p:cNvSpPr/>
          <p:nvPr/>
        </p:nvSpPr>
        <p:spPr>
          <a:xfrm>
            <a:off x="1593950" y="3037500"/>
            <a:ext cx="3249300" cy="1489800"/>
          </a:xfrm>
          <a:prstGeom prst="roundRect">
            <a:avLst>
              <a:gd name="adj" fmla="val 17283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30"/>
          <p:cNvSpPr/>
          <p:nvPr/>
        </p:nvSpPr>
        <p:spPr>
          <a:xfrm>
            <a:off x="1593950" y="1379625"/>
            <a:ext cx="3249300" cy="1489800"/>
          </a:xfrm>
          <a:prstGeom prst="roundRect">
            <a:avLst>
              <a:gd name="adj" fmla="val 17283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30"/>
          <p:cNvSpPr txBox="1">
            <a:spLocks noGrp="1"/>
          </p:cNvSpPr>
          <p:nvPr>
            <p:ph type="title" idx="15"/>
          </p:nvPr>
        </p:nvSpPr>
        <p:spPr>
          <a:xfrm>
            <a:off x="1998350" y="540000"/>
            <a:ext cx="6425700" cy="47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290" name="Google Shape;290;p30"/>
          <p:cNvSpPr txBox="1">
            <a:spLocks noGrp="1"/>
          </p:cNvSpPr>
          <p:nvPr>
            <p:ph type="subTitle" idx="1"/>
          </p:nvPr>
        </p:nvSpPr>
        <p:spPr>
          <a:xfrm>
            <a:off x="2785388" y="1959950"/>
            <a:ext cx="1984800" cy="764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Why genre can’t predict mood</a:t>
            </a:r>
            <a:endParaRPr/>
          </a:p>
        </p:txBody>
      </p:sp>
      <p:sp>
        <p:nvSpPr>
          <p:cNvPr id="291" name="Google Shape;291;p30"/>
          <p:cNvSpPr txBox="1">
            <a:spLocks noGrp="1"/>
          </p:cNvSpPr>
          <p:nvPr>
            <p:ph type="subTitle" idx="2"/>
          </p:nvPr>
        </p:nvSpPr>
        <p:spPr>
          <a:xfrm>
            <a:off x="2785388" y="1574850"/>
            <a:ext cx="1984800" cy="417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292" name="Google Shape;292;p30"/>
          <p:cNvSpPr txBox="1">
            <a:spLocks noGrp="1"/>
          </p:cNvSpPr>
          <p:nvPr>
            <p:ph type="subTitle" idx="3"/>
          </p:nvPr>
        </p:nvSpPr>
        <p:spPr>
          <a:xfrm>
            <a:off x="6210575" y="1959950"/>
            <a:ext cx="1984800" cy="764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Audio features, cleaning, and what the data shows</a:t>
            </a:r>
            <a:endParaRPr/>
          </a:p>
        </p:txBody>
      </p:sp>
      <p:sp>
        <p:nvSpPr>
          <p:cNvPr id="293" name="Google Shape;293;p30"/>
          <p:cNvSpPr txBox="1">
            <a:spLocks noGrp="1"/>
          </p:cNvSpPr>
          <p:nvPr>
            <p:ph type="subTitle" idx="4"/>
          </p:nvPr>
        </p:nvSpPr>
        <p:spPr>
          <a:xfrm>
            <a:off x="6210575" y="1574850"/>
            <a:ext cx="1984800" cy="417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Data &amp; EDA</a:t>
            </a:r>
            <a:endParaRPr/>
          </a:p>
        </p:txBody>
      </p:sp>
      <p:sp>
        <p:nvSpPr>
          <p:cNvPr id="294" name="Google Shape;294;p30"/>
          <p:cNvSpPr txBox="1">
            <a:spLocks noGrp="1"/>
          </p:cNvSpPr>
          <p:nvPr>
            <p:ph type="subTitle" idx="5"/>
          </p:nvPr>
        </p:nvSpPr>
        <p:spPr>
          <a:xfrm>
            <a:off x="2785388" y="3610100"/>
            <a:ext cx="1984800" cy="764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K-Means vs. DBSCAN vs. Agglomerative</a:t>
            </a:r>
            <a:endParaRPr/>
          </a:p>
        </p:txBody>
      </p:sp>
      <p:sp>
        <p:nvSpPr>
          <p:cNvPr id="295" name="Google Shape;295;p30"/>
          <p:cNvSpPr txBox="1">
            <a:spLocks noGrp="1"/>
          </p:cNvSpPr>
          <p:nvPr>
            <p:ph type="subTitle" idx="6"/>
          </p:nvPr>
        </p:nvSpPr>
        <p:spPr>
          <a:xfrm>
            <a:off x="2785388" y="3225000"/>
            <a:ext cx="1984800" cy="417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Modeling</a:t>
            </a:r>
            <a:endParaRPr/>
          </a:p>
        </p:txBody>
      </p:sp>
      <p:sp>
        <p:nvSpPr>
          <p:cNvPr id="296" name="Google Shape;296;p30"/>
          <p:cNvSpPr txBox="1">
            <a:spLocks noGrp="1"/>
          </p:cNvSpPr>
          <p:nvPr>
            <p:ph type="subTitle" idx="7"/>
          </p:nvPr>
        </p:nvSpPr>
        <p:spPr>
          <a:xfrm>
            <a:off x="6210575" y="3610100"/>
            <a:ext cx="1984800" cy="764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Single-track prediction, radar chart, playlist</a:t>
            </a:r>
            <a:endParaRPr/>
          </a:p>
        </p:txBody>
      </p:sp>
      <p:sp>
        <p:nvSpPr>
          <p:cNvPr id="297" name="Google Shape;297;p30"/>
          <p:cNvSpPr txBox="1">
            <a:spLocks noGrp="1"/>
          </p:cNvSpPr>
          <p:nvPr>
            <p:ph type="subTitle" idx="8"/>
          </p:nvPr>
        </p:nvSpPr>
        <p:spPr>
          <a:xfrm>
            <a:off x="6210575" y="3225000"/>
            <a:ext cx="1984800" cy="417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Live Demo</a:t>
            </a:r>
            <a:endParaRPr/>
          </a:p>
        </p:txBody>
      </p:sp>
      <p:sp>
        <p:nvSpPr>
          <p:cNvPr id="298" name="Google Shape;298;p30"/>
          <p:cNvSpPr txBox="1">
            <a:spLocks noGrp="1"/>
          </p:cNvSpPr>
          <p:nvPr>
            <p:ph type="title"/>
          </p:nvPr>
        </p:nvSpPr>
        <p:spPr>
          <a:xfrm>
            <a:off x="1666963" y="1574850"/>
            <a:ext cx="961800" cy="5097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99" name="Google Shape;299;p30"/>
          <p:cNvSpPr txBox="1">
            <a:spLocks noGrp="1"/>
          </p:cNvSpPr>
          <p:nvPr>
            <p:ph type="title" idx="9"/>
          </p:nvPr>
        </p:nvSpPr>
        <p:spPr>
          <a:xfrm>
            <a:off x="5092175" y="1574850"/>
            <a:ext cx="961800" cy="5097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00" name="Google Shape;300;p30"/>
          <p:cNvSpPr txBox="1">
            <a:spLocks noGrp="1"/>
          </p:cNvSpPr>
          <p:nvPr>
            <p:ph type="title" idx="13"/>
          </p:nvPr>
        </p:nvSpPr>
        <p:spPr>
          <a:xfrm>
            <a:off x="1666963" y="3225000"/>
            <a:ext cx="961800" cy="5097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01" name="Google Shape;301;p30"/>
          <p:cNvSpPr txBox="1">
            <a:spLocks noGrp="1"/>
          </p:cNvSpPr>
          <p:nvPr>
            <p:ph type="title" idx="14"/>
          </p:nvPr>
        </p:nvSpPr>
        <p:spPr>
          <a:xfrm>
            <a:off x="5092175" y="3225000"/>
            <a:ext cx="961800" cy="5097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302" name="Google Shape;302;p30"/>
          <p:cNvGrpSpPr/>
          <p:nvPr/>
        </p:nvGrpSpPr>
        <p:grpSpPr>
          <a:xfrm>
            <a:off x="729625" y="552000"/>
            <a:ext cx="1212882" cy="1293525"/>
            <a:chOff x="729625" y="552000"/>
            <a:chExt cx="1212882" cy="1293525"/>
          </a:xfrm>
        </p:grpSpPr>
        <p:sp>
          <p:nvSpPr>
            <p:cNvPr id="303" name="Google Shape;303;p30"/>
            <p:cNvSpPr/>
            <p:nvPr/>
          </p:nvSpPr>
          <p:spPr>
            <a:xfrm>
              <a:off x="729625" y="552000"/>
              <a:ext cx="98100" cy="98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0"/>
            <p:cNvSpPr/>
            <p:nvPr/>
          </p:nvSpPr>
          <p:spPr>
            <a:xfrm>
              <a:off x="882900" y="552000"/>
              <a:ext cx="98100" cy="98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0"/>
            <p:cNvSpPr/>
            <p:nvPr/>
          </p:nvSpPr>
          <p:spPr>
            <a:xfrm>
              <a:off x="1036175" y="552000"/>
              <a:ext cx="98100" cy="98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30"/>
            <p:cNvSpPr/>
            <p:nvPr/>
          </p:nvSpPr>
          <p:spPr>
            <a:xfrm>
              <a:off x="1379968" y="618464"/>
              <a:ext cx="255633" cy="250348"/>
            </a:xfrm>
            <a:custGeom>
              <a:avLst/>
              <a:gdLst/>
              <a:ahLst/>
              <a:cxnLst/>
              <a:rect l="l" t="t" r="r" b="b"/>
              <a:pathLst>
                <a:path w="11027" h="10799" extrusionOk="0">
                  <a:moveTo>
                    <a:pt x="5504" y="1"/>
                  </a:moveTo>
                  <a:cubicBezTo>
                    <a:pt x="5436" y="1"/>
                    <a:pt x="5367" y="2"/>
                    <a:pt x="5298" y="4"/>
                  </a:cubicBezTo>
                  <a:cubicBezTo>
                    <a:pt x="2331" y="130"/>
                    <a:pt x="1" y="2639"/>
                    <a:pt x="126" y="5621"/>
                  </a:cubicBezTo>
                  <a:cubicBezTo>
                    <a:pt x="234" y="8525"/>
                    <a:pt x="2618" y="10799"/>
                    <a:pt x="5498" y="10799"/>
                  </a:cubicBezTo>
                  <a:cubicBezTo>
                    <a:pt x="5575" y="10799"/>
                    <a:pt x="5652" y="10797"/>
                    <a:pt x="5729" y="10794"/>
                  </a:cubicBezTo>
                  <a:cubicBezTo>
                    <a:pt x="8710" y="10683"/>
                    <a:pt x="11027" y="8173"/>
                    <a:pt x="10916" y="5191"/>
                  </a:cubicBezTo>
                  <a:cubicBezTo>
                    <a:pt x="10793" y="2279"/>
                    <a:pt x="8395" y="1"/>
                    <a:pt x="55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0"/>
            <p:cNvSpPr/>
            <p:nvPr/>
          </p:nvSpPr>
          <p:spPr>
            <a:xfrm>
              <a:off x="1483960" y="686786"/>
              <a:ext cx="47650" cy="117350"/>
            </a:xfrm>
            <a:custGeom>
              <a:avLst/>
              <a:gdLst/>
              <a:ahLst/>
              <a:cxnLst/>
              <a:rect l="l" t="t" r="r" b="b"/>
              <a:pathLst>
                <a:path w="1906" h="4694" extrusionOk="0">
                  <a:moveTo>
                    <a:pt x="1906" y="0"/>
                  </a:moveTo>
                  <a:lnTo>
                    <a:pt x="0" y="2347"/>
                  </a:lnTo>
                  <a:lnTo>
                    <a:pt x="1857" y="4694"/>
                  </a:ln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" name="Google Shape;308;p30"/>
            <p:cNvSpPr/>
            <p:nvPr/>
          </p:nvSpPr>
          <p:spPr>
            <a:xfrm flipH="1">
              <a:off x="1686874" y="618464"/>
              <a:ext cx="255633" cy="250348"/>
            </a:xfrm>
            <a:custGeom>
              <a:avLst/>
              <a:gdLst/>
              <a:ahLst/>
              <a:cxnLst/>
              <a:rect l="l" t="t" r="r" b="b"/>
              <a:pathLst>
                <a:path w="11027" h="10799" extrusionOk="0">
                  <a:moveTo>
                    <a:pt x="5504" y="1"/>
                  </a:moveTo>
                  <a:cubicBezTo>
                    <a:pt x="5436" y="1"/>
                    <a:pt x="5367" y="2"/>
                    <a:pt x="5298" y="4"/>
                  </a:cubicBezTo>
                  <a:cubicBezTo>
                    <a:pt x="2331" y="130"/>
                    <a:pt x="1" y="2639"/>
                    <a:pt x="126" y="5621"/>
                  </a:cubicBezTo>
                  <a:cubicBezTo>
                    <a:pt x="234" y="8525"/>
                    <a:pt x="2618" y="10799"/>
                    <a:pt x="5498" y="10799"/>
                  </a:cubicBezTo>
                  <a:cubicBezTo>
                    <a:pt x="5575" y="10799"/>
                    <a:pt x="5652" y="10797"/>
                    <a:pt x="5729" y="10794"/>
                  </a:cubicBezTo>
                  <a:cubicBezTo>
                    <a:pt x="8710" y="10683"/>
                    <a:pt x="11027" y="8173"/>
                    <a:pt x="10916" y="5191"/>
                  </a:cubicBezTo>
                  <a:cubicBezTo>
                    <a:pt x="10793" y="2279"/>
                    <a:pt x="8395" y="1"/>
                    <a:pt x="55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0"/>
            <p:cNvSpPr/>
            <p:nvPr/>
          </p:nvSpPr>
          <p:spPr>
            <a:xfrm flipH="1">
              <a:off x="1790866" y="686786"/>
              <a:ext cx="47650" cy="117350"/>
            </a:xfrm>
            <a:custGeom>
              <a:avLst/>
              <a:gdLst/>
              <a:ahLst/>
              <a:cxnLst/>
              <a:rect l="l" t="t" r="r" b="b"/>
              <a:pathLst>
                <a:path w="1906" h="4694" extrusionOk="0">
                  <a:moveTo>
                    <a:pt x="1906" y="0"/>
                  </a:moveTo>
                  <a:lnTo>
                    <a:pt x="0" y="2347"/>
                  </a:lnTo>
                  <a:lnTo>
                    <a:pt x="1857" y="4694"/>
                  </a:ln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326" name="Google Shape;326;p30"/>
            <p:cNvCxnSpPr/>
            <p:nvPr/>
          </p:nvCxnSpPr>
          <p:spPr>
            <a:xfrm>
              <a:off x="729625" y="1355100"/>
              <a:ext cx="255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7" name="Google Shape;327;p30"/>
            <p:cNvCxnSpPr/>
            <p:nvPr/>
          </p:nvCxnSpPr>
          <p:spPr>
            <a:xfrm>
              <a:off x="729625" y="1845525"/>
              <a:ext cx="255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28" name="Google Shape;328;p30"/>
          <p:cNvGrpSpPr/>
          <p:nvPr/>
        </p:nvGrpSpPr>
        <p:grpSpPr>
          <a:xfrm>
            <a:off x="1770356" y="2444030"/>
            <a:ext cx="240229" cy="233993"/>
            <a:chOff x="5548725" y="1996100"/>
            <a:chExt cx="275650" cy="269950"/>
          </a:xfrm>
        </p:grpSpPr>
        <p:sp>
          <p:nvSpPr>
            <p:cNvPr id="329" name="Google Shape;329;p30"/>
            <p:cNvSpPr/>
            <p:nvPr/>
          </p:nvSpPr>
          <p:spPr>
            <a:xfrm>
              <a:off x="5548725" y="1996100"/>
              <a:ext cx="275650" cy="269950"/>
            </a:xfrm>
            <a:custGeom>
              <a:avLst/>
              <a:gdLst/>
              <a:ahLst/>
              <a:cxnLst/>
              <a:rect l="l" t="t" r="r" b="b"/>
              <a:pathLst>
                <a:path w="11026" h="10798" extrusionOk="0">
                  <a:moveTo>
                    <a:pt x="5503" y="1"/>
                  </a:moveTo>
                  <a:cubicBezTo>
                    <a:pt x="5435" y="1"/>
                    <a:pt x="5367" y="2"/>
                    <a:pt x="5298" y="4"/>
                  </a:cubicBezTo>
                  <a:cubicBezTo>
                    <a:pt x="2330" y="130"/>
                    <a:pt x="0" y="2639"/>
                    <a:pt x="126" y="5607"/>
                  </a:cubicBezTo>
                  <a:cubicBezTo>
                    <a:pt x="247" y="8521"/>
                    <a:pt x="2646" y="10798"/>
                    <a:pt x="5524" y="10798"/>
                  </a:cubicBezTo>
                  <a:cubicBezTo>
                    <a:pt x="5592" y="10798"/>
                    <a:pt x="5660" y="10796"/>
                    <a:pt x="5728" y="10794"/>
                  </a:cubicBezTo>
                  <a:cubicBezTo>
                    <a:pt x="8709" y="10670"/>
                    <a:pt x="11026" y="8159"/>
                    <a:pt x="10915" y="5191"/>
                  </a:cubicBezTo>
                  <a:cubicBezTo>
                    <a:pt x="10792" y="2279"/>
                    <a:pt x="8394" y="1"/>
                    <a:pt x="5503" y="1"/>
                  </a:cubicBezTo>
                  <a:close/>
                </a:path>
              </a:pathLst>
            </a:custGeom>
            <a:solidFill>
              <a:srgbClr val="FF6A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0"/>
            <p:cNvSpPr/>
            <p:nvPr/>
          </p:nvSpPr>
          <p:spPr>
            <a:xfrm>
              <a:off x="5652025" y="2075800"/>
              <a:ext cx="100250" cy="122700"/>
            </a:xfrm>
            <a:custGeom>
              <a:avLst/>
              <a:gdLst/>
              <a:ahLst/>
              <a:cxnLst/>
              <a:rect l="l" t="t" r="r" b="b"/>
              <a:pathLst>
                <a:path w="4010" h="4908" extrusionOk="0">
                  <a:moveTo>
                    <a:pt x="30" y="1"/>
                  </a:moveTo>
                  <a:cubicBezTo>
                    <a:pt x="16" y="1"/>
                    <a:pt x="1" y="14"/>
                    <a:pt x="1" y="34"/>
                  </a:cubicBezTo>
                  <a:lnTo>
                    <a:pt x="1" y="4874"/>
                  </a:lnTo>
                  <a:cubicBezTo>
                    <a:pt x="1" y="4895"/>
                    <a:pt x="16" y="4907"/>
                    <a:pt x="30" y="4907"/>
                  </a:cubicBezTo>
                  <a:cubicBezTo>
                    <a:pt x="35" y="4907"/>
                    <a:pt x="39" y="4906"/>
                    <a:pt x="43" y="4902"/>
                  </a:cubicBezTo>
                  <a:lnTo>
                    <a:pt x="3995" y="2475"/>
                  </a:lnTo>
                  <a:cubicBezTo>
                    <a:pt x="4009" y="2461"/>
                    <a:pt x="4009" y="2447"/>
                    <a:pt x="3995" y="2434"/>
                  </a:cubicBezTo>
                  <a:lnTo>
                    <a:pt x="43" y="6"/>
                  </a:lnTo>
                  <a:cubicBezTo>
                    <a:pt x="39" y="3"/>
                    <a:pt x="35" y="1"/>
                    <a:pt x="30" y="1"/>
                  </a:cubicBezTo>
                  <a:close/>
                </a:path>
              </a:pathLst>
            </a:custGeom>
            <a:solidFill>
              <a:srgbClr val="E8EA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1" name="Google Shape;331;p30"/>
          <p:cNvSpPr txBox="1"/>
          <p:nvPr/>
        </p:nvSpPr>
        <p:spPr>
          <a:xfrm>
            <a:off x="2010575" y="2487963"/>
            <a:ext cx="5148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accent1"/>
              </a:solidFill>
              <a:latin typeface="Metrophobic"/>
              <a:ea typeface="Metrophobic"/>
              <a:cs typeface="Metrophobic"/>
              <a:sym typeface="Metrophobic"/>
            </a:endParaRPr>
          </a:p>
        </p:txBody>
      </p:sp>
      <p:grpSp>
        <p:nvGrpSpPr>
          <p:cNvPr id="332" name="Google Shape;332;p30"/>
          <p:cNvGrpSpPr/>
          <p:nvPr/>
        </p:nvGrpSpPr>
        <p:grpSpPr>
          <a:xfrm>
            <a:off x="1770356" y="4090280"/>
            <a:ext cx="240229" cy="233993"/>
            <a:chOff x="5548725" y="1996100"/>
            <a:chExt cx="275650" cy="269950"/>
          </a:xfrm>
        </p:grpSpPr>
        <p:sp>
          <p:nvSpPr>
            <p:cNvPr id="333" name="Google Shape;333;p30"/>
            <p:cNvSpPr/>
            <p:nvPr/>
          </p:nvSpPr>
          <p:spPr>
            <a:xfrm>
              <a:off x="5548725" y="1996100"/>
              <a:ext cx="275650" cy="269950"/>
            </a:xfrm>
            <a:custGeom>
              <a:avLst/>
              <a:gdLst/>
              <a:ahLst/>
              <a:cxnLst/>
              <a:rect l="l" t="t" r="r" b="b"/>
              <a:pathLst>
                <a:path w="11026" h="10798" extrusionOk="0">
                  <a:moveTo>
                    <a:pt x="5503" y="1"/>
                  </a:moveTo>
                  <a:cubicBezTo>
                    <a:pt x="5435" y="1"/>
                    <a:pt x="5367" y="2"/>
                    <a:pt x="5298" y="4"/>
                  </a:cubicBezTo>
                  <a:cubicBezTo>
                    <a:pt x="2330" y="130"/>
                    <a:pt x="0" y="2639"/>
                    <a:pt x="126" y="5607"/>
                  </a:cubicBezTo>
                  <a:cubicBezTo>
                    <a:pt x="247" y="8521"/>
                    <a:pt x="2646" y="10798"/>
                    <a:pt x="5524" y="10798"/>
                  </a:cubicBezTo>
                  <a:cubicBezTo>
                    <a:pt x="5592" y="10798"/>
                    <a:pt x="5660" y="10796"/>
                    <a:pt x="5728" y="10794"/>
                  </a:cubicBezTo>
                  <a:cubicBezTo>
                    <a:pt x="8709" y="10670"/>
                    <a:pt x="11026" y="8159"/>
                    <a:pt x="10915" y="5191"/>
                  </a:cubicBezTo>
                  <a:cubicBezTo>
                    <a:pt x="10792" y="2279"/>
                    <a:pt x="8394" y="1"/>
                    <a:pt x="5503" y="1"/>
                  </a:cubicBezTo>
                  <a:close/>
                </a:path>
              </a:pathLst>
            </a:custGeom>
            <a:solidFill>
              <a:srgbClr val="FF6A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0"/>
            <p:cNvSpPr/>
            <p:nvPr/>
          </p:nvSpPr>
          <p:spPr>
            <a:xfrm>
              <a:off x="5652025" y="2075800"/>
              <a:ext cx="100250" cy="122700"/>
            </a:xfrm>
            <a:custGeom>
              <a:avLst/>
              <a:gdLst/>
              <a:ahLst/>
              <a:cxnLst/>
              <a:rect l="l" t="t" r="r" b="b"/>
              <a:pathLst>
                <a:path w="4010" h="4908" extrusionOk="0">
                  <a:moveTo>
                    <a:pt x="30" y="1"/>
                  </a:moveTo>
                  <a:cubicBezTo>
                    <a:pt x="16" y="1"/>
                    <a:pt x="1" y="14"/>
                    <a:pt x="1" y="34"/>
                  </a:cubicBezTo>
                  <a:lnTo>
                    <a:pt x="1" y="4874"/>
                  </a:lnTo>
                  <a:cubicBezTo>
                    <a:pt x="1" y="4895"/>
                    <a:pt x="16" y="4907"/>
                    <a:pt x="30" y="4907"/>
                  </a:cubicBezTo>
                  <a:cubicBezTo>
                    <a:pt x="35" y="4907"/>
                    <a:pt x="39" y="4906"/>
                    <a:pt x="43" y="4902"/>
                  </a:cubicBezTo>
                  <a:lnTo>
                    <a:pt x="3995" y="2475"/>
                  </a:lnTo>
                  <a:cubicBezTo>
                    <a:pt x="4009" y="2461"/>
                    <a:pt x="4009" y="2447"/>
                    <a:pt x="3995" y="2434"/>
                  </a:cubicBezTo>
                  <a:lnTo>
                    <a:pt x="43" y="6"/>
                  </a:lnTo>
                  <a:cubicBezTo>
                    <a:pt x="39" y="3"/>
                    <a:pt x="35" y="1"/>
                    <a:pt x="30" y="1"/>
                  </a:cubicBezTo>
                  <a:close/>
                </a:path>
              </a:pathLst>
            </a:custGeom>
            <a:solidFill>
              <a:srgbClr val="E8EA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5" name="Google Shape;335;p30"/>
          <p:cNvSpPr txBox="1"/>
          <p:nvPr/>
        </p:nvSpPr>
        <p:spPr>
          <a:xfrm>
            <a:off x="2010575" y="4134213"/>
            <a:ext cx="5148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accent1"/>
              </a:solidFill>
              <a:latin typeface="Metrophobic"/>
              <a:ea typeface="Metrophobic"/>
              <a:cs typeface="Metrophobic"/>
              <a:sym typeface="Metrophobic"/>
            </a:endParaRPr>
          </a:p>
        </p:txBody>
      </p:sp>
      <p:grpSp>
        <p:nvGrpSpPr>
          <p:cNvPr id="336" name="Google Shape;336;p30"/>
          <p:cNvGrpSpPr/>
          <p:nvPr/>
        </p:nvGrpSpPr>
        <p:grpSpPr>
          <a:xfrm>
            <a:off x="5195568" y="2444030"/>
            <a:ext cx="240229" cy="233993"/>
            <a:chOff x="5548725" y="1996100"/>
            <a:chExt cx="275650" cy="269950"/>
          </a:xfrm>
        </p:grpSpPr>
        <p:sp>
          <p:nvSpPr>
            <p:cNvPr id="337" name="Google Shape;337;p30"/>
            <p:cNvSpPr/>
            <p:nvPr/>
          </p:nvSpPr>
          <p:spPr>
            <a:xfrm>
              <a:off x="5548725" y="1996100"/>
              <a:ext cx="275650" cy="269950"/>
            </a:xfrm>
            <a:custGeom>
              <a:avLst/>
              <a:gdLst/>
              <a:ahLst/>
              <a:cxnLst/>
              <a:rect l="l" t="t" r="r" b="b"/>
              <a:pathLst>
                <a:path w="11026" h="10798" extrusionOk="0">
                  <a:moveTo>
                    <a:pt x="5503" y="1"/>
                  </a:moveTo>
                  <a:cubicBezTo>
                    <a:pt x="5435" y="1"/>
                    <a:pt x="5367" y="2"/>
                    <a:pt x="5298" y="4"/>
                  </a:cubicBezTo>
                  <a:cubicBezTo>
                    <a:pt x="2330" y="130"/>
                    <a:pt x="0" y="2639"/>
                    <a:pt x="126" y="5607"/>
                  </a:cubicBezTo>
                  <a:cubicBezTo>
                    <a:pt x="247" y="8521"/>
                    <a:pt x="2646" y="10798"/>
                    <a:pt x="5524" y="10798"/>
                  </a:cubicBezTo>
                  <a:cubicBezTo>
                    <a:pt x="5592" y="10798"/>
                    <a:pt x="5660" y="10796"/>
                    <a:pt x="5728" y="10794"/>
                  </a:cubicBezTo>
                  <a:cubicBezTo>
                    <a:pt x="8709" y="10670"/>
                    <a:pt x="11026" y="8159"/>
                    <a:pt x="10915" y="5191"/>
                  </a:cubicBezTo>
                  <a:cubicBezTo>
                    <a:pt x="10792" y="2279"/>
                    <a:pt x="8394" y="1"/>
                    <a:pt x="5503" y="1"/>
                  </a:cubicBezTo>
                  <a:close/>
                </a:path>
              </a:pathLst>
            </a:custGeom>
            <a:solidFill>
              <a:srgbClr val="FF6A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0"/>
            <p:cNvSpPr/>
            <p:nvPr/>
          </p:nvSpPr>
          <p:spPr>
            <a:xfrm>
              <a:off x="5652025" y="2075800"/>
              <a:ext cx="100250" cy="122700"/>
            </a:xfrm>
            <a:custGeom>
              <a:avLst/>
              <a:gdLst/>
              <a:ahLst/>
              <a:cxnLst/>
              <a:rect l="l" t="t" r="r" b="b"/>
              <a:pathLst>
                <a:path w="4010" h="4908" extrusionOk="0">
                  <a:moveTo>
                    <a:pt x="30" y="1"/>
                  </a:moveTo>
                  <a:cubicBezTo>
                    <a:pt x="16" y="1"/>
                    <a:pt x="1" y="14"/>
                    <a:pt x="1" y="34"/>
                  </a:cubicBezTo>
                  <a:lnTo>
                    <a:pt x="1" y="4874"/>
                  </a:lnTo>
                  <a:cubicBezTo>
                    <a:pt x="1" y="4895"/>
                    <a:pt x="16" y="4907"/>
                    <a:pt x="30" y="4907"/>
                  </a:cubicBezTo>
                  <a:cubicBezTo>
                    <a:pt x="35" y="4907"/>
                    <a:pt x="39" y="4906"/>
                    <a:pt x="43" y="4902"/>
                  </a:cubicBezTo>
                  <a:lnTo>
                    <a:pt x="3995" y="2475"/>
                  </a:lnTo>
                  <a:cubicBezTo>
                    <a:pt x="4009" y="2461"/>
                    <a:pt x="4009" y="2447"/>
                    <a:pt x="3995" y="2434"/>
                  </a:cubicBezTo>
                  <a:lnTo>
                    <a:pt x="43" y="6"/>
                  </a:lnTo>
                  <a:cubicBezTo>
                    <a:pt x="39" y="3"/>
                    <a:pt x="35" y="1"/>
                    <a:pt x="30" y="1"/>
                  </a:cubicBezTo>
                  <a:close/>
                </a:path>
              </a:pathLst>
            </a:custGeom>
            <a:solidFill>
              <a:srgbClr val="E8EA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9" name="Google Shape;339;p30"/>
          <p:cNvSpPr txBox="1"/>
          <p:nvPr/>
        </p:nvSpPr>
        <p:spPr>
          <a:xfrm>
            <a:off x="5435788" y="2487963"/>
            <a:ext cx="5148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accent1"/>
              </a:solidFill>
              <a:latin typeface="Metrophobic"/>
              <a:ea typeface="Metrophobic"/>
              <a:cs typeface="Metrophobic"/>
              <a:sym typeface="Metrophobic"/>
            </a:endParaRPr>
          </a:p>
        </p:txBody>
      </p:sp>
      <p:grpSp>
        <p:nvGrpSpPr>
          <p:cNvPr id="340" name="Google Shape;340;p30"/>
          <p:cNvGrpSpPr/>
          <p:nvPr/>
        </p:nvGrpSpPr>
        <p:grpSpPr>
          <a:xfrm>
            <a:off x="5195568" y="4090280"/>
            <a:ext cx="240229" cy="233993"/>
            <a:chOff x="5548725" y="1996100"/>
            <a:chExt cx="275650" cy="269950"/>
          </a:xfrm>
        </p:grpSpPr>
        <p:sp>
          <p:nvSpPr>
            <p:cNvPr id="341" name="Google Shape;341;p30"/>
            <p:cNvSpPr/>
            <p:nvPr/>
          </p:nvSpPr>
          <p:spPr>
            <a:xfrm>
              <a:off x="5548725" y="1996100"/>
              <a:ext cx="275650" cy="269950"/>
            </a:xfrm>
            <a:custGeom>
              <a:avLst/>
              <a:gdLst/>
              <a:ahLst/>
              <a:cxnLst/>
              <a:rect l="l" t="t" r="r" b="b"/>
              <a:pathLst>
                <a:path w="11026" h="10798" extrusionOk="0">
                  <a:moveTo>
                    <a:pt x="5503" y="1"/>
                  </a:moveTo>
                  <a:cubicBezTo>
                    <a:pt x="5435" y="1"/>
                    <a:pt x="5367" y="2"/>
                    <a:pt x="5298" y="4"/>
                  </a:cubicBezTo>
                  <a:cubicBezTo>
                    <a:pt x="2330" y="130"/>
                    <a:pt x="0" y="2639"/>
                    <a:pt x="126" y="5607"/>
                  </a:cubicBezTo>
                  <a:cubicBezTo>
                    <a:pt x="247" y="8521"/>
                    <a:pt x="2646" y="10798"/>
                    <a:pt x="5524" y="10798"/>
                  </a:cubicBezTo>
                  <a:cubicBezTo>
                    <a:pt x="5592" y="10798"/>
                    <a:pt x="5660" y="10796"/>
                    <a:pt x="5728" y="10794"/>
                  </a:cubicBezTo>
                  <a:cubicBezTo>
                    <a:pt x="8709" y="10670"/>
                    <a:pt x="11026" y="8159"/>
                    <a:pt x="10915" y="5191"/>
                  </a:cubicBezTo>
                  <a:cubicBezTo>
                    <a:pt x="10792" y="2279"/>
                    <a:pt x="8394" y="1"/>
                    <a:pt x="5503" y="1"/>
                  </a:cubicBezTo>
                  <a:close/>
                </a:path>
              </a:pathLst>
            </a:custGeom>
            <a:solidFill>
              <a:srgbClr val="FF6A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0"/>
            <p:cNvSpPr/>
            <p:nvPr/>
          </p:nvSpPr>
          <p:spPr>
            <a:xfrm>
              <a:off x="5652025" y="2075800"/>
              <a:ext cx="100250" cy="122700"/>
            </a:xfrm>
            <a:custGeom>
              <a:avLst/>
              <a:gdLst/>
              <a:ahLst/>
              <a:cxnLst/>
              <a:rect l="l" t="t" r="r" b="b"/>
              <a:pathLst>
                <a:path w="4010" h="4908" extrusionOk="0">
                  <a:moveTo>
                    <a:pt x="30" y="1"/>
                  </a:moveTo>
                  <a:cubicBezTo>
                    <a:pt x="16" y="1"/>
                    <a:pt x="1" y="14"/>
                    <a:pt x="1" y="34"/>
                  </a:cubicBezTo>
                  <a:lnTo>
                    <a:pt x="1" y="4874"/>
                  </a:lnTo>
                  <a:cubicBezTo>
                    <a:pt x="1" y="4895"/>
                    <a:pt x="16" y="4907"/>
                    <a:pt x="30" y="4907"/>
                  </a:cubicBezTo>
                  <a:cubicBezTo>
                    <a:pt x="35" y="4907"/>
                    <a:pt x="39" y="4906"/>
                    <a:pt x="43" y="4902"/>
                  </a:cubicBezTo>
                  <a:lnTo>
                    <a:pt x="3995" y="2475"/>
                  </a:lnTo>
                  <a:cubicBezTo>
                    <a:pt x="4009" y="2461"/>
                    <a:pt x="4009" y="2447"/>
                    <a:pt x="3995" y="2434"/>
                  </a:cubicBezTo>
                  <a:lnTo>
                    <a:pt x="43" y="6"/>
                  </a:lnTo>
                  <a:cubicBezTo>
                    <a:pt x="39" y="3"/>
                    <a:pt x="35" y="1"/>
                    <a:pt x="30" y="1"/>
                  </a:cubicBezTo>
                  <a:close/>
                </a:path>
              </a:pathLst>
            </a:custGeom>
            <a:solidFill>
              <a:srgbClr val="E8EA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3" name="Google Shape;343;p30"/>
          <p:cNvSpPr txBox="1"/>
          <p:nvPr/>
        </p:nvSpPr>
        <p:spPr>
          <a:xfrm>
            <a:off x="5435788" y="4134213"/>
            <a:ext cx="5148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accent1"/>
              </a:solidFill>
              <a:latin typeface="Metrophobic"/>
              <a:ea typeface="Metrophobic"/>
              <a:cs typeface="Metrophobic"/>
              <a:sym typeface="Metrophobic"/>
            </a:endParaRPr>
          </a:p>
        </p:txBody>
      </p:sp>
      <p:pic>
        <p:nvPicPr>
          <p:cNvPr id="2" name="Picture 1" descr="This may contain: a cross stitch pattern of a white cat with pink spots on it's face">
            <a:extLst>
              <a:ext uri="{FF2B5EF4-FFF2-40B4-BE49-F238E27FC236}">
                <a16:creationId xmlns:a16="http://schemas.microsoft.com/office/drawing/2014/main" id="{21521591-556D-0B92-1604-3D54B5122C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94161" y="4026332"/>
            <a:ext cx="1130336" cy="1130336"/>
          </a:xfrm>
          <a:prstGeom prst="rect">
            <a:avLst/>
          </a:prstGeom>
        </p:spPr>
      </p:pic>
      <p:pic>
        <p:nvPicPr>
          <p:cNvPr id="4" name="Picture 3" descr="Story pin image">
            <a:extLst>
              <a:ext uri="{FF2B5EF4-FFF2-40B4-BE49-F238E27FC236}">
                <a16:creationId xmlns:a16="http://schemas.microsoft.com/office/drawing/2014/main" id="{0C404F34-737B-37B3-A235-FD2FD9581F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40310" y="1058776"/>
            <a:ext cx="275199" cy="286057"/>
          </a:xfrm>
          <a:prstGeom prst="rect">
            <a:avLst/>
          </a:prstGeom>
        </p:spPr>
      </p:pic>
      <p:pic>
        <p:nvPicPr>
          <p:cNvPr id="6" name="Picture 5" descr="This may contain: a pink hello kitty wallpaper with the word hello kitty on it's side">
            <a:extLst>
              <a:ext uri="{FF2B5EF4-FFF2-40B4-BE49-F238E27FC236}">
                <a16:creationId xmlns:a16="http://schemas.microsoft.com/office/drawing/2014/main" id="{C47B235D-8A2B-8232-8ABE-58EE884DD7C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17159" y="1467665"/>
            <a:ext cx="316832" cy="3060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B687908-4C52-A4B2-A8BF-69BEDB6B5B1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09715" y="1931653"/>
            <a:ext cx="305794" cy="30579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2"/>
          <p:cNvSpPr txBox="1">
            <a:spLocks noGrp="1"/>
          </p:cNvSpPr>
          <p:nvPr>
            <p:ph type="title"/>
          </p:nvPr>
        </p:nvSpPr>
        <p:spPr>
          <a:xfrm>
            <a:off x="1998350" y="540000"/>
            <a:ext cx="6425700" cy="47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 </a:t>
            </a:r>
            <a:endParaRPr/>
          </a:p>
        </p:txBody>
      </p:sp>
      <p:sp>
        <p:nvSpPr>
          <p:cNvPr id="402" name="Google Shape;402;p32"/>
          <p:cNvSpPr txBox="1">
            <a:spLocks noGrp="1"/>
          </p:cNvSpPr>
          <p:nvPr>
            <p:ph type="body" idx="1"/>
          </p:nvPr>
        </p:nvSpPr>
        <p:spPr>
          <a:xfrm>
            <a:off x="4068900" y="1479850"/>
            <a:ext cx="4355100" cy="25509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can’t we just use genre as “mood”?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Because genre is a weak proxy:</a:t>
            </a:r>
            <a:endParaRPr/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 single genre spans calm and intense tracks alike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real mood signal lives in the audio features, not the genre tag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So clustering has to run on audio features alone — unsupervised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Success = statistically separated AND interpretable clusters, validated on real tracks</a:t>
            </a:r>
            <a:endParaRPr/>
          </a:p>
        </p:txBody>
      </p:sp>
      <p:grpSp>
        <p:nvGrpSpPr>
          <p:cNvPr id="403" name="Google Shape;403;p32"/>
          <p:cNvGrpSpPr/>
          <p:nvPr/>
        </p:nvGrpSpPr>
        <p:grpSpPr>
          <a:xfrm>
            <a:off x="723837" y="552000"/>
            <a:ext cx="1218671" cy="1640915"/>
            <a:chOff x="723837" y="552000"/>
            <a:chExt cx="1218671" cy="1640915"/>
          </a:xfrm>
        </p:grpSpPr>
        <p:sp>
          <p:nvSpPr>
            <p:cNvPr id="404" name="Google Shape;404;p32"/>
            <p:cNvSpPr/>
            <p:nvPr/>
          </p:nvSpPr>
          <p:spPr>
            <a:xfrm>
              <a:off x="729625" y="552000"/>
              <a:ext cx="98100" cy="98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2"/>
            <p:cNvSpPr/>
            <p:nvPr/>
          </p:nvSpPr>
          <p:spPr>
            <a:xfrm>
              <a:off x="882900" y="552000"/>
              <a:ext cx="98100" cy="98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2"/>
            <p:cNvSpPr/>
            <p:nvPr/>
          </p:nvSpPr>
          <p:spPr>
            <a:xfrm>
              <a:off x="1036175" y="552000"/>
              <a:ext cx="98100" cy="98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2"/>
            <p:cNvSpPr/>
            <p:nvPr/>
          </p:nvSpPr>
          <p:spPr>
            <a:xfrm>
              <a:off x="1379968" y="618464"/>
              <a:ext cx="255633" cy="250348"/>
            </a:xfrm>
            <a:custGeom>
              <a:avLst/>
              <a:gdLst/>
              <a:ahLst/>
              <a:cxnLst/>
              <a:rect l="l" t="t" r="r" b="b"/>
              <a:pathLst>
                <a:path w="11027" h="10799" extrusionOk="0">
                  <a:moveTo>
                    <a:pt x="5504" y="1"/>
                  </a:moveTo>
                  <a:cubicBezTo>
                    <a:pt x="5436" y="1"/>
                    <a:pt x="5367" y="2"/>
                    <a:pt x="5298" y="4"/>
                  </a:cubicBezTo>
                  <a:cubicBezTo>
                    <a:pt x="2331" y="130"/>
                    <a:pt x="1" y="2639"/>
                    <a:pt x="126" y="5621"/>
                  </a:cubicBezTo>
                  <a:cubicBezTo>
                    <a:pt x="234" y="8525"/>
                    <a:pt x="2618" y="10799"/>
                    <a:pt x="5498" y="10799"/>
                  </a:cubicBezTo>
                  <a:cubicBezTo>
                    <a:pt x="5575" y="10799"/>
                    <a:pt x="5652" y="10797"/>
                    <a:pt x="5729" y="10794"/>
                  </a:cubicBezTo>
                  <a:cubicBezTo>
                    <a:pt x="8710" y="10683"/>
                    <a:pt x="11027" y="8173"/>
                    <a:pt x="10916" y="5191"/>
                  </a:cubicBezTo>
                  <a:cubicBezTo>
                    <a:pt x="10793" y="2279"/>
                    <a:pt x="8395" y="1"/>
                    <a:pt x="55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2"/>
            <p:cNvSpPr/>
            <p:nvPr/>
          </p:nvSpPr>
          <p:spPr>
            <a:xfrm>
              <a:off x="1483960" y="686786"/>
              <a:ext cx="47650" cy="117350"/>
            </a:xfrm>
            <a:custGeom>
              <a:avLst/>
              <a:gdLst/>
              <a:ahLst/>
              <a:cxnLst/>
              <a:rect l="l" t="t" r="r" b="b"/>
              <a:pathLst>
                <a:path w="1906" h="4694" extrusionOk="0">
                  <a:moveTo>
                    <a:pt x="1906" y="0"/>
                  </a:moveTo>
                  <a:lnTo>
                    <a:pt x="0" y="2347"/>
                  </a:lnTo>
                  <a:lnTo>
                    <a:pt x="1857" y="4694"/>
                  </a:ln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9" name="Google Shape;409;p32"/>
            <p:cNvSpPr/>
            <p:nvPr/>
          </p:nvSpPr>
          <p:spPr>
            <a:xfrm flipH="1">
              <a:off x="1686874" y="618464"/>
              <a:ext cx="255633" cy="250348"/>
            </a:xfrm>
            <a:custGeom>
              <a:avLst/>
              <a:gdLst/>
              <a:ahLst/>
              <a:cxnLst/>
              <a:rect l="l" t="t" r="r" b="b"/>
              <a:pathLst>
                <a:path w="11027" h="10799" extrusionOk="0">
                  <a:moveTo>
                    <a:pt x="5504" y="1"/>
                  </a:moveTo>
                  <a:cubicBezTo>
                    <a:pt x="5436" y="1"/>
                    <a:pt x="5367" y="2"/>
                    <a:pt x="5298" y="4"/>
                  </a:cubicBezTo>
                  <a:cubicBezTo>
                    <a:pt x="2331" y="130"/>
                    <a:pt x="1" y="2639"/>
                    <a:pt x="126" y="5621"/>
                  </a:cubicBezTo>
                  <a:cubicBezTo>
                    <a:pt x="234" y="8525"/>
                    <a:pt x="2618" y="10799"/>
                    <a:pt x="5498" y="10799"/>
                  </a:cubicBezTo>
                  <a:cubicBezTo>
                    <a:pt x="5575" y="10799"/>
                    <a:pt x="5652" y="10797"/>
                    <a:pt x="5729" y="10794"/>
                  </a:cubicBezTo>
                  <a:cubicBezTo>
                    <a:pt x="8710" y="10683"/>
                    <a:pt x="11027" y="8173"/>
                    <a:pt x="10916" y="5191"/>
                  </a:cubicBezTo>
                  <a:cubicBezTo>
                    <a:pt x="10793" y="2279"/>
                    <a:pt x="8395" y="1"/>
                    <a:pt x="55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2"/>
            <p:cNvSpPr/>
            <p:nvPr/>
          </p:nvSpPr>
          <p:spPr>
            <a:xfrm flipH="1">
              <a:off x="1790866" y="686786"/>
              <a:ext cx="47650" cy="117350"/>
            </a:xfrm>
            <a:custGeom>
              <a:avLst/>
              <a:gdLst/>
              <a:ahLst/>
              <a:cxnLst/>
              <a:rect l="l" t="t" r="r" b="b"/>
              <a:pathLst>
                <a:path w="1906" h="4694" extrusionOk="0">
                  <a:moveTo>
                    <a:pt x="1906" y="0"/>
                  </a:moveTo>
                  <a:lnTo>
                    <a:pt x="0" y="2347"/>
                  </a:lnTo>
                  <a:lnTo>
                    <a:pt x="1857" y="4694"/>
                  </a:ln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11" name="Google Shape;411;p32"/>
            <p:cNvGrpSpPr/>
            <p:nvPr/>
          </p:nvGrpSpPr>
          <p:grpSpPr>
            <a:xfrm>
              <a:off x="729630" y="1968358"/>
              <a:ext cx="255615" cy="224557"/>
              <a:chOff x="6184139" y="1980808"/>
              <a:chExt cx="451696" cy="396814"/>
            </a:xfrm>
          </p:grpSpPr>
          <p:sp>
            <p:nvSpPr>
              <p:cNvPr id="412" name="Google Shape;412;p32"/>
              <p:cNvSpPr/>
              <p:nvPr/>
            </p:nvSpPr>
            <p:spPr>
              <a:xfrm>
                <a:off x="6184139" y="1980808"/>
                <a:ext cx="451696" cy="396814"/>
              </a:xfrm>
              <a:custGeom>
                <a:avLst/>
                <a:gdLst/>
                <a:ahLst/>
                <a:cxnLst/>
                <a:rect l="l" t="t" r="r" b="b"/>
                <a:pathLst>
                  <a:path w="9473" h="8322" extrusionOk="0">
                    <a:moveTo>
                      <a:pt x="4272" y="361"/>
                    </a:moveTo>
                    <a:cubicBezTo>
                      <a:pt x="4675" y="361"/>
                      <a:pt x="5063" y="583"/>
                      <a:pt x="5257" y="943"/>
                    </a:cubicBezTo>
                    <a:cubicBezTo>
                      <a:pt x="5285" y="1013"/>
                      <a:pt x="5354" y="1041"/>
                      <a:pt x="5437" y="1041"/>
                    </a:cubicBezTo>
                    <a:cubicBezTo>
                      <a:pt x="5466" y="1038"/>
                      <a:pt x="5495" y="1036"/>
                      <a:pt x="5524" y="1036"/>
                    </a:cubicBezTo>
                    <a:cubicBezTo>
                      <a:pt x="5868" y="1036"/>
                      <a:pt x="6196" y="1263"/>
                      <a:pt x="6324" y="1596"/>
                    </a:cubicBezTo>
                    <a:cubicBezTo>
                      <a:pt x="6349" y="1657"/>
                      <a:pt x="6408" y="1709"/>
                      <a:pt x="6480" y="1709"/>
                    </a:cubicBezTo>
                    <a:cubicBezTo>
                      <a:pt x="6489" y="1709"/>
                      <a:pt x="6497" y="1708"/>
                      <a:pt x="6505" y="1707"/>
                    </a:cubicBezTo>
                    <a:cubicBezTo>
                      <a:pt x="6521" y="1705"/>
                      <a:pt x="6536" y="1704"/>
                      <a:pt x="6552" y="1704"/>
                    </a:cubicBezTo>
                    <a:cubicBezTo>
                      <a:pt x="6838" y="1704"/>
                      <a:pt x="7088" y="1944"/>
                      <a:pt x="7088" y="2234"/>
                    </a:cubicBezTo>
                    <a:cubicBezTo>
                      <a:pt x="7088" y="2524"/>
                      <a:pt x="6851" y="2760"/>
                      <a:pt x="6561" y="2760"/>
                    </a:cubicBezTo>
                    <a:lnTo>
                      <a:pt x="6311" y="2760"/>
                    </a:lnTo>
                    <a:lnTo>
                      <a:pt x="6311" y="2178"/>
                    </a:lnTo>
                    <a:cubicBezTo>
                      <a:pt x="6311" y="2073"/>
                      <a:pt x="6222" y="1988"/>
                      <a:pt x="6120" y="1988"/>
                    </a:cubicBezTo>
                    <a:cubicBezTo>
                      <a:pt x="6101" y="1988"/>
                      <a:pt x="6081" y="1991"/>
                      <a:pt x="6061" y="1997"/>
                    </a:cubicBezTo>
                    <a:lnTo>
                      <a:pt x="4064" y="2566"/>
                    </a:lnTo>
                    <a:cubicBezTo>
                      <a:pt x="3981" y="2594"/>
                      <a:pt x="3926" y="2677"/>
                      <a:pt x="3939" y="2760"/>
                    </a:cubicBezTo>
                    <a:lnTo>
                      <a:pt x="3066" y="2760"/>
                    </a:lnTo>
                    <a:cubicBezTo>
                      <a:pt x="2678" y="2760"/>
                      <a:pt x="2345" y="2413"/>
                      <a:pt x="2373" y="2025"/>
                    </a:cubicBezTo>
                    <a:cubicBezTo>
                      <a:pt x="2373" y="1886"/>
                      <a:pt x="2441" y="1720"/>
                      <a:pt x="2552" y="1609"/>
                    </a:cubicBezTo>
                    <a:cubicBezTo>
                      <a:pt x="2678" y="1470"/>
                      <a:pt x="2830" y="1401"/>
                      <a:pt x="3011" y="1387"/>
                    </a:cubicBezTo>
                    <a:cubicBezTo>
                      <a:pt x="3094" y="1374"/>
                      <a:pt x="3163" y="1318"/>
                      <a:pt x="3177" y="1235"/>
                    </a:cubicBezTo>
                    <a:cubicBezTo>
                      <a:pt x="3232" y="999"/>
                      <a:pt x="3371" y="777"/>
                      <a:pt x="3565" y="610"/>
                    </a:cubicBezTo>
                    <a:cubicBezTo>
                      <a:pt x="3773" y="444"/>
                      <a:pt x="4009" y="361"/>
                      <a:pt x="4272" y="361"/>
                    </a:cubicBezTo>
                    <a:close/>
                    <a:moveTo>
                      <a:pt x="5936" y="2413"/>
                    </a:moveTo>
                    <a:lnTo>
                      <a:pt x="5936" y="2816"/>
                    </a:lnTo>
                    <a:lnTo>
                      <a:pt x="4300" y="3301"/>
                    </a:lnTo>
                    <a:lnTo>
                      <a:pt x="4300" y="2885"/>
                    </a:lnTo>
                    <a:lnTo>
                      <a:pt x="5936" y="2413"/>
                    </a:lnTo>
                    <a:close/>
                    <a:moveTo>
                      <a:pt x="5618" y="4493"/>
                    </a:moveTo>
                    <a:cubicBezTo>
                      <a:pt x="5797" y="4493"/>
                      <a:pt x="5936" y="4632"/>
                      <a:pt x="5936" y="4813"/>
                    </a:cubicBezTo>
                    <a:lnTo>
                      <a:pt x="5936" y="4826"/>
                    </a:lnTo>
                    <a:lnTo>
                      <a:pt x="5936" y="4841"/>
                    </a:lnTo>
                    <a:cubicBezTo>
                      <a:pt x="5936" y="5007"/>
                      <a:pt x="5797" y="5146"/>
                      <a:pt x="5618" y="5146"/>
                    </a:cubicBezTo>
                    <a:lnTo>
                      <a:pt x="5326" y="5146"/>
                    </a:lnTo>
                    <a:cubicBezTo>
                      <a:pt x="5146" y="5146"/>
                      <a:pt x="5007" y="5007"/>
                      <a:pt x="5007" y="4841"/>
                    </a:cubicBezTo>
                    <a:lnTo>
                      <a:pt x="5007" y="4813"/>
                    </a:lnTo>
                    <a:cubicBezTo>
                      <a:pt x="5007" y="4632"/>
                      <a:pt x="5146" y="4493"/>
                      <a:pt x="5326" y="4493"/>
                    </a:cubicBezTo>
                    <a:close/>
                    <a:moveTo>
                      <a:pt x="3621" y="4909"/>
                    </a:moveTo>
                    <a:cubicBezTo>
                      <a:pt x="3800" y="4909"/>
                      <a:pt x="3939" y="5048"/>
                      <a:pt x="3939" y="5215"/>
                    </a:cubicBezTo>
                    <a:lnTo>
                      <a:pt x="3939" y="5229"/>
                    </a:lnTo>
                    <a:lnTo>
                      <a:pt x="3939" y="5242"/>
                    </a:lnTo>
                    <a:cubicBezTo>
                      <a:pt x="3939" y="5409"/>
                      <a:pt x="3800" y="5547"/>
                      <a:pt x="3621" y="5547"/>
                    </a:cubicBezTo>
                    <a:lnTo>
                      <a:pt x="3316" y="5547"/>
                    </a:lnTo>
                    <a:cubicBezTo>
                      <a:pt x="3149" y="5547"/>
                      <a:pt x="3011" y="5409"/>
                      <a:pt x="3011" y="5242"/>
                    </a:cubicBezTo>
                    <a:lnTo>
                      <a:pt x="3011" y="5215"/>
                    </a:lnTo>
                    <a:cubicBezTo>
                      <a:pt x="3011" y="5048"/>
                      <a:pt x="3149" y="4909"/>
                      <a:pt x="3316" y="4909"/>
                    </a:cubicBezTo>
                    <a:close/>
                    <a:moveTo>
                      <a:pt x="7615" y="2483"/>
                    </a:moveTo>
                    <a:lnTo>
                      <a:pt x="7615" y="6200"/>
                    </a:lnTo>
                    <a:lnTo>
                      <a:pt x="1873" y="6200"/>
                    </a:lnTo>
                    <a:lnTo>
                      <a:pt x="1873" y="2483"/>
                    </a:lnTo>
                    <a:lnTo>
                      <a:pt x="2081" y="2483"/>
                    </a:lnTo>
                    <a:cubicBezTo>
                      <a:pt x="2247" y="2871"/>
                      <a:pt x="2636" y="3134"/>
                      <a:pt x="3066" y="3134"/>
                    </a:cubicBezTo>
                    <a:lnTo>
                      <a:pt x="3939" y="3134"/>
                    </a:lnTo>
                    <a:lnTo>
                      <a:pt x="3939" y="4619"/>
                    </a:lnTo>
                    <a:cubicBezTo>
                      <a:pt x="3843" y="4563"/>
                      <a:pt x="3732" y="4536"/>
                      <a:pt x="3621" y="4536"/>
                    </a:cubicBezTo>
                    <a:lnTo>
                      <a:pt x="3316" y="4536"/>
                    </a:lnTo>
                    <a:cubicBezTo>
                      <a:pt x="2941" y="4536"/>
                      <a:pt x="2636" y="4841"/>
                      <a:pt x="2636" y="5215"/>
                    </a:cubicBezTo>
                    <a:lnTo>
                      <a:pt x="2636" y="5242"/>
                    </a:lnTo>
                    <a:cubicBezTo>
                      <a:pt x="2636" y="5617"/>
                      <a:pt x="2941" y="5922"/>
                      <a:pt x="3316" y="5922"/>
                    </a:cubicBezTo>
                    <a:lnTo>
                      <a:pt x="3621" y="5922"/>
                    </a:lnTo>
                    <a:cubicBezTo>
                      <a:pt x="4009" y="5922"/>
                      <a:pt x="4300" y="5590"/>
                      <a:pt x="4300" y="5215"/>
                    </a:cubicBezTo>
                    <a:lnTo>
                      <a:pt x="4300" y="3676"/>
                    </a:lnTo>
                    <a:lnTo>
                      <a:pt x="5936" y="3204"/>
                    </a:lnTo>
                    <a:lnTo>
                      <a:pt x="5936" y="4203"/>
                    </a:lnTo>
                    <a:cubicBezTo>
                      <a:pt x="5840" y="4161"/>
                      <a:pt x="5742" y="4133"/>
                      <a:pt x="5618" y="4133"/>
                    </a:cubicBezTo>
                    <a:lnTo>
                      <a:pt x="5326" y="4133"/>
                    </a:lnTo>
                    <a:cubicBezTo>
                      <a:pt x="4952" y="4133"/>
                      <a:pt x="4647" y="4438"/>
                      <a:pt x="4647" y="4813"/>
                    </a:cubicBezTo>
                    <a:lnTo>
                      <a:pt x="4647" y="4841"/>
                    </a:lnTo>
                    <a:cubicBezTo>
                      <a:pt x="4647" y="5215"/>
                      <a:pt x="4952" y="5520"/>
                      <a:pt x="5326" y="5520"/>
                    </a:cubicBezTo>
                    <a:lnTo>
                      <a:pt x="5618" y="5520"/>
                    </a:lnTo>
                    <a:cubicBezTo>
                      <a:pt x="6006" y="5520"/>
                      <a:pt x="6311" y="5187"/>
                      <a:pt x="6311" y="4813"/>
                    </a:cubicBezTo>
                    <a:lnTo>
                      <a:pt x="6311" y="3134"/>
                    </a:lnTo>
                    <a:lnTo>
                      <a:pt x="6561" y="3134"/>
                    </a:lnTo>
                    <a:cubicBezTo>
                      <a:pt x="6962" y="3134"/>
                      <a:pt x="7323" y="2857"/>
                      <a:pt x="7434" y="2483"/>
                    </a:cubicBezTo>
                    <a:close/>
                    <a:moveTo>
                      <a:pt x="8044" y="1664"/>
                    </a:moveTo>
                    <a:cubicBezTo>
                      <a:pt x="8253" y="1664"/>
                      <a:pt x="8432" y="1831"/>
                      <a:pt x="8432" y="2053"/>
                    </a:cubicBezTo>
                    <a:lnTo>
                      <a:pt x="8432" y="6629"/>
                    </a:lnTo>
                    <a:cubicBezTo>
                      <a:pt x="8432" y="6838"/>
                      <a:pt x="8253" y="7017"/>
                      <a:pt x="8044" y="7017"/>
                    </a:cubicBezTo>
                    <a:lnTo>
                      <a:pt x="1443" y="7017"/>
                    </a:lnTo>
                    <a:cubicBezTo>
                      <a:pt x="1221" y="7017"/>
                      <a:pt x="1055" y="6838"/>
                      <a:pt x="1055" y="6629"/>
                    </a:cubicBezTo>
                    <a:lnTo>
                      <a:pt x="1055" y="2053"/>
                    </a:lnTo>
                    <a:cubicBezTo>
                      <a:pt x="1055" y="1831"/>
                      <a:pt x="1221" y="1664"/>
                      <a:pt x="1443" y="1664"/>
                    </a:cubicBezTo>
                    <a:lnTo>
                      <a:pt x="2081" y="1664"/>
                    </a:lnTo>
                    <a:cubicBezTo>
                      <a:pt x="2025" y="1803"/>
                      <a:pt x="1998" y="1956"/>
                      <a:pt x="1998" y="2108"/>
                    </a:cubicBezTo>
                    <a:lnTo>
                      <a:pt x="1679" y="2108"/>
                    </a:lnTo>
                    <a:cubicBezTo>
                      <a:pt x="1582" y="2108"/>
                      <a:pt x="1498" y="2191"/>
                      <a:pt x="1498" y="2289"/>
                    </a:cubicBezTo>
                    <a:lnTo>
                      <a:pt x="1498" y="6394"/>
                    </a:lnTo>
                    <a:cubicBezTo>
                      <a:pt x="1498" y="6490"/>
                      <a:pt x="1582" y="6574"/>
                      <a:pt x="1679" y="6574"/>
                    </a:cubicBezTo>
                    <a:lnTo>
                      <a:pt x="7794" y="6574"/>
                    </a:lnTo>
                    <a:cubicBezTo>
                      <a:pt x="7905" y="6574"/>
                      <a:pt x="7989" y="6490"/>
                      <a:pt x="7989" y="6394"/>
                    </a:cubicBezTo>
                    <a:lnTo>
                      <a:pt x="7989" y="2289"/>
                    </a:lnTo>
                    <a:cubicBezTo>
                      <a:pt x="7989" y="2191"/>
                      <a:pt x="7905" y="2108"/>
                      <a:pt x="7794" y="2108"/>
                    </a:cubicBezTo>
                    <a:lnTo>
                      <a:pt x="7448" y="2108"/>
                    </a:lnTo>
                    <a:cubicBezTo>
                      <a:pt x="7434" y="1942"/>
                      <a:pt x="7365" y="1790"/>
                      <a:pt x="7254" y="1664"/>
                    </a:cubicBezTo>
                    <a:close/>
                    <a:moveTo>
                      <a:pt x="4272" y="0"/>
                    </a:moveTo>
                    <a:cubicBezTo>
                      <a:pt x="3926" y="0"/>
                      <a:pt x="3593" y="111"/>
                      <a:pt x="3329" y="320"/>
                    </a:cubicBezTo>
                    <a:cubicBezTo>
                      <a:pt x="3107" y="514"/>
                      <a:pt x="2941" y="749"/>
                      <a:pt x="2844" y="1026"/>
                    </a:cubicBezTo>
                    <a:cubicBezTo>
                      <a:pt x="2663" y="1069"/>
                      <a:pt x="2484" y="1165"/>
                      <a:pt x="2345" y="1290"/>
                    </a:cubicBezTo>
                    <a:lnTo>
                      <a:pt x="1443" y="1290"/>
                    </a:lnTo>
                    <a:cubicBezTo>
                      <a:pt x="1027" y="1290"/>
                      <a:pt x="681" y="1637"/>
                      <a:pt x="681" y="2053"/>
                    </a:cubicBezTo>
                    <a:lnTo>
                      <a:pt x="681" y="6629"/>
                    </a:lnTo>
                    <a:cubicBezTo>
                      <a:pt x="681" y="6768"/>
                      <a:pt x="722" y="6906"/>
                      <a:pt x="792" y="7017"/>
                    </a:cubicBezTo>
                    <a:lnTo>
                      <a:pt x="195" y="7017"/>
                    </a:lnTo>
                    <a:cubicBezTo>
                      <a:pt x="84" y="7017"/>
                      <a:pt x="1" y="7101"/>
                      <a:pt x="1" y="7198"/>
                    </a:cubicBezTo>
                    <a:lnTo>
                      <a:pt x="1" y="7642"/>
                    </a:lnTo>
                    <a:cubicBezTo>
                      <a:pt x="1" y="8016"/>
                      <a:pt x="320" y="8321"/>
                      <a:pt x="694" y="8321"/>
                    </a:cubicBezTo>
                    <a:lnTo>
                      <a:pt x="3926" y="8321"/>
                    </a:lnTo>
                    <a:cubicBezTo>
                      <a:pt x="4037" y="8321"/>
                      <a:pt x="4120" y="8238"/>
                      <a:pt x="4120" y="8141"/>
                    </a:cubicBezTo>
                    <a:cubicBezTo>
                      <a:pt x="4120" y="8030"/>
                      <a:pt x="4037" y="7947"/>
                      <a:pt x="3926" y="7947"/>
                    </a:cubicBezTo>
                    <a:lnTo>
                      <a:pt x="694" y="7947"/>
                    </a:lnTo>
                    <a:cubicBezTo>
                      <a:pt x="514" y="7947"/>
                      <a:pt x="376" y="7808"/>
                      <a:pt x="376" y="7642"/>
                    </a:cubicBezTo>
                    <a:lnTo>
                      <a:pt x="376" y="7392"/>
                    </a:lnTo>
                    <a:lnTo>
                      <a:pt x="9098" y="7392"/>
                    </a:lnTo>
                    <a:lnTo>
                      <a:pt x="9098" y="7642"/>
                    </a:lnTo>
                    <a:cubicBezTo>
                      <a:pt x="9098" y="7808"/>
                      <a:pt x="8959" y="7947"/>
                      <a:pt x="8793" y="7947"/>
                    </a:cubicBezTo>
                    <a:lnTo>
                      <a:pt x="5562" y="7947"/>
                    </a:lnTo>
                    <a:cubicBezTo>
                      <a:pt x="5451" y="7947"/>
                      <a:pt x="5368" y="8030"/>
                      <a:pt x="5368" y="8141"/>
                    </a:cubicBezTo>
                    <a:cubicBezTo>
                      <a:pt x="5368" y="8238"/>
                      <a:pt x="5451" y="8321"/>
                      <a:pt x="5562" y="8321"/>
                    </a:cubicBezTo>
                    <a:lnTo>
                      <a:pt x="8793" y="8321"/>
                    </a:lnTo>
                    <a:cubicBezTo>
                      <a:pt x="9168" y="8321"/>
                      <a:pt x="9473" y="8016"/>
                      <a:pt x="9473" y="7642"/>
                    </a:cubicBezTo>
                    <a:lnTo>
                      <a:pt x="9473" y="7198"/>
                    </a:lnTo>
                    <a:cubicBezTo>
                      <a:pt x="9473" y="7101"/>
                      <a:pt x="9390" y="7017"/>
                      <a:pt x="9292" y="7017"/>
                    </a:cubicBezTo>
                    <a:lnTo>
                      <a:pt x="8696" y="7017"/>
                    </a:lnTo>
                    <a:cubicBezTo>
                      <a:pt x="8765" y="6906"/>
                      <a:pt x="8793" y="6768"/>
                      <a:pt x="8793" y="6629"/>
                    </a:cubicBezTo>
                    <a:lnTo>
                      <a:pt x="8793" y="2053"/>
                    </a:lnTo>
                    <a:cubicBezTo>
                      <a:pt x="8793" y="1637"/>
                      <a:pt x="8460" y="1290"/>
                      <a:pt x="8044" y="1290"/>
                    </a:cubicBezTo>
                    <a:lnTo>
                      <a:pt x="6588" y="1290"/>
                    </a:lnTo>
                    <a:cubicBezTo>
                      <a:pt x="6367" y="915"/>
                      <a:pt x="5964" y="666"/>
                      <a:pt x="5520" y="666"/>
                    </a:cubicBezTo>
                    <a:cubicBezTo>
                      <a:pt x="5243" y="250"/>
                      <a:pt x="4771" y="0"/>
                      <a:pt x="42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3" name="Google Shape;413;p32"/>
              <p:cNvSpPr/>
              <p:nvPr/>
            </p:nvSpPr>
            <p:spPr>
              <a:xfrm>
                <a:off x="6400384" y="2359892"/>
                <a:ext cx="19216" cy="17499"/>
              </a:xfrm>
              <a:custGeom>
                <a:avLst/>
                <a:gdLst/>
                <a:ahLst/>
                <a:cxnLst/>
                <a:rect l="l" t="t" r="r" b="b"/>
                <a:pathLst>
                  <a:path w="403" h="367" extrusionOk="0">
                    <a:moveTo>
                      <a:pt x="192" y="0"/>
                    </a:moveTo>
                    <a:cubicBezTo>
                      <a:pt x="147" y="0"/>
                      <a:pt x="103" y="19"/>
                      <a:pt x="70" y="53"/>
                    </a:cubicBezTo>
                    <a:cubicBezTo>
                      <a:pt x="14" y="121"/>
                      <a:pt x="1" y="219"/>
                      <a:pt x="56" y="288"/>
                    </a:cubicBezTo>
                    <a:cubicBezTo>
                      <a:pt x="89" y="342"/>
                      <a:pt x="142" y="366"/>
                      <a:pt x="197" y="366"/>
                    </a:cubicBezTo>
                    <a:cubicBezTo>
                      <a:pt x="283" y="366"/>
                      <a:pt x="372" y="306"/>
                      <a:pt x="389" y="205"/>
                    </a:cubicBezTo>
                    <a:cubicBezTo>
                      <a:pt x="403" y="136"/>
                      <a:pt x="362" y="53"/>
                      <a:pt x="278" y="25"/>
                    </a:cubicBezTo>
                    <a:cubicBezTo>
                      <a:pt x="251" y="8"/>
                      <a:pt x="221" y="0"/>
                      <a:pt x="19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4" name="Google Shape;414;p32"/>
            <p:cNvGrpSpPr/>
            <p:nvPr/>
          </p:nvGrpSpPr>
          <p:grpSpPr>
            <a:xfrm>
              <a:off x="729630" y="975085"/>
              <a:ext cx="255615" cy="254967"/>
              <a:chOff x="6184139" y="1220827"/>
              <a:chExt cx="451696" cy="450552"/>
            </a:xfrm>
          </p:grpSpPr>
          <p:sp>
            <p:nvSpPr>
              <p:cNvPr id="415" name="Google Shape;415;p32"/>
              <p:cNvSpPr/>
              <p:nvPr/>
            </p:nvSpPr>
            <p:spPr>
              <a:xfrm>
                <a:off x="6353416" y="1390104"/>
                <a:ext cx="117776" cy="137087"/>
              </a:xfrm>
              <a:custGeom>
                <a:avLst/>
                <a:gdLst/>
                <a:ahLst/>
                <a:cxnLst/>
                <a:rect l="l" t="t" r="r" b="b"/>
                <a:pathLst>
                  <a:path w="2470" h="2875" extrusionOk="0">
                    <a:moveTo>
                      <a:pt x="916" y="1946"/>
                    </a:moveTo>
                    <a:cubicBezTo>
                      <a:pt x="1069" y="1946"/>
                      <a:pt x="1193" y="2070"/>
                      <a:pt x="1193" y="2224"/>
                    </a:cubicBezTo>
                    <a:cubicBezTo>
                      <a:pt x="1193" y="2376"/>
                      <a:pt x="1069" y="2501"/>
                      <a:pt x="916" y="2501"/>
                    </a:cubicBezTo>
                    <a:lnTo>
                      <a:pt x="666" y="2501"/>
                    </a:lnTo>
                    <a:cubicBezTo>
                      <a:pt x="500" y="2501"/>
                      <a:pt x="376" y="2376"/>
                      <a:pt x="376" y="2224"/>
                    </a:cubicBezTo>
                    <a:cubicBezTo>
                      <a:pt x="376" y="2070"/>
                      <a:pt x="500" y="1946"/>
                      <a:pt x="666" y="1946"/>
                    </a:cubicBezTo>
                    <a:close/>
                    <a:moveTo>
                      <a:pt x="1383" y="1"/>
                    </a:moveTo>
                    <a:cubicBezTo>
                      <a:pt x="1371" y="1"/>
                      <a:pt x="1358" y="2"/>
                      <a:pt x="1347" y="5"/>
                    </a:cubicBezTo>
                    <a:cubicBezTo>
                      <a:pt x="1263" y="18"/>
                      <a:pt x="1193" y="101"/>
                      <a:pt x="1193" y="184"/>
                    </a:cubicBezTo>
                    <a:lnTo>
                      <a:pt x="1193" y="1627"/>
                    </a:lnTo>
                    <a:cubicBezTo>
                      <a:pt x="1110" y="1599"/>
                      <a:pt x="1014" y="1571"/>
                      <a:pt x="916" y="1571"/>
                    </a:cubicBezTo>
                    <a:lnTo>
                      <a:pt x="666" y="1571"/>
                    </a:lnTo>
                    <a:cubicBezTo>
                      <a:pt x="320" y="1571"/>
                      <a:pt x="15" y="1849"/>
                      <a:pt x="15" y="2209"/>
                    </a:cubicBezTo>
                    <a:cubicBezTo>
                      <a:pt x="1" y="2570"/>
                      <a:pt x="293" y="2875"/>
                      <a:pt x="666" y="2875"/>
                    </a:cubicBezTo>
                    <a:lnTo>
                      <a:pt x="916" y="2875"/>
                    </a:lnTo>
                    <a:cubicBezTo>
                      <a:pt x="1277" y="2875"/>
                      <a:pt x="1568" y="2584"/>
                      <a:pt x="1568" y="2224"/>
                    </a:cubicBezTo>
                    <a:lnTo>
                      <a:pt x="1568" y="600"/>
                    </a:lnTo>
                    <a:cubicBezTo>
                      <a:pt x="1637" y="628"/>
                      <a:pt x="1707" y="670"/>
                      <a:pt x="1804" y="698"/>
                    </a:cubicBezTo>
                    <a:cubicBezTo>
                      <a:pt x="2026" y="767"/>
                      <a:pt x="2081" y="920"/>
                      <a:pt x="2081" y="933"/>
                    </a:cubicBezTo>
                    <a:lnTo>
                      <a:pt x="2095" y="948"/>
                    </a:lnTo>
                    <a:cubicBezTo>
                      <a:pt x="2118" y="1025"/>
                      <a:pt x="2183" y="1067"/>
                      <a:pt x="2259" y="1067"/>
                    </a:cubicBezTo>
                    <a:cubicBezTo>
                      <a:pt x="2278" y="1067"/>
                      <a:pt x="2297" y="1064"/>
                      <a:pt x="2317" y="1059"/>
                    </a:cubicBezTo>
                    <a:cubicBezTo>
                      <a:pt x="2414" y="1031"/>
                      <a:pt x="2469" y="933"/>
                      <a:pt x="2442" y="822"/>
                    </a:cubicBezTo>
                    <a:cubicBezTo>
                      <a:pt x="2401" y="698"/>
                      <a:pt x="2247" y="448"/>
                      <a:pt x="1915" y="337"/>
                    </a:cubicBezTo>
                    <a:cubicBezTo>
                      <a:pt x="1665" y="268"/>
                      <a:pt x="1554" y="101"/>
                      <a:pt x="1541" y="88"/>
                    </a:cubicBezTo>
                    <a:cubicBezTo>
                      <a:pt x="1506" y="30"/>
                      <a:pt x="1443" y="1"/>
                      <a:pt x="13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32"/>
              <p:cNvSpPr/>
              <p:nvPr/>
            </p:nvSpPr>
            <p:spPr>
              <a:xfrm>
                <a:off x="6184139" y="1227598"/>
                <a:ext cx="451696" cy="443781"/>
              </a:xfrm>
              <a:custGeom>
                <a:avLst/>
                <a:gdLst/>
                <a:ahLst/>
                <a:cxnLst/>
                <a:rect l="l" t="t" r="r" b="b"/>
                <a:pathLst>
                  <a:path w="9473" h="9307" extrusionOk="0">
                    <a:moveTo>
                      <a:pt x="4672" y="2941"/>
                    </a:moveTo>
                    <a:cubicBezTo>
                      <a:pt x="5194" y="2941"/>
                      <a:pt x="5714" y="3135"/>
                      <a:pt x="6103" y="3524"/>
                    </a:cubicBezTo>
                    <a:cubicBezTo>
                      <a:pt x="6894" y="4313"/>
                      <a:pt x="6894" y="5604"/>
                      <a:pt x="6103" y="6394"/>
                    </a:cubicBezTo>
                    <a:cubicBezTo>
                      <a:pt x="5708" y="6789"/>
                      <a:pt x="5188" y="6987"/>
                      <a:pt x="4667" y="6987"/>
                    </a:cubicBezTo>
                    <a:cubicBezTo>
                      <a:pt x="4147" y="6987"/>
                      <a:pt x="3627" y="6789"/>
                      <a:pt x="3232" y="6394"/>
                    </a:cubicBezTo>
                    <a:cubicBezTo>
                      <a:pt x="2441" y="5604"/>
                      <a:pt x="2441" y="4313"/>
                      <a:pt x="3232" y="3524"/>
                    </a:cubicBezTo>
                    <a:cubicBezTo>
                      <a:pt x="3627" y="3135"/>
                      <a:pt x="4151" y="2941"/>
                      <a:pt x="4672" y="2941"/>
                    </a:cubicBezTo>
                    <a:close/>
                    <a:moveTo>
                      <a:pt x="2726" y="6554"/>
                    </a:moveTo>
                    <a:cubicBezTo>
                      <a:pt x="2820" y="6554"/>
                      <a:pt x="2913" y="6588"/>
                      <a:pt x="2983" y="6658"/>
                    </a:cubicBezTo>
                    <a:cubicBezTo>
                      <a:pt x="3121" y="6796"/>
                      <a:pt x="3121" y="7018"/>
                      <a:pt x="2983" y="7157"/>
                    </a:cubicBezTo>
                    <a:lnTo>
                      <a:pt x="1720" y="8418"/>
                    </a:lnTo>
                    <a:lnTo>
                      <a:pt x="1208" y="7919"/>
                    </a:lnTo>
                    <a:lnTo>
                      <a:pt x="2469" y="6658"/>
                    </a:lnTo>
                    <a:cubicBezTo>
                      <a:pt x="2538" y="6588"/>
                      <a:pt x="2632" y="6554"/>
                      <a:pt x="2726" y="6554"/>
                    </a:cubicBezTo>
                    <a:close/>
                    <a:moveTo>
                      <a:pt x="944" y="8183"/>
                    </a:moveTo>
                    <a:lnTo>
                      <a:pt x="1457" y="8682"/>
                    </a:lnTo>
                    <a:lnTo>
                      <a:pt x="1304" y="8834"/>
                    </a:lnTo>
                    <a:cubicBezTo>
                      <a:pt x="1235" y="8904"/>
                      <a:pt x="1145" y="8938"/>
                      <a:pt x="1055" y="8938"/>
                    </a:cubicBezTo>
                    <a:cubicBezTo>
                      <a:pt x="964" y="8938"/>
                      <a:pt x="874" y="8904"/>
                      <a:pt x="805" y="8834"/>
                    </a:cubicBezTo>
                    <a:cubicBezTo>
                      <a:pt x="666" y="8696"/>
                      <a:pt x="666" y="8474"/>
                      <a:pt x="805" y="8335"/>
                    </a:cubicBezTo>
                    <a:lnTo>
                      <a:pt x="944" y="8183"/>
                    </a:lnTo>
                    <a:close/>
                    <a:moveTo>
                      <a:pt x="4718" y="1"/>
                    </a:moveTo>
                    <a:cubicBezTo>
                      <a:pt x="4642" y="1"/>
                      <a:pt x="4571" y="51"/>
                      <a:pt x="4549" y="125"/>
                    </a:cubicBezTo>
                    <a:cubicBezTo>
                      <a:pt x="4508" y="223"/>
                      <a:pt x="4564" y="320"/>
                      <a:pt x="4660" y="362"/>
                    </a:cubicBezTo>
                    <a:cubicBezTo>
                      <a:pt x="5146" y="541"/>
                      <a:pt x="5548" y="889"/>
                      <a:pt x="5797" y="1346"/>
                    </a:cubicBezTo>
                    <a:cubicBezTo>
                      <a:pt x="5834" y="1394"/>
                      <a:pt x="5890" y="1432"/>
                      <a:pt x="5950" y="1432"/>
                    </a:cubicBezTo>
                    <a:cubicBezTo>
                      <a:pt x="5959" y="1432"/>
                      <a:pt x="5969" y="1431"/>
                      <a:pt x="5978" y="1429"/>
                    </a:cubicBezTo>
                    <a:lnTo>
                      <a:pt x="6130" y="1429"/>
                    </a:lnTo>
                    <a:cubicBezTo>
                      <a:pt x="6824" y="1429"/>
                      <a:pt x="7462" y="1873"/>
                      <a:pt x="7711" y="2511"/>
                    </a:cubicBezTo>
                    <a:cubicBezTo>
                      <a:pt x="7739" y="2594"/>
                      <a:pt x="7822" y="2636"/>
                      <a:pt x="7905" y="2636"/>
                    </a:cubicBezTo>
                    <a:cubicBezTo>
                      <a:pt x="7947" y="2636"/>
                      <a:pt x="7975" y="2622"/>
                      <a:pt x="8016" y="2622"/>
                    </a:cubicBezTo>
                    <a:cubicBezTo>
                      <a:pt x="8613" y="2622"/>
                      <a:pt x="9098" y="3121"/>
                      <a:pt x="9098" y="3718"/>
                    </a:cubicBezTo>
                    <a:cubicBezTo>
                      <a:pt x="9098" y="4328"/>
                      <a:pt x="8613" y="4813"/>
                      <a:pt x="8016" y="4813"/>
                    </a:cubicBezTo>
                    <a:lnTo>
                      <a:pt x="7073" y="4813"/>
                    </a:lnTo>
                    <a:cubicBezTo>
                      <a:pt x="7004" y="3870"/>
                      <a:pt x="6380" y="3024"/>
                      <a:pt x="5492" y="2705"/>
                    </a:cubicBezTo>
                    <a:cubicBezTo>
                      <a:pt x="5230" y="2611"/>
                      <a:pt x="4957" y="2565"/>
                      <a:pt x="4687" y="2565"/>
                    </a:cubicBezTo>
                    <a:cubicBezTo>
                      <a:pt x="4001" y="2565"/>
                      <a:pt x="3329" y="2857"/>
                      <a:pt x="2872" y="3385"/>
                    </a:cubicBezTo>
                    <a:cubicBezTo>
                      <a:pt x="2705" y="3579"/>
                      <a:pt x="2567" y="3787"/>
                      <a:pt x="2456" y="4023"/>
                    </a:cubicBezTo>
                    <a:cubicBezTo>
                      <a:pt x="2358" y="4272"/>
                      <a:pt x="2289" y="4550"/>
                      <a:pt x="2275" y="4813"/>
                    </a:cubicBezTo>
                    <a:lnTo>
                      <a:pt x="1762" y="4813"/>
                    </a:lnTo>
                    <a:cubicBezTo>
                      <a:pt x="999" y="4813"/>
                      <a:pt x="376" y="4189"/>
                      <a:pt x="376" y="3426"/>
                    </a:cubicBezTo>
                    <a:cubicBezTo>
                      <a:pt x="376" y="2719"/>
                      <a:pt x="944" y="2109"/>
                      <a:pt x="1651" y="2054"/>
                    </a:cubicBezTo>
                    <a:cubicBezTo>
                      <a:pt x="1735" y="2039"/>
                      <a:pt x="1803" y="1984"/>
                      <a:pt x="1818" y="1900"/>
                    </a:cubicBezTo>
                    <a:cubicBezTo>
                      <a:pt x="1984" y="1194"/>
                      <a:pt x="2484" y="611"/>
                      <a:pt x="3177" y="362"/>
                    </a:cubicBezTo>
                    <a:cubicBezTo>
                      <a:pt x="3273" y="334"/>
                      <a:pt x="3316" y="223"/>
                      <a:pt x="3273" y="125"/>
                    </a:cubicBezTo>
                    <a:cubicBezTo>
                      <a:pt x="3251" y="48"/>
                      <a:pt x="3176" y="6"/>
                      <a:pt x="3098" y="6"/>
                    </a:cubicBezTo>
                    <a:cubicBezTo>
                      <a:pt x="3078" y="6"/>
                      <a:pt x="3058" y="9"/>
                      <a:pt x="3038" y="14"/>
                    </a:cubicBezTo>
                    <a:cubicBezTo>
                      <a:pt x="2650" y="153"/>
                      <a:pt x="2303" y="403"/>
                      <a:pt x="2025" y="722"/>
                    </a:cubicBezTo>
                    <a:cubicBezTo>
                      <a:pt x="1776" y="1000"/>
                      <a:pt x="1596" y="1332"/>
                      <a:pt x="1498" y="1693"/>
                    </a:cubicBezTo>
                    <a:cubicBezTo>
                      <a:pt x="653" y="1832"/>
                      <a:pt x="1" y="2581"/>
                      <a:pt x="1" y="3426"/>
                    </a:cubicBezTo>
                    <a:cubicBezTo>
                      <a:pt x="1" y="4397"/>
                      <a:pt x="792" y="5188"/>
                      <a:pt x="1762" y="5188"/>
                    </a:cubicBezTo>
                    <a:lnTo>
                      <a:pt x="2289" y="5188"/>
                    </a:lnTo>
                    <a:cubicBezTo>
                      <a:pt x="2317" y="5534"/>
                      <a:pt x="2428" y="5881"/>
                      <a:pt x="2608" y="6186"/>
                    </a:cubicBezTo>
                    <a:cubicBezTo>
                      <a:pt x="2469" y="6214"/>
                      <a:pt x="2330" y="6283"/>
                      <a:pt x="2206" y="6394"/>
                    </a:cubicBezTo>
                    <a:lnTo>
                      <a:pt x="542" y="8072"/>
                    </a:lnTo>
                    <a:cubicBezTo>
                      <a:pt x="250" y="8350"/>
                      <a:pt x="250" y="8807"/>
                      <a:pt x="542" y="9099"/>
                    </a:cubicBezTo>
                    <a:cubicBezTo>
                      <a:pt x="681" y="9237"/>
                      <a:pt x="868" y="9307"/>
                      <a:pt x="1055" y="9307"/>
                    </a:cubicBezTo>
                    <a:cubicBezTo>
                      <a:pt x="1242" y="9307"/>
                      <a:pt x="1430" y="9237"/>
                      <a:pt x="1568" y="9099"/>
                    </a:cubicBezTo>
                    <a:lnTo>
                      <a:pt x="3232" y="7420"/>
                    </a:lnTo>
                    <a:cubicBezTo>
                      <a:pt x="3343" y="7309"/>
                      <a:pt x="3412" y="7170"/>
                      <a:pt x="3440" y="7018"/>
                    </a:cubicBezTo>
                    <a:cubicBezTo>
                      <a:pt x="3815" y="7240"/>
                      <a:pt x="4244" y="7364"/>
                      <a:pt x="4675" y="7364"/>
                    </a:cubicBezTo>
                    <a:cubicBezTo>
                      <a:pt x="5285" y="7364"/>
                      <a:pt x="5895" y="7129"/>
                      <a:pt x="6367" y="6658"/>
                    </a:cubicBezTo>
                    <a:cubicBezTo>
                      <a:pt x="6783" y="6242"/>
                      <a:pt x="7004" y="5728"/>
                      <a:pt x="7060" y="5188"/>
                    </a:cubicBezTo>
                    <a:lnTo>
                      <a:pt x="8016" y="5188"/>
                    </a:lnTo>
                    <a:cubicBezTo>
                      <a:pt x="8821" y="5188"/>
                      <a:pt x="9473" y="4522"/>
                      <a:pt x="9473" y="3718"/>
                    </a:cubicBezTo>
                    <a:cubicBezTo>
                      <a:pt x="9473" y="2913"/>
                      <a:pt x="8821" y="2261"/>
                      <a:pt x="8016" y="2261"/>
                    </a:cubicBezTo>
                    <a:lnTo>
                      <a:pt x="8003" y="2261"/>
                    </a:lnTo>
                    <a:cubicBezTo>
                      <a:pt x="7670" y="1540"/>
                      <a:pt x="6935" y="1055"/>
                      <a:pt x="6130" y="1055"/>
                    </a:cubicBezTo>
                    <a:lnTo>
                      <a:pt x="6061" y="1055"/>
                    </a:lnTo>
                    <a:cubicBezTo>
                      <a:pt x="5770" y="569"/>
                      <a:pt x="5313" y="209"/>
                      <a:pt x="4786" y="14"/>
                    </a:cubicBezTo>
                    <a:cubicBezTo>
                      <a:pt x="4763" y="5"/>
                      <a:pt x="4740" y="1"/>
                      <a:pt x="47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32"/>
              <p:cNvSpPr/>
              <p:nvPr/>
            </p:nvSpPr>
            <p:spPr>
              <a:xfrm>
                <a:off x="6361570" y="1220827"/>
                <a:ext cx="19025" cy="17690"/>
              </a:xfrm>
              <a:custGeom>
                <a:avLst/>
                <a:gdLst/>
                <a:ahLst/>
                <a:cxnLst/>
                <a:rect l="l" t="t" r="r" b="b"/>
                <a:pathLst>
                  <a:path w="399" h="371" extrusionOk="0">
                    <a:moveTo>
                      <a:pt x="187" y="1"/>
                    </a:moveTo>
                    <a:cubicBezTo>
                      <a:pt x="174" y="1"/>
                      <a:pt x="161" y="2"/>
                      <a:pt x="149" y="4"/>
                    </a:cubicBezTo>
                    <a:cubicBezTo>
                      <a:pt x="79" y="32"/>
                      <a:pt x="24" y="101"/>
                      <a:pt x="11" y="171"/>
                    </a:cubicBezTo>
                    <a:cubicBezTo>
                      <a:pt x="1" y="288"/>
                      <a:pt x="101" y="370"/>
                      <a:pt x="200" y="370"/>
                    </a:cubicBezTo>
                    <a:cubicBezTo>
                      <a:pt x="241" y="370"/>
                      <a:pt x="283" y="356"/>
                      <a:pt x="316" y="323"/>
                    </a:cubicBezTo>
                    <a:cubicBezTo>
                      <a:pt x="385" y="267"/>
                      <a:pt x="399" y="156"/>
                      <a:pt x="357" y="88"/>
                    </a:cubicBezTo>
                    <a:cubicBezTo>
                      <a:pt x="323" y="30"/>
                      <a:pt x="250" y="1"/>
                      <a:pt x="1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8" name="Google Shape;418;p32"/>
            <p:cNvGrpSpPr/>
            <p:nvPr/>
          </p:nvGrpSpPr>
          <p:grpSpPr>
            <a:xfrm>
              <a:off x="723837" y="1482615"/>
              <a:ext cx="267223" cy="233165"/>
              <a:chOff x="6908262" y="1240186"/>
              <a:chExt cx="472209" cy="412024"/>
            </a:xfrm>
          </p:grpSpPr>
          <p:sp>
            <p:nvSpPr>
              <p:cNvPr id="419" name="Google Shape;419;p32"/>
              <p:cNvSpPr/>
              <p:nvPr/>
            </p:nvSpPr>
            <p:spPr>
              <a:xfrm>
                <a:off x="7105958" y="1594618"/>
                <a:ext cx="76769" cy="17929"/>
              </a:xfrm>
              <a:custGeom>
                <a:avLst/>
                <a:gdLst/>
                <a:ahLst/>
                <a:cxnLst/>
                <a:rect l="l" t="t" r="r" b="b"/>
                <a:pathLst>
                  <a:path w="1610" h="376" extrusionOk="0">
                    <a:moveTo>
                      <a:pt x="181" y="0"/>
                    </a:moveTo>
                    <a:cubicBezTo>
                      <a:pt x="84" y="0"/>
                      <a:pt x="1" y="84"/>
                      <a:pt x="1" y="181"/>
                    </a:cubicBezTo>
                    <a:cubicBezTo>
                      <a:pt x="1" y="292"/>
                      <a:pt x="84" y="375"/>
                      <a:pt x="181" y="375"/>
                    </a:cubicBezTo>
                    <a:lnTo>
                      <a:pt x="1429" y="375"/>
                    </a:lnTo>
                    <a:cubicBezTo>
                      <a:pt x="1540" y="375"/>
                      <a:pt x="1609" y="292"/>
                      <a:pt x="1609" y="181"/>
                    </a:cubicBezTo>
                    <a:cubicBezTo>
                      <a:pt x="1609" y="84"/>
                      <a:pt x="1540" y="0"/>
                      <a:pt x="14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32"/>
              <p:cNvSpPr/>
              <p:nvPr/>
            </p:nvSpPr>
            <p:spPr>
              <a:xfrm>
                <a:off x="7080209" y="1365642"/>
                <a:ext cx="136229" cy="159593"/>
              </a:xfrm>
              <a:custGeom>
                <a:avLst/>
                <a:gdLst/>
                <a:ahLst/>
                <a:cxnLst/>
                <a:rect l="l" t="t" r="r" b="b"/>
                <a:pathLst>
                  <a:path w="2857" h="3347" extrusionOk="0">
                    <a:moveTo>
                      <a:pt x="1054" y="2237"/>
                    </a:moveTo>
                    <a:cubicBezTo>
                      <a:pt x="1262" y="2237"/>
                      <a:pt x="1415" y="2404"/>
                      <a:pt x="1415" y="2598"/>
                    </a:cubicBezTo>
                    <a:lnTo>
                      <a:pt x="1415" y="2611"/>
                    </a:lnTo>
                    <a:cubicBezTo>
                      <a:pt x="1415" y="2820"/>
                      <a:pt x="1262" y="2972"/>
                      <a:pt x="1054" y="2972"/>
                    </a:cubicBezTo>
                    <a:lnTo>
                      <a:pt x="735" y="2972"/>
                    </a:lnTo>
                    <a:cubicBezTo>
                      <a:pt x="541" y="2972"/>
                      <a:pt x="374" y="2820"/>
                      <a:pt x="374" y="2611"/>
                    </a:cubicBezTo>
                    <a:lnTo>
                      <a:pt x="374" y="2598"/>
                    </a:lnTo>
                    <a:cubicBezTo>
                      <a:pt x="374" y="2404"/>
                      <a:pt x="541" y="2237"/>
                      <a:pt x="735" y="2237"/>
                    </a:cubicBezTo>
                    <a:close/>
                    <a:moveTo>
                      <a:pt x="1594" y="1"/>
                    </a:moveTo>
                    <a:cubicBezTo>
                      <a:pt x="1580" y="1"/>
                      <a:pt x="1567" y="2"/>
                      <a:pt x="1553" y="4"/>
                    </a:cubicBezTo>
                    <a:cubicBezTo>
                      <a:pt x="1470" y="32"/>
                      <a:pt x="1415" y="102"/>
                      <a:pt x="1415" y="185"/>
                    </a:cubicBezTo>
                    <a:lnTo>
                      <a:pt x="1415" y="1960"/>
                    </a:lnTo>
                    <a:cubicBezTo>
                      <a:pt x="1317" y="1904"/>
                      <a:pt x="1193" y="1862"/>
                      <a:pt x="1054" y="1862"/>
                    </a:cubicBezTo>
                    <a:lnTo>
                      <a:pt x="735" y="1862"/>
                    </a:lnTo>
                    <a:cubicBezTo>
                      <a:pt x="333" y="1862"/>
                      <a:pt x="0" y="2195"/>
                      <a:pt x="0" y="2598"/>
                    </a:cubicBezTo>
                    <a:lnTo>
                      <a:pt x="0" y="2611"/>
                    </a:lnTo>
                    <a:cubicBezTo>
                      <a:pt x="0" y="3014"/>
                      <a:pt x="333" y="3347"/>
                      <a:pt x="735" y="3347"/>
                    </a:cubicBezTo>
                    <a:lnTo>
                      <a:pt x="1054" y="3347"/>
                    </a:lnTo>
                    <a:cubicBezTo>
                      <a:pt x="1456" y="3347"/>
                      <a:pt x="1789" y="3014"/>
                      <a:pt x="1789" y="2611"/>
                    </a:cubicBezTo>
                    <a:lnTo>
                      <a:pt x="1789" y="2598"/>
                    </a:lnTo>
                    <a:lnTo>
                      <a:pt x="1789" y="614"/>
                    </a:lnTo>
                    <a:cubicBezTo>
                      <a:pt x="1872" y="670"/>
                      <a:pt x="1983" y="725"/>
                      <a:pt x="2108" y="767"/>
                    </a:cubicBezTo>
                    <a:cubicBezTo>
                      <a:pt x="2399" y="850"/>
                      <a:pt x="2469" y="1058"/>
                      <a:pt x="2469" y="1058"/>
                    </a:cubicBezTo>
                    <a:lnTo>
                      <a:pt x="2482" y="1086"/>
                    </a:lnTo>
                    <a:cubicBezTo>
                      <a:pt x="2505" y="1154"/>
                      <a:pt x="2575" y="1204"/>
                      <a:pt x="2645" y="1204"/>
                    </a:cubicBezTo>
                    <a:cubicBezTo>
                      <a:pt x="2661" y="1204"/>
                      <a:pt x="2676" y="1202"/>
                      <a:pt x="2691" y="1197"/>
                    </a:cubicBezTo>
                    <a:cubicBezTo>
                      <a:pt x="2802" y="1183"/>
                      <a:pt x="2857" y="1072"/>
                      <a:pt x="2829" y="975"/>
                    </a:cubicBezTo>
                    <a:lnTo>
                      <a:pt x="2829" y="961"/>
                    </a:lnTo>
                    <a:cubicBezTo>
                      <a:pt x="2787" y="808"/>
                      <a:pt x="2607" y="531"/>
                      <a:pt x="2219" y="407"/>
                    </a:cubicBezTo>
                    <a:cubicBezTo>
                      <a:pt x="1914" y="309"/>
                      <a:pt x="1775" y="115"/>
                      <a:pt x="1761" y="87"/>
                    </a:cubicBezTo>
                    <a:cubicBezTo>
                      <a:pt x="1726" y="30"/>
                      <a:pt x="1663" y="1"/>
                      <a:pt x="15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32"/>
              <p:cNvSpPr/>
              <p:nvPr/>
            </p:nvSpPr>
            <p:spPr>
              <a:xfrm>
                <a:off x="7019365" y="1240186"/>
                <a:ext cx="249999" cy="412024"/>
              </a:xfrm>
              <a:custGeom>
                <a:avLst/>
                <a:gdLst/>
                <a:ahLst/>
                <a:cxnLst/>
                <a:rect l="l" t="t" r="r" b="b"/>
                <a:pathLst>
                  <a:path w="5243" h="8641" extrusionOk="0">
                    <a:moveTo>
                      <a:pt x="3578" y="361"/>
                    </a:moveTo>
                    <a:lnTo>
                      <a:pt x="3578" y="403"/>
                    </a:lnTo>
                    <a:lnTo>
                      <a:pt x="3578" y="666"/>
                    </a:lnTo>
                    <a:cubicBezTo>
                      <a:pt x="3578" y="736"/>
                      <a:pt x="3523" y="791"/>
                      <a:pt x="3453" y="791"/>
                    </a:cubicBezTo>
                    <a:lnTo>
                      <a:pt x="1803" y="791"/>
                    </a:lnTo>
                    <a:cubicBezTo>
                      <a:pt x="1720" y="791"/>
                      <a:pt x="1665" y="736"/>
                      <a:pt x="1665" y="666"/>
                    </a:cubicBezTo>
                    <a:lnTo>
                      <a:pt x="1665" y="403"/>
                    </a:lnTo>
                    <a:lnTo>
                      <a:pt x="1665" y="361"/>
                    </a:lnTo>
                    <a:close/>
                    <a:moveTo>
                      <a:pt x="832" y="0"/>
                    </a:moveTo>
                    <a:cubicBezTo>
                      <a:pt x="374" y="0"/>
                      <a:pt x="0" y="375"/>
                      <a:pt x="0" y="832"/>
                    </a:cubicBezTo>
                    <a:lnTo>
                      <a:pt x="0" y="1636"/>
                    </a:lnTo>
                    <a:cubicBezTo>
                      <a:pt x="0" y="1747"/>
                      <a:pt x="84" y="1831"/>
                      <a:pt x="180" y="1831"/>
                    </a:cubicBezTo>
                    <a:cubicBezTo>
                      <a:pt x="291" y="1831"/>
                      <a:pt x="374" y="1747"/>
                      <a:pt x="374" y="1636"/>
                    </a:cubicBezTo>
                    <a:lnTo>
                      <a:pt x="374" y="832"/>
                    </a:lnTo>
                    <a:cubicBezTo>
                      <a:pt x="374" y="569"/>
                      <a:pt x="568" y="361"/>
                      <a:pt x="832" y="361"/>
                    </a:cubicBezTo>
                    <a:lnTo>
                      <a:pt x="1262" y="361"/>
                    </a:lnTo>
                    <a:cubicBezTo>
                      <a:pt x="1276" y="361"/>
                      <a:pt x="1290" y="388"/>
                      <a:pt x="1290" y="403"/>
                    </a:cubicBezTo>
                    <a:lnTo>
                      <a:pt x="1290" y="666"/>
                    </a:lnTo>
                    <a:cubicBezTo>
                      <a:pt x="1290" y="943"/>
                      <a:pt x="1526" y="1165"/>
                      <a:pt x="1803" y="1165"/>
                    </a:cubicBezTo>
                    <a:lnTo>
                      <a:pt x="3453" y="1165"/>
                    </a:lnTo>
                    <a:cubicBezTo>
                      <a:pt x="3730" y="1165"/>
                      <a:pt x="3952" y="943"/>
                      <a:pt x="3952" y="666"/>
                    </a:cubicBezTo>
                    <a:lnTo>
                      <a:pt x="3952" y="403"/>
                    </a:lnTo>
                    <a:cubicBezTo>
                      <a:pt x="3952" y="388"/>
                      <a:pt x="3967" y="361"/>
                      <a:pt x="3994" y="361"/>
                    </a:cubicBezTo>
                    <a:lnTo>
                      <a:pt x="4410" y="361"/>
                    </a:lnTo>
                    <a:cubicBezTo>
                      <a:pt x="4673" y="361"/>
                      <a:pt x="4882" y="569"/>
                      <a:pt x="4882" y="832"/>
                    </a:cubicBezTo>
                    <a:lnTo>
                      <a:pt x="4882" y="7808"/>
                    </a:lnTo>
                    <a:cubicBezTo>
                      <a:pt x="4882" y="8058"/>
                      <a:pt x="4673" y="8265"/>
                      <a:pt x="4410" y="8265"/>
                    </a:cubicBezTo>
                    <a:lnTo>
                      <a:pt x="832" y="8265"/>
                    </a:lnTo>
                    <a:cubicBezTo>
                      <a:pt x="583" y="8265"/>
                      <a:pt x="374" y="8058"/>
                      <a:pt x="374" y="7808"/>
                    </a:cubicBezTo>
                    <a:lnTo>
                      <a:pt x="374" y="3273"/>
                    </a:lnTo>
                    <a:cubicBezTo>
                      <a:pt x="374" y="3162"/>
                      <a:pt x="291" y="3079"/>
                      <a:pt x="180" y="3079"/>
                    </a:cubicBezTo>
                    <a:cubicBezTo>
                      <a:pt x="84" y="3079"/>
                      <a:pt x="0" y="3162"/>
                      <a:pt x="0" y="3273"/>
                    </a:cubicBezTo>
                    <a:lnTo>
                      <a:pt x="0" y="7808"/>
                    </a:lnTo>
                    <a:cubicBezTo>
                      <a:pt x="0" y="8265"/>
                      <a:pt x="374" y="8640"/>
                      <a:pt x="832" y="8640"/>
                    </a:cubicBezTo>
                    <a:lnTo>
                      <a:pt x="4410" y="8640"/>
                    </a:lnTo>
                    <a:cubicBezTo>
                      <a:pt x="4882" y="8640"/>
                      <a:pt x="5242" y="8265"/>
                      <a:pt x="5242" y="7808"/>
                    </a:cubicBezTo>
                    <a:lnTo>
                      <a:pt x="5242" y="832"/>
                    </a:lnTo>
                    <a:cubicBezTo>
                      <a:pt x="5242" y="375"/>
                      <a:pt x="4882" y="0"/>
                      <a:pt x="44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32"/>
              <p:cNvSpPr/>
              <p:nvPr/>
            </p:nvSpPr>
            <p:spPr>
              <a:xfrm>
                <a:off x="6955183" y="1401691"/>
                <a:ext cx="41722" cy="97606"/>
              </a:xfrm>
              <a:custGeom>
                <a:avLst/>
                <a:gdLst/>
                <a:ahLst/>
                <a:cxnLst/>
                <a:rect l="l" t="t" r="r" b="b"/>
                <a:pathLst>
                  <a:path w="875" h="2047" extrusionOk="0">
                    <a:moveTo>
                      <a:pt x="668" y="1"/>
                    </a:moveTo>
                    <a:cubicBezTo>
                      <a:pt x="621" y="1"/>
                      <a:pt x="576" y="18"/>
                      <a:pt x="542" y="52"/>
                    </a:cubicBezTo>
                    <a:cubicBezTo>
                      <a:pt x="1" y="594"/>
                      <a:pt x="1" y="1454"/>
                      <a:pt x="542" y="1994"/>
                    </a:cubicBezTo>
                    <a:cubicBezTo>
                      <a:pt x="576" y="2029"/>
                      <a:pt x="625" y="2046"/>
                      <a:pt x="673" y="2046"/>
                    </a:cubicBezTo>
                    <a:cubicBezTo>
                      <a:pt x="722" y="2046"/>
                      <a:pt x="771" y="2029"/>
                      <a:pt x="805" y="1994"/>
                    </a:cubicBezTo>
                    <a:cubicBezTo>
                      <a:pt x="875" y="1911"/>
                      <a:pt x="875" y="1800"/>
                      <a:pt x="805" y="1731"/>
                    </a:cubicBezTo>
                    <a:cubicBezTo>
                      <a:pt x="417" y="1343"/>
                      <a:pt x="417" y="705"/>
                      <a:pt x="805" y="316"/>
                    </a:cubicBezTo>
                    <a:cubicBezTo>
                      <a:pt x="875" y="246"/>
                      <a:pt x="875" y="122"/>
                      <a:pt x="805" y="52"/>
                    </a:cubicBezTo>
                    <a:cubicBezTo>
                      <a:pt x="763" y="18"/>
                      <a:pt x="715" y="1"/>
                      <a:pt x="6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32"/>
              <p:cNvSpPr/>
              <p:nvPr/>
            </p:nvSpPr>
            <p:spPr>
              <a:xfrm>
                <a:off x="6908262" y="1371269"/>
                <a:ext cx="58220" cy="158592"/>
              </a:xfrm>
              <a:custGeom>
                <a:avLst/>
                <a:gdLst/>
                <a:ahLst/>
                <a:cxnLst/>
                <a:rect l="l" t="t" r="r" b="b"/>
                <a:pathLst>
                  <a:path w="1221" h="3326" extrusionOk="0">
                    <a:moveTo>
                      <a:pt x="1014" y="1"/>
                    </a:moveTo>
                    <a:cubicBezTo>
                      <a:pt x="967" y="1"/>
                      <a:pt x="922" y="18"/>
                      <a:pt x="888" y="52"/>
                    </a:cubicBezTo>
                    <a:cubicBezTo>
                      <a:pt x="1" y="940"/>
                      <a:pt x="1" y="2382"/>
                      <a:pt x="888" y="3270"/>
                    </a:cubicBezTo>
                    <a:cubicBezTo>
                      <a:pt x="916" y="3297"/>
                      <a:pt x="971" y="3325"/>
                      <a:pt x="1012" y="3325"/>
                    </a:cubicBezTo>
                    <a:cubicBezTo>
                      <a:pt x="1068" y="3325"/>
                      <a:pt x="1110" y="3297"/>
                      <a:pt x="1151" y="3270"/>
                    </a:cubicBezTo>
                    <a:cubicBezTo>
                      <a:pt x="1221" y="3201"/>
                      <a:pt x="1221" y="3076"/>
                      <a:pt x="1151" y="3007"/>
                    </a:cubicBezTo>
                    <a:cubicBezTo>
                      <a:pt x="402" y="2258"/>
                      <a:pt x="402" y="1051"/>
                      <a:pt x="1151" y="316"/>
                    </a:cubicBezTo>
                    <a:cubicBezTo>
                      <a:pt x="1221" y="247"/>
                      <a:pt x="1221" y="122"/>
                      <a:pt x="1151" y="52"/>
                    </a:cubicBezTo>
                    <a:cubicBezTo>
                      <a:pt x="1109" y="18"/>
                      <a:pt x="1061" y="1"/>
                      <a:pt x="10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32"/>
              <p:cNvSpPr/>
              <p:nvPr/>
            </p:nvSpPr>
            <p:spPr>
              <a:xfrm>
                <a:off x="7291781" y="1401691"/>
                <a:ext cx="41722" cy="97606"/>
              </a:xfrm>
              <a:custGeom>
                <a:avLst/>
                <a:gdLst/>
                <a:ahLst/>
                <a:cxnLst/>
                <a:rect l="l" t="t" r="r" b="b"/>
                <a:pathLst>
                  <a:path w="875" h="2047" extrusionOk="0">
                    <a:moveTo>
                      <a:pt x="210" y="1"/>
                    </a:moveTo>
                    <a:cubicBezTo>
                      <a:pt x="163" y="1"/>
                      <a:pt x="119" y="18"/>
                      <a:pt x="84" y="52"/>
                    </a:cubicBezTo>
                    <a:cubicBezTo>
                      <a:pt x="1" y="122"/>
                      <a:pt x="1" y="246"/>
                      <a:pt x="84" y="316"/>
                    </a:cubicBezTo>
                    <a:cubicBezTo>
                      <a:pt x="472" y="705"/>
                      <a:pt x="472" y="1343"/>
                      <a:pt x="84" y="1731"/>
                    </a:cubicBezTo>
                    <a:cubicBezTo>
                      <a:pt x="1" y="1800"/>
                      <a:pt x="1" y="1911"/>
                      <a:pt x="84" y="1994"/>
                    </a:cubicBezTo>
                    <a:cubicBezTo>
                      <a:pt x="119" y="2029"/>
                      <a:pt x="163" y="2046"/>
                      <a:pt x="210" y="2046"/>
                    </a:cubicBezTo>
                    <a:cubicBezTo>
                      <a:pt x="257" y="2046"/>
                      <a:pt x="305" y="2029"/>
                      <a:pt x="347" y="1994"/>
                    </a:cubicBezTo>
                    <a:cubicBezTo>
                      <a:pt x="874" y="1454"/>
                      <a:pt x="874" y="594"/>
                      <a:pt x="347" y="52"/>
                    </a:cubicBezTo>
                    <a:cubicBezTo>
                      <a:pt x="305" y="18"/>
                      <a:pt x="257" y="1"/>
                      <a:pt x="2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32"/>
              <p:cNvSpPr/>
              <p:nvPr/>
            </p:nvSpPr>
            <p:spPr>
              <a:xfrm>
                <a:off x="7322871" y="1371269"/>
                <a:ext cx="57600" cy="158449"/>
              </a:xfrm>
              <a:custGeom>
                <a:avLst/>
                <a:gdLst/>
                <a:ahLst/>
                <a:cxnLst/>
                <a:rect l="l" t="t" r="r" b="b"/>
                <a:pathLst>
                  <a:path w="1208" h="3323" extrusionOk="0">
                    <a:moveTo>
                      <a:pt x="196" y="1"/>
                    </a:moveTo>
                    <a:cubicBezTo>
                      <a:pt x="149" y="1"/>
                      <a:pt x="104" y="18"/>
                      <a:pt x="70" y="52"/>
                    </a:cubicBezTo>
                    <a:cubicBezTo>
                      <a:pt x="0" y="122"/>
                      <a:pt x="0" y="247"/>
                      <a:pt x="70" y="316"/>
                    </a:cubicBezTo>
                    <a:cubicBezTo>
                      <a:pt x="805" y="1051"/>
                      <a:pt x="805" y="2258"/>
                      <a:pt x="70" y="3007"/>
                    </a:cubicBezTo>
                    <a:cubicBezTo>
                      <a:pt x="0" y="3076"/>
                      <a:pt x="0" y="3201"/>
                      <a:pt x="70" y="3270"/>
                    </a:cubicBezTo>
                    <a:cubicBezTo>
                      <a:pt x="104" y="3305"/>
                      <a:pt x="149" y="3322"/>
                      <a:pt x="196" y="3322"/>
                    </a:cubicBezTo>
                    <a:cubicBezTo>
                      <a:pt x="243" y="3322"/>
                      <a:pt x="291" y="3305"/>
                      <a:pt x="333" y="3270"/>
                    </a:cubicBezTo>
                    <a:cubicBezTo>
                      <a:pt x="1207" y="2382"/>
                      <a:pt x="1207" y="940"/>
                      <a:pt x="333" y="52"/>
                    </a:cubicBezTo>
                    <a:cubicBezTo>
                      <a:pt x="291" y="18"/>
                      <a:pt x="243" y="1"/>
                      <a:pt x="1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32"/>
              <p:cNvSpPr/>
              <p:nvPr/>
            </p:nvSpPr>
            <p:spPr>
              <a:xfrm>
                <a:off x="7018030" y="1348476"/>
                <a:ext cx="19502" cy="17786"/>
              </a:xfrm>
              <a:custGeom>
                <a:avLst/>
                <a:gdLst/>
                <a:ahLst/>
                <a:cxnLst/>
                <a:rect l="l" t="t" r="r" b="b"/>
                <a:pathLst>
                  <a:path w="409" h="373" extrusionOk="0">
                    <a:moveTo>
                      <a:pt x="207" y="1"/>
                    </a:moveTo>
                    <a:cubicBezTo>
                      <a:pt x="168" y="1"/>
                      <a:pt x="128" y="14"/>
                      <a:pt x="97" y="46"/>
                    </a:cubicBezTo>
                    <a:cubicBezTo>
                      <a:pt x="14" y="101"/>
                      <a:pt x="1" y="212"/>
                      <a:pt x="56" y="295"/>
                    </a:cubicBezTo>
                    <a:cubicBezTo>
                      <a:pt x="93" y="348"/>
                      <a:pt x="148" y="373"/>
                      <a:pt x="204" y="373"/>
                    </a:cubicBezTo>
                    <a:cubicBezTo>
                      <a:pt x="292" y="373"/>
                      <a:pt x="380" y="309"/>
                      <a:pt x="389" y="198"/>
                    </a:cubicBezTo>
                    <a:cubicBezTo>
                      <a:pt x="409" y="88"/>
                      <a:pt x="307" y="1"/>
                      <a:pt x="2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427" name="Google Shape;427;p32"/>
            <p:cNvCxnSpPr/>
            <p:nvPr/>
          </p:nvCxnSpPr>
          <p:spPr>
            <a:xfrm>
              <a:off x="729625" y="1355100"/>
              <a:ext cx="255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8" name="Google Shape;428;p32"/>
            <p:cNvCxnSpPr/>
            <p:nvPr/>
          </p:nvCxnSpPr>
          <p:spPr>
            <a:xfrm>
              <a:off x="729625" y="1845525"/>
              <a:ext cx="255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29" name="Google Shape;429;p32"/>
          <p:cNvSpPr/>
          <p:nvPr/>
        </p:nvSpPr>
        <p:spPr>
          <a:xfrm>
            <a:off x="1484848" y="1553691"/>
            <a:ext cx="1021200" cy="1021500"/>
          </a:xfrm>
          <a:prstGeom prst="rect">
            <a:avLst/>
          </a:prstGeom>
          <a:gradFill>
            <a:gsLst>
              <a:gs pos="0">
                <a:schemeClr val="dk2"/>
              </a:gs>
              <a:gs pos="2000">
                <a:schemeClr val="dk2"/>
              </a:gs>
              <a:gs pos="50000">
                <a:schemeClr val="dk1"/>
              </a:gs>
              <a:gs pos="100000">
                <a:schemeClr val="lt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32"/>
          <p:cNvSpPr/>
          <p:nvPr/>
        </p:nvSpPr>
        <p:spPr>
          <a:xfrm>
            <a:off x="2776873" y="1553691"/>
            <a:ext cx="1021200" cy="1021500"/>
          </a:xfrm>
          <a:prstGeom prst="rect">
            <a:avLst/>
          </a:prstGeom>
          <a:gradFill>
            <a:gsLst>
              <a:gs pos="0">
                <a:schemeClr val="dk2"/>
              </a:gs>
              <a:gs pos="2000">
                <a:schemeClr val="dk2"/>
              </a:gs>
              <a:gs pos="50000">
                <a:schemeClr val="dk1"/>
              </a:gs>
              <a:gs pos="100000">
                <a:schemeClr val="lt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31" name="Google Shape;431;p32"/>
          <p:cNvSpPr/>
          <p:nvPr/>
        </p:nvSpPr>
        <p:spPr>
          <a:xfrm>
            <a:off x="1484848" y="2804973"/>
            <a:ext cx="1021200" cy="1021500"/>
          </a:xfrm>
          <a:prstGeom prst="rect">
            <a:avLst/>
          </a:prstGeom>
          <a:gradFill>
            <a:gsLst>
              <a:gs pos="0">
                <a:schemeClr val="dk2"/>
              </a:gs>
              <a:gs pos="2000">
                <a:schemeClr val="dk2"/>
              </a:gs>
              <a:gs pos="50000">
                <a:schemeClr val="dk1"/>
              </a:gs>
              <a:gs pos="100000">
                <a:schemeClr val="lt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32"/>
          <p:cNvSpPr/>
          <p:nvPr/>
        </p:nvSpPr>
        <p:spPr>
          <a:xfrm>
            <a:off x="2776873" y="2804973"/>
            <a:ext cx="1021200" cy="1021500"/>
          </a:xfrm>
          <a:prstGeom prst="rect">
            <a:avLst/>
          </a:prstGeom>
          <a:gradFill>
            <a:gsLst>
              <a:gs pos="0">
                <a:schemeClr val="dk2"/>
              </a:gs>
              <a:gs pos="2000">
                <a:schemeClr val="dk2"/>
              </a:gs>
              <a:gs pos="50000">
                <a:schemeClr val="dk1"/>
              </a:gs>
              <a:gs pos="100000">
                <a:schemeClr val="lt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 descr="This may contain: a little pig with a blue hat on it's head is laying in front of a white background">
            <a:extLst>
              <a:ext uri="{FF2B5EF4-FFF2-40B4-BE49-F238E27FC236}">
                <a16:creationId xmlns:a16="http://schemas.microsoft.com/office/drawing/2014/main" id="{E5C77C1B-D475-75BD-099A-CA7FA20E37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65900" y="1722528"/>
            <a:ext cx="675477" cy="675477"/>
          </a:xfrm>
          <a:prstGeom prst="rect">
            <a:avLst/>
          </a:prstGeom>
        </p:spPr>
      </p:pic>
      <p:pic>
        <p:nvPicPr>
          <p:cNvPr id="4" name="Picture 3" descr="This contains: Pink 3D Icon">
            <a:extLst>
              <a:ext uri="{FF2B5EF4-FFF2-40B4-BE49-F238E27FC236}">
                <a16:creationId xmlns:a16="http://schemas.microsoft.com/office/drawing/2014/main" id="{638CACC3-1ACF-66C2-A0BB-B44A377CF51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907191" y="1693335"/>
            <a:ext cx="750942" cy="750942"/>
          </a:xfrm>
          <a:prstGeom prst="rect">
            <a:avLst/>
          </a:prstGeom>
        </p:spPr>
      </p:pic>
      <p:pic>
        <p:nvPicPr>
          <p:cNvPr id="5" name="Picture 4" descr="This may contain: an inflatable pink toy with a star on it's top and eyes">
            <a:extLst>
              <a:ext uri="{FF2B5EF4-FFF2-40B4-BE49-F238E27FC236}">
                <a16:creationId xmlns:a16="http://schemas.microsoft.com/office/drawing/2014/main" id="{FD30BB9A-B4D0-7947-E232-265182FCDF6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586881" y="2897267"/>
            <a:ext cx="833514" cy="836912"/>
          </a:xfrm>
          <a:prstGeom prst="rect">
            <a:avLst/>
          </a:prstGeom>
        </p:spPr>
      </p:pic>
      <p:pic>
        <p:nvPicPr>
          <p:cNvPr id="6" name="Picture 5" descr="This may contain: a pink and yellow flower shaped object with eyes on it's center, sitting in front of a white background">
            <a:extLst>
              <a:ext uri="{FF2B5EF4-FFF2-40B4-BE49-F238E27FC236}">
                <a16:creationId xmlns:a16="http://schemas.microsoft.com/office/drawing/2014/main" id="{AAB7DB6F-3744-F744-C96B-8275C698C9A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2758378" y="2755300"/>
            <a:ext cx="1039695" cy="1021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44"/>
          <p:cNvSpPr/>
          <p:nvPr/>
        </p:nvSpPr>
        <p:spPr>
          <a:xfrm>
            <a:off x="1452675" y="1382050"/>
            <a:ext cx="4323900" cy="2947500"/>
          </a:xfrm>
          <a:prstGeom prst="roundRect">
            <a:avLst>
              <a:gd name="adj" fmla="val 1095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81" name="Google Shape;1181;p44"/>
          <p:cNvGrpSpPr/>
          <p:nvPr/>
        </p:nvGrpSpPr>
        <p:grpSpPr>
          <a:xfrm>
            <a:off x="1696225" y="1833742"/>
            <a:ext cx="3837012" cy="2044116"/>
            <a:chOff x="233350" y="949250"/>
            <a:chExt cx="7137300" cy="3802300"/>
          </a:xfrm>
        </p:grpSpPr>
        <p:sp>
          <p:nvSpPr>
            <p:cNvPr id="1182" name="Google Shape;1182;p44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44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44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44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44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44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44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44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44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44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44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44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44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44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44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44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44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44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44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44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44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44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44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44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44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44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4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4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44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44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44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44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44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44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44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44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44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44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44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44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44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44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4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4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4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4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4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4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4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4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4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solidFill>
              <a:srgbClr val="DCDEE2">
                <a:alpha val="34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33" name="Google Shape;1233;p44"/>
          <p:cNvSpPr/>
          <p:nvPr/>
        </p:nvSpPr>
        <p:spPr>
          <a:xfrm>
            <a:off x="2256125" y="2484520"/>
            <a:ext cx="246000" cy="2460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4" name="Google Shape;1234;p44"/>
          <p:cNvSpPr/>
          <p:nvPr/>
        </p:nvSpPr>
        <p:spPr>
          <a:xfrm>
            <a:off x="4951225" y="3258326"/>
            <a:ext cx="246000" cy="2460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5" name="Google Shape;1235;p44"/>
          <p:cNvSpPr/>
          <p:nvPr/>
        </p:nvSpPr>
        <p:spPr>
          <a:xfrm>
            <a:off x="2306625" y="2879421"/>
            <a:ext cx="246000" cy="2460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6" name="Google Shape;1236;p44"/>
          <p:cNvSpPr txBox="1">
            <a:spLocks noGrp="1"/>
          </p:cNvSpPr>
          <p:nvPr>
            <p:ph type="title"/>
          </p:nvPr>
        </p:nvSpPr>
        <p:spPr>
          <a:xfrm>
            <a:off x="1998350" y="540000"/>
            <a:ext cx="6425700" cy="47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Potential Audience</a:t>
            </a:r>
            <a:endParaRPr/>
          </a:p>
        </p:txBody>
      </p:sp>
      <p:grpSp>
        <p:nvGrpSpPr>
          <p:cNvPr id="1237" name="Google Shape;1237;p44"/>
          <p:cNvGrpSpPr/>
          <p:nvPr/>
        </p:nvGrpSpPr>
        <p:grpSpPr>
          <a:xfrm>
            <a:off x="723837" y="552000"/>
            <a:ext cx="1218671" cy="1640915"/>
            <a:chOff x="723837" y="552000"/>
            <a:chExt cx="1218671" cy="1640915"/>
          </a:xfrm>
        </p:grpSpPr>
        <p:sp>
          <p:nvSpPr>
            <p:cNvPr id="1238" name="Google Shape;1238;p44"/>
            <p:cNvSpPr/>
            <p:nvPr/>
          </p:nvSpPr>
          <p:spPr>
            <a:xfrm>
              <a:off x="729625" y="552000"/>
              <a:ext cx="98100" cy="98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4"/>
            <p:cNvSpPr/>
            <p:nvPr/>
          </p:nvSpPr>
          <p:spPr>
            <a:xfrm>
              <a:off x="882900" y="552000"/>
              <a:ext cx="98100" cy="98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4"/>
            <p:cNvSpPr/>
            <p:nvPr/>
          </p:nvSpPr>
          <p:spPr>
            <a:xfrm>
              <a:off x="1036175" y="552000"/>
              <a:ext cx="98100" cy="98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44"/>
            <p:cNvSpPr/>
            <p:nvPr/>
          </p:nvSpPr>
          <p:spPr>
            <a:xfrm>
              <a:off x="1379968" y="618464"/>
              <a:ext cx="255633" cy="250348"/>
            </a:xfrm>
            <a:custGeom>
              <a:avLst/>
              <a:gdLst/>
              <a:ahLst/>
              <a:cxnLst/>
              <a:rect l="l" t="t" r="r" b="b"/>
              <a:pathLst>
                <a:path w="11027" h="10799" extrusionOk="0">
                  <a:moveTo>
                    <a:pt x="5504" y="1"/>
                  </a:moveTo>
                  <a:cubicBezTo>
                    <a:pt x="5436" y="1"/>
                    <a:pt x="5367" y="2"/>
                    <a:pt x="5298" y="4"/>
                  </a:cubicBezTo>
                  <a:cubicBezTo>
                    <a:pt x="2331" y="130"/>
                    <a:pt x="1" y="2639"/>
                    <a:pt x="126" y="5621"/>
                  </a:cubicBezTo>
                  <a:cubicBezTo>
                    <a:pt x="234" y="8525"/>
                    <a:pt x="2618" y="10799"/>
                    <a:pt x="5498" y="10799"/>
                  </a:cubicBezTo>
                  <a:cubicBezTo>
                    <a:pt x="5575" y="10799"/>
                    <a:pt x="5652" y="10797"/>
                    <a:pt x="5729" y="10794"/>
                  </a:cubicBezTo>
                  <a:cubicBezTo>
                    <a:pt x="8710" y="10683"/>
                    <a:pt x="11027" y="8173"/>
                    <a:pt x="10916" y="5191"/>
                  </a:cubicBezTo>
                  <a:cubicBezTo>
                    <a:pt x="10793" y="2279"/>
                    <a:pt x="8395" y="1"/>
                    <a:pt x="55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44"/>
            <p:cNvSpPr/>
            <p:nvPr/>
          </p:nvSpPr>
          <p:spPr>
            <a:xfrm>
              <a:off x="1483960" y="686786"/>
              <a:ext cx="47650" cy="117350"/>
            </a:xfrm>
            <a:custGeom>
              <a:avLst/>
              <a:gdLst/>
              <a:ahLst/>
              <a:cxnLst/>
              <a:rect l="l" t="t" r="r" b="b"/>
              <a:pathLst>
                <a:path w="1906" h="4694" extrusionOk="0">
                  <a:moveTo>
                    <a:pt x="1906" y="0"/>
                  </a:moveTo>
                  <a:lnTo>
                    <a:pt x="0" y="2347"/>
                  </a:lnTo>
                  <a:lnTo>
                    <a:pt x="1857" y="4694"/>
                  </a:ln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3" name="Google Shape;1243;p44"/>
            <p:cNvSpPr/>
            <p:nvPr/>
          </p:nvSpPr>
          <p:spPr>
            <a:xfrm flipH="1">
              <a:off x="1686874" y="618464"/>
              <a:ext cx="255633" cy="250348"/>
            </a:xfrm>
            <a:custGeom>
              <a:avLst/>
              <a:gdLst/>
              <a:ahLst/>
              <a:cxnLst/>
              <a:rect l="l" t="t" r="r" b="b"/>
              <a:pathLst>
                <a:path w="11027" h="10799" extrusionOk="0">
                  <a:moveTo>
                    <a:pt x="5504" y="1"/>
                  </a:moveTo>
                  <a:cubicBezTo>
                    <a:pt x="5436" y="1"/>
                    <a:pt x="5367" y="2"/>
                    <a:pt x="5298" y="4"/>
                  </a:cubicBezTo>
                  <a:cubicBezTo>
                    <a:pt x="2331" y="130"/>
                    <a:pt x="1" y="2639"/>
                    <a:pt x="126" y="5621"/>
                  </a:cubicBezTo>
                  <a:cubicBezTo>
                    <a:pt x="234" y="8525"/>
                    <a:pt x="2618" y="10799"/>
                    <a:pt x="5498" y="10799"/>
                  </a:cubicBezTo>
                  <a:cubicBezTo>
                    <a:pt x="5575" y="10799"/>
                    <a:pt x="5652" y="10797"/>
                    <a:pt x="5729" y="10794"/>
                  </a:cubicBezTo>
                  <a:cubicBezTo>
                    <a:pt x="8710" y="10683"/>
                    <a:pt x="11027" y="8173"/>
                    <a:pt x="10916" y="5191"/>
                  </a:cubicBezTo>
                  <a:cubicBezTo>
                    <a:pt x="10793" y="2279"/>
                    <a:pt x="8395" y="1"/>
                    <a:pt x="55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44"/>
            <p:cNvSpPr/>
            <p:nvPr/>
          </p:nvSpPr>
          <p:spPr>
            <a:xfrm flipH="1">
              <a:off x="1790866" y="686786"/>
              <a:ext cx="47650" cy="117350"/>
            </a:xfrm>
            <a:custGeom>
              <a:avLst/>
              <a:gdLst/>
              <a:ahLst/>
              <a:cxnLst/>
              <a:rect l="l" t="t" r="r" b="b"/>
              <a:pathLst>
                <a:path w="1906" h="4694" extrusionOk="0">
                  <a:moveTo>
                    <a:pt x="1906" y="0"/>
                  </a:moveTo>
                  <a:lnTo>
                    <a:pt x="0" y="2347"/>
                  </a:lnTo>
                  <a:lnTo>
                    <a:pt x="1857" y="4694"/>
                  </a:ln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45" name="Google Shape;1245;p44"/>
            <p:cNvGrpSpPr/>
            <p:nvPr/>
          </p:nvGrpSpPr>
          <p:grpSpPr>
            <a:xfrm>
              <a:off x="729630" y="1968358"/>
              <a:ext cx="255615" cy="224557"/>
              <a:chOff x="6184139" y="1980808"/>
              <a:chExt cx="451696" cy="396814"/>
            </a:xfrm>
          </p:grpSpPr>
          <p:sp>
            <p:nvSpPr>
              <p:cNvPr id="1246" name="Google Shape;1246;p44"/>
              <p:cNvSpPr/>
              <p:nvPr/>
            </p:nvSpPr>
            <p:spPr>
              <a:xfrm>
                <a:off x="6184139" y="1980808"/>
                <a:ext cx="451696" cy="396814"/>
              </a:xfrm>
              <a:custGeom>
                <a:avLst/>
                <a:gdLst/>
                <a:ahLst/>
                <a:cxnLst/>
                <a:rect l="l" t="t" r="r" b="b"/>
                <a:pathLst>
                  <a:path w="9473" h="8322" extrusionOk="0">
                    <a:moveTo>
                      <a:pt x="4272" y="361"/>
                    </a:moveTo>
                    <a:cubicBezTo>
                      <a:pt x="4675" y="361"/>
                      <a:pt x="5063" y="583"/>
                      <a:pt x="5257" y="943"/>
                    </a:cubicBezTo>
                    <a:cubicBezTo>
                      <a:pt x="5285" y="1013"/>
                      <a:pt x="5354" y="1041"/>
                      <a:pt x="5437" y="1041"/>
                    </a:cubicBezTo>
                    <a:cubicBezTo>
                      <a:pt x="5466" y="1038"/>
                      <a:pt x="5495" y="1036"/>
                      <a:pt x="5524" y="1036"/>
                    </a:cubicBezTo>
                    <a:cubicBezTo>
                      <a:pt x="5868" y="1036"/>
                      <a:pt x="6196" y="1263"/>
                      <a:pt x="6324" y="1596"/>
                    </a:cubicBezTo>
                    <a:cubicBezTo>
                      <a:pt x="6349" y="1657"/>
                      <a:pt x="6408" y="1709"/>
                      <a:pt x="6480" y="1709"/>
                    </a:cubicBezTo>
                    <a:cubicBezTo>
                      <a:pt x="6489" y="1709"/>
                      <a:pt x="6497" y="1708"/>
                      <a:pt x="6505" y="1707"/>
                    </a:cubicBezTo>
                    <a:cubicBezTo>
                      <a:pt x="6521" y="1705"/>
                      <a:pt x="6536" y="1704"/>
                      <a:pt x="6552" y="1704"/>
                    </a:cubicBezTo>
                    <a:cubicBezTo>
                      <a:pt x="6838" y="1704"/>
                      <a:pt x="7088" y="1944"/>
                      <a:pt x="7088" y="2234"/>
                    </a:cubicBezTo>
                    <a:cubicBezTo>
                      <a:pt x="7088" y="2524"/>
                      <a:pt x="6851" y="2760"/>
                      <a:pt x="6561" y="2760"/>
                    </a:cubicBezTo>
                    <a:lnTo>
                      <a:pt x="6311" y="2760"/>
                    </a:lnTo>
                    <a:lnTo>
                      <a:pt x="6311" y="2178"/>
                    </a:lnTo>
                    <a:cubicBezTo>
                      <a:pt x="6311" y="2073"/>
                      <a:pt x="6222" y="1988"/>
                      <a:pt x="6120" y="1988"/>
                    </a:cubicBezTo>
                    <a:cubicBezTo>
                      <a:pt x="6101" y="1988"/>
                      <a:pt x="6081" y="1991"/>
                      <a:pt x="6061" y="1997"/>
                    </a:cubicBezTo>
                    <a:lnTo>
                      <a:pt x="4064" y="2566"/>
                    </a:lnTo>
                    <a:cubicBezTo>
                      <a:pt x="3981" y="2594"/>
                      <a:pt x="3926" y="2677"/>
                      <a:pt x="3939" y="2760"/>
                    </a:cubicBezTo>
                    <a:lnTo>
                      <a:pt x="3066" y="2760"/>
                    </a:lnTo>
                    <a:cubicBezTo>
                      <a:pt x="2678" y="2760"/>
                      <a:pt x="2345" y="2413"/>
                      <a:pt x="2373" y="2025"/>
                    </a:cubicBezTo>
                    <a:cubicBezTo>
                      <a:pt x="2373" y="1886"/>
                      <a:pt x="2441" y="1720"/>
                      <a:pt x="2552" y="1609"/>
                    </a:cubicBezTo>
                    <a:cubicBezTo>
                      <a:pt x="2678" y="1470"/>
                      <a:pt x="2830" y="1401"/>
                      <a:pt x="3011" y="1387"/>
                    </a:cubicBezTo>
                    <a:cubicBezTo>
                      <a:pt x="3094" y="1374"/>
                      <a:pt x="3163" y="1318"/>
                      <a:pt x="3177" y="1235"/>
                    </a:cubicBezTo>
                    <a:cubicBezTo>
                      <a:pt x="3232" y="999"/>
                      <a:pt x="3371" y="777"/>
                      <a:pt x="3565" y="610"/>
                    </a:cubicBezTo>
                    <a:cubicBezTo>
                      <a:pt x="3773" y="444"/>
                      <a:pt x="4009" y="361"/>
                      <a:pt x="4272" y="361"/>
                    </a:cubicBezTo>
                    <a:close/>
                    <a:moveTo>
                      <a:pt x="5936" y="2413"/>
                    </a:moveTo>
                    <a:lnTo>
                      <a:pt x="5936" y="2816"/>
                    </a:lnTo>
                    <a:lnTo>
                      <a:pt x="4300" y="3301"/>
                    </a:lnTo>
                    <a:lnTo>
                      <a:pt x="4300" y="2885"/>
                    </a:lnTo>
                    <a:lnTo>
                      <a:pt x="5936" y="2413"/>
                    </a:lnTo>
                    <a:close/>
                    <a:moveTo>
                      <a:pt x="5618" y="4493"/>
                    </a:moveTo>
                    <a:cubicBezTo>
                      <a:pt x="5797" y="4493"/>
                      <a:pt x="5936" y="4632"/>
                      <a:pt x="5936" y="4813"/>
                    </a:cubicBezTo>
                    <a:lnTo>
                      <a:pt x="5936" y="4826"/>
                    </a:lnTo>
                    <a:lnTo>
                      <a:pt x="5936" y="4841"/>
                    </a:lnTo>
                    <a:cubicBezTo>
                      <a:pt x="5936" y="5007"/>
                      <a:pt x="5797" y="5146"/>
                      <a:pt x="5618" y="5146"/>
                    </a:cubicBezTo>
                    <a:lnTo>
                      <a:pt x="5326" y="5146"/>
                    </a:lnTo>
                    <a:cubicBezTo>
                      <a:pt x="5146" y="5146"/>
                      <a:pt x="5007" y="5007"/>
                      <a:pt x="5007" y="4841"/>
                    </a:cubicBezTo>
                    <a:lnTo>
                      <a:pt x="5007" y="4813"/>
                    </a:lnTo>
                    <a:cubicBezTo>
                      <a:pt x="5007" y="4632"/>
                      <a:pt x="5146" y="4493"/>
                      <a:pt x="5326" y="4493"/>
                    </a:cubicBezTo>
                    <a:close/>
                    <a:moveTo>
                      <a:pt x="3621" y="4909"/>
                    </a:moveTo>
                    <a:cubicBezTo>
                      <a:pt x="3800" y="4909"/>
                      <a:pt x="3939" y="5048"/>
                      <a:pt x="3939" y="5215"/>
                    </a:cubicBezTo>
                    <a:lnTo>
                      <a:pt x="3939" y="5229"/>
                    </a:lnTo>
                    <a:lnTo>
                      <a:pt x="3939" y="5242"/>
                    </a:lnTo>
                    <a:cubicBezTo>
                      <a:pt x="3939" y="5409"/>
                      <a:pt x="3800" y="5547"/>
                      <a:pt x="3621" y="5547"/>
                    </a:cubicBezTo>
                    <a:lnTo>
                      <a:pt x="3316" y="5547"/>
                    </a:lnTo>
                    <a:cubicBezTo>
                      <a:pt x="3149" y="5547"/>
                      <a:pt x="3011" y="5409"/>
                      <a:pt x="3011" y="5242"/>
                    </a:cubicBezTo>
                    <a:lnTo>
                      <a:pt x="3011" y="5215"/>
                    </a:lnTo>
                    <a:cubicBezTo>
                      <a:pt x="3011" y="5048"/>
                      <a:pt x="3149" y="4909"/>
                      <a:pt x="3316" y="4909"/>
                    </a:cubicBezTo>
                    <a:close/>
                    <a:moveTo>
                      <a:pt x="7615" y="2483"/>
                    </a:moveTo>
                    <a:lnTo>
                      <a:pt x="7615" y="6200"/>
                    </a:lnTo>
                    <a:lnTo>
                      <a:pt x="1873" y="6200"/>
                    </a:lnTo>
                    <a:lnTo>
                      <a:pt x="1873" y="2483"/>
                    </a:lnTo>
                    <a:lnTo>
                      <a:pt x="2081" y="2483"/>
                    </a:lnTo>
                    <a:cubicBezTo>
                      <a:pt x="2247" y="2871"/>
                      <a:pt x="2636" y="3134"/>
                      <a:pt x="3066" y="3134"/>
                    </a:cubicBezTo>
                    <a:lnTo>
                      <a:pt x="3939" y="3134"/>
                    </a:lnTo>
                    <a:lnTo>
                      <a:pt x="3939" y="4619"/>
                    </a:lnTo>
                    <a:cubicBezTo>
                      <a:pt x="3843" y="4563"/>
                      <a:pt x="3732" y="4536"/>
                      <a:pt x="3621" y="4536"/>
                    </a:cubicBezTo>
                    <a:lnTo>
                      <a:pt x="3316" y="4536"/>
                    </a:lnTo>
                    <a:cubicBezTo>
                      <a:pt x="2941" y="4536"/>
                      <a:pt x="2636" y="4841"/>
                      <a:pt x="2636" y="5215"/>
                    </a:cubicBezTo>
                    <a:lnTo>
                      <a:pt x="2636" y="5242"/>
                    </a:lnTo>
                    <a:cubicBezTo>
                      <a:pt x="2636" y="5617"/>
                      <a:pt x="2941" y="5922"/>
                      <a:pt x="3316" y="5922"/>
                    </a:cubicBezTo>
                    <a:lnTo>
                      <a:pt x="3621" y="5922"/>
                    </a:lnTo>
                    <a:cubicBezTo>
                      <a:pt x="4009" y="5922"/>
                      <a:pt x="4300" y="5590"/>
                      <a:pt x="4300" y="5215"/>
                    </a:cubicBezTo>
                    <a:lnTo>
                      <a:pt x="4300" y="3676"/>
                    </a:lnTo>
                    <a:lnTo>
                      <a:pt x="5936" y="3204"/>
                    </a:lnTo>
                    <a:lnTo>
                      <a:pt x="5936" y="4203"/>
                    </a:lnTo>
                    <a:cubicBezTo>
                      <a:pt x="5840" y="4161"/>
                      <a:pt x="5742" y="4133"/>
                      <a:pt x="5618" y="4133"/>
                    </a:cubicBezTo>
                    <a:lnTo>
                      <a:pt x="5326" y="4133"/>
                    </a:lnTo>
                    <a:cubicBezTo>
                      <a:pt x="4952" y="4133"/>
                      <a:pt x="4647" y="4438"/>
                      <a:pt x="4647" y="4813"/>
                    </a:cubicBezTo>
                    <a:lnTo>
                      <a:pt x="4647" y="4841"/>
                    </a:lnTo>
                    <a:cubicBezTo>
                      <a:pt x="4647" y="5215"/>
                      <a:pt x="4952" y="5520"/>
                      <a:pt x="5326" y="5520"/>
                    </a:cubicBezTo>
                    <a:lnTo>
                      <a:pt x="5618" y="5520"/>
                    </a:lnTo>
                    <a:cubicBezTo>
                      <a:pt x="6006" y="5520"/>
                      <a:pt x="6311" y="5187"/>
                      <a:pt x="6311" y="4813"/>
                    </a:cubicBezTo>
                    <a:lnTo>
                      <a:pt x="6311" y="3134"/>
                    </a:lnTo>
                    <a:lnTo>
                      <a:pt x="6561" y="3134"/>
                    </a:lnTo>
                    <a:cubicBezTo>
                      <a:pt x="6962" y="3134"/>
                      <a:pt x="7323" y="2857"/>
                      <a:pt x="7434" y="2483"/>
                    </a:cubicBezTo>
                    <a:close/>
                    <a:moveTo>
                      <a:pt x="8044" y="1664"/>
                    </a:moveTo>
                    <a:cubicBezTo>
                      <a:pt x="8253" y="1664"/>
                      <a:pt x="8432" y="1831"/>
                      <a:pt x="8432" y="2053"/>
                    </a:cubicBezTo>
                    <a:lnTo>
                      <a:pt x="8432" y="6629"/>
                    </a:lnTo>
                    <a:cubicBezTo>
                      <a:pt x="8432" y="6838"/>
                      <a:pt x="8253" y="7017"/>
                      <a:pt x="8044" y="7017"/>
                    </a:cubicBezTo>
                    <a:lnTo>
                      <a:pt x="1443" y="7017"/>
                    </a:lnTo>
                    <a:cubicBezTo>
                      <a:pt x="1221" y="7017"/>
                      <a:pt x="1055" y="6838"/>
                      <a:pt x="1055" y="6629"/>
                    </a:cubicBezTo>
                    <a:lnTo>
                      <a:pt x="1055" y="2053"/>
                    </a:lnTo>
                    <a:cubicBezTo>
                      <a:pt x="1055" y="1831"/>
                      <a:pt x="1221" y="1664"/>
                      <a:pt x="1443" y="1664"/>
                    </a:cubicBezTo>
                    <a:lnTo>
                      <a:pt x="2081" y="1664"/>
                    </a:lnTo>
                    <a:cubicBezTo>
                      <a:pt x="2025" y="1803"/>
                      <a:pt x="1998" y="1956"/>
                      <a:pt x="1998" y="2108"/>
                    </a:cubicBezTo>
                    <a:lnTo>
                      <a:pt x="1679" y="2108"/>
                    </a:lnTo>
                    <a:cubicBezTo>
                      <a:pt x="1582" y="2108"/>
                      <a:pt x="1498" y="2191"/>
                      <a:pt x="1498" y="2289"/>
                    </a:cubicBezTo>
                    <a:lnTo>
                      <a:pt x="1498" y="6394"/>
                    </a:lnTo>
                    <a:cubicBezTo>
                      <a:pt x="1498" y="6490"/>
                      <a:pt x="1582" y="6574"/>
                      <a:pt x="1679" y="6574"/>
                    </a:cubicBezTo>
                    <a:lnTo>
                      <a:pt x="7794" y="6574"/>
                    </a:lnTo>
                    <a:cubicBezTo>
                      <a:pt x="7905" y="6574"/>
                      <a:pt x="7989" y="6490"/>
                      <a:pt x="7989" y="6394"/>
                    </a:cubicBezTo>
                    <a:lnTo>
                      <a:pt x="7989" y="2289"/>
                    </a:lnTo>
                    <a:cubicBezTo>
                      <a:pt x="7989" y="2191"/>
                      <a:pt x="7905" y="2108"/>
                      <a:pt x="7794" y="2108"/>
                    </a:cubicBezTo>
                    <a:lnTo>
                      <a:pt x="7448" y="2108"/>
                    </a:lnTo>
                    <a:cubicBezTo>
                      <a:pt x="7434" y="1942"/>
                      <a:pt x="7365" y="1790"/>
                      <a:pt x="7254" y="1664"/>
                    </a:cubicBezTo>
                    <a:close/>
                    <a:moveTo>
                      <a:pt x="4272" y="0"/>
                    </a:moveTo>
                    <a:cubicBezTo>
                      <a:pt x="3926" y="0"/>
                      <a:pt x="3593" y="111"/>
                      <a:pt x="3329" y="320"/>
                    </a:cubicBezTo>
                    <a:cubicBezTo>
                      <a:pt x="3107" y="514"/>
                      <a:pt x="2941" y="749"/>
                      <a:pt x="2844" y="1026"/>
                    </a:cubicBezTo>
                    <a:cubicBezTo>
                      <a:pt x="2663" y="1069"/>
                      <a:pt x="2484" y="1165"/>
                      <a:pt x="2345" y="1290"/>
                    </a:cubicBezTo>
                    <a:lnTo>
                      <a:pt x="1443" y="1290"/>
                    </a:lnTo>
                    <a:cubicBezTo>
                      <a:pt x="1027" y="1290"/>
                      <a:pt x="681" y="1637"/>
                      <a:pt x="681" y="2053"/>
                    </a:cubicBezTo>
                    <a:lnTo>
                      <a:pt x="681" y="6629"/>
                    </a:lnTo>
                    <a:cubicBezTo>
                      <a:pt x="681" y="6768"/>
                      <a:pt x="722" y="6906"/>
                      <a:pt x="792" y="7017"/>
                    </a:cubicBezTo>
                    <a:lnTo>
                      <a:pt x="195" y="7017"/>
                    </a:lnTo>
                    <a:cubicBezTo>
                      <a:pt x="84" y="7017"/>
                      <a:pt x="1" y="7101"/>
                      <a:pt x="1" y="7198"/>
                    </a:cubicBezTo>
                    <a:lnTo>
                      <a:pt x="1" y="7642"/>
                    </a:lnTo>
                    <a:cubicBezTo>
                      <a:pt x="1" y="8016"/>
                      <a:pt x="320" y="8321"/>
                      <a:pt x="694" y="8321"/>
                    </a:cubicBezTo>
                    <a:lnTo>
                      <a:pt x="3926" y="8321"/>
                    </a:lnTo>
                    <a:cubicBezTo>
                      <a:pt x="4037" y="8321"/>
                      <a:pt x="4120" y="8238"/>
                      <a:pt x="4120" y="8141"/>
                    </a:cubicBezTo>
                    <a:cubicBezTo>
                      <a:pt x="4120" y="8030"/>
                      <a:pt x="4037" y="7947"/>
                      <a:pt x="3926" y="7947"/>
                    </a:cubicBezTo>
                    <a:lnTo>
                      <a:pt x="694" y="7947"/>
                    </a:lnTo>
                    <a:cubicBezTo>
                      <a:pt x="514" y="7947"/>
                      <a:pt x="376" y="7808"/>
                      <a:pt x="376" y="7642"/>
                    </a:cubicBezTo>
                    <a:lnTo>
                      <a:pt x="376" y="7392"/>
                    </a:lnTo>
                    <a:lnTo>
                      <a:pt x="9098" y="7392"/>
                    </a:lnTo>
                    <a:lnTo>
                      <a:pt x="9098" y="7642"/>
                    </a:lnTo>
                    <a:cubicBezTo>
                      <a:pt x="9098" y="7808"/>
                      <a:pt x="8959" y="7947"/>
                      <a:pt x="8793" y="7947"/>
                    </a:cubicBezTo>
                    <a:lnTo>
                      <a:pt x="5562" y="7947"/>
                    </a:lnTo>
                    <a:cubicBezTo>
                      <a:pt x="5451" y="7947"/>
                      <a:pt x="5368" y="8030"/>
                      <a:pt x="5368" y="8141"/>
                    </a:cubicBezTo>
                    <a:cubicBezTo>
                      <a:pt x="5368" y="8238"/>
                      <a:pt x="5451" y="8321"/>
                      <a:pt x="5562" y="8321"/>
                    </a:cubicBezTo>
                    <a:lnTo>
                      <a:pt x="8793" y="8321"/>
                    </a:lnTo>
                    <a:cubicBezTo>
                      <a:pt x="9168" y="8321"/>
                      <a:pt x="9473" y="8016"/>
                      <a:pt x="9473" y="7642"/>
                    </a:cubicBezTo>
                    <a:lnTo>
                      <a:pt x="9473" y="7198"/>
                    </a:lnTo>
                    <a:cubicBezTo>
                      <a:pt x="9473" y="7101"/>
                      <a:pt x="9390" y="7017"/>
                      <a:pt x="9292" y="7017"/>
                    </a:cubicBezTo>
                    <a:lnTo>
                      <a:pt x="8696" y="7017"/>
                    </a:lnTo>
                    <a:cubicBezTo>
                      <a:pt x="8765" y="6906"/>
                      <a:pt x="8793" y="6768"/>
                      <a:pt x="8793" y="6629"/>
                    </a:cubicBezTo>
                    <a:lnTo>
                      <a:pt x="8793" y="2053"/>
                    </a:lnTo>
                    <a:cubicBezTo>
                      <a:pt x="8793" y="1637"/>
                      <a:pt x="8460" y="1290"/>
                      <a:pt x="8044" y="1290"/>
                    </a:cubicBezTo>
                    <a:lnTo>
                      <a:pt x="6588" y="1290"/>
                    </a:lnTo>
                    <a:cubicBezTo>
                      <a:pt x="6367" y="915"/>
                      <a:pt x="5964" y="666"/>
                      <a:pt x="5520" y="666"/>
                    </a:cubicBezTo>
                    <a:cubicBezTo>
                      <a:pt x="5243" y="250"/>
                      <a:pt x="4771" y="0"/>
                      <a:pt x="42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44"/>
              <p:cNvSpPr/>
              <p:nvPr/>
            </p:nvSpPr>
            <p:spPr>
              <a:xfrm>
                <a:off x="6400384" y="2359892"/>
                <a:ext cx="19216" cy="17499"/>
              </a:xfrm>
              <a:custGeom>
                <a:avLst/>
                <a:gdLst/>
                <a:ahLst/>
                <a:cxnLst/>
                <a:rect l="l" t="t" r="r" b="b"/>
                <a:pathLst>
                  <a:path w="403" h="367" extrusionOk="0">
                    <a:moveTo>
                      <a:pt x="192" y="0"/>
                    </a:moveTo>
                    <a:cubicBezTo>
                      <a:pt x="147" y="0"/>
                      <a:pt x="103" y="19"/>
                      <a:pt x="70" y="53"/>
                    </a:cubicBezTo>
                    <a:cubicBezTo>
                      <a:pt x="14" y="121"/>
                      <a:pt x="1" y="219"/>
                      <a:pt x="56" y="288"/>
                    </a:cubicBezTo>
                    <a:cubicBezTo>
                      <a:pt x="89" y="342"/>
                      <a:pt x="142" y="366"/>
                      <a:pt x="197" y="366"/>
                    </a:cubicBezTo>
                    <a:cubicBezTo>
                      <a:pt x="283" y="366"/>
                      <a:pt x="372" y="306"/>
                      <a:pt x="389" y="205"/>
                    </a:cubicBezTo>
                    <a:cubicBezTo>
                      <a:pt x="403" y="136"/>
                      <a:pt x="362" y="53"/>
                      <a:pt x="278" y="25"/>
                    </a:cubicBezTo>
                    <a:cubicBezTo>
                      <a:pt x="251" y="8"/>
                      <a:pt x="221" y="0"/>
                      <a:pt x="19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48" name="Google Shape;1248;p44"/>
            <p:cNvGrpSpPr/>
            <p:nvPr/>
          </p:nvGrpSpPr>
          <p:grpSpPr>
            <a:xfrm>
              <a:off x="729630" y="975085"/>
              <a:ext cx="255615" cy="254967"/>
              <a:chOff x="6184139" y="1220827"/>
              <a:chExt cx="451696" cy="450552"/>
            </a:xfrm>
          </p:grpSpPr>
          <p:sp>
            <p:nvSpPr>
              <p:cNvPr id="1249" name="Google Shape;1249;p44"/>
              <p:cNvSpPr/>
              <p:nvPr/>
            </p:nvSpPr>
            <p:spPr>
              <a:xfrm>
                <a:off x="6353416" y="1390104"/>
                <a:ext cx="117776" cy="137087"/>
              </a:xfrm>
              <a:custGeom>
                <a:avLst/>
                <a:gdLst/>
                <a:ahLst/>
                <a:cxnLst/>
                <a:rect l="l" t="t" r="r" b="b"/>
                <a:pathLst>
                  <a:path w="2470" h="2875" extrusionOk="0">
                    <a:moveTo>
                      <a:pt x="916" y="1946"/>
                    </a:moveTo>
                    <a:cubicBezTo>
                      <a:pt x="1069" y="1946"/>
                      <a:pt x="1193" y="2070"/>
                      <a:pt x="1193" y="2224"/>
                    </a:cubicBezTo>
                    <a:cubicBezTo>
                      <a:pt x="1193" y="2376"/>
                      <a:pt x="1069" y="2501"/>
                      <a:pt x="916" y="2501"/>
                    </a:cubicBezTo>
                    <a:lnTo>
                      <a:pt x="666" y="2501"/>
                    </a:lnTo>
                    <a:cubicBezTo>
                      <a:pt x="500" y="2501"/>
                      <a:pt x="376" y="2376"/>
                      <a:pt x="376" y="2224"/>
                    </a:cubicBezTo>
                    <a:cubicBezTo>
                      <a:pt x="376" y="2070"/>
                      <a:pt x="500" y="1946"/>
                      <a:pt x="666" y="1946"/>
                    </a:cubicBezTo>
                    <a:close/>
                    <a:moveTo>
                      <a:pt x="1383" y="1"/>
                    </a:moveTo>
                    <a:cubicBezTo>
                      <a:pt x="1371" y="1"/>
                      <a:pt x="1358" y="2"/>
                      <a:pt x="1347" y="5"/>
                    </a:cubicBezTo>
                    <a:cubicBezTo>
                      <a:pt x="1263" y="18"/>
                      <a:pt x="1193" y="101"/>
                      <a:pt x="1193" y="184"/>
                    </a:cubicBezTo>
                    <a:lnTo>
                      <a:pt x="1193" y="1627"/>
                    </a:lnTo>
                    <a:cubicBezTo>
                      <a:pt x="1110" y="1599"/>
                      <a:pt x="1014" y="1571"/>
                      <a:pt x="916" y="1571"/>
                    </a:cubicBezTo>
                    <a:lnTo>
                      <a:pt x="666" y="1571"/>
                    </a:lnTo>
                    <a:cubicBezTo>
                      <a:pt x="320" y="1571"/>
                      <a:pt x="15" y="1849"/>
                      <a:pt x="15" y="2209"/>
                    </a:cubicBezTo>
                    <a:cubicBezTo>
                      <a:pt x="1" y="2570"/>
                      <a:pt x="293" y="2875"/>
                      <a:pt x="666" y="2875"/>
                    </a:cubicBezTo>
                    <a:lnTo>
                      <a:pt x="916" y="2875"/>
                    </a:lnTo>
                    <a:cubicBezTo>
                      <a:pt x="1277" y="2875"/>
                      <a:pt x="1568" y="2584"/>
                      <a:pt x="1568" y="2224"/>
                    </a:cubicBezTo>
                    <a:lnTo>
                      <a:pt x="1568" y="600"/>
                    </a:lnTo>
                    <a:cubicBezTo>
                      <a:pt x="1637" y="628"/>
                      <a:pt x="1707" y="670"/>
                      <a:pt x="1804" y="698"/>
                    </a:cubicBezTo>
                    <a:cubicBezTo>
                      <a:pt x="2026" y="767"/>
                      <a:pt x="2081" y="920"/>
                      <a:pt x="2081" y="933"/>
                    </a:cubicBezTo>
                    <a:lnTo>
                      <a:pt x="2095" y="948"/>
                    </a:lnTo>
                    <a:cubicBezTo>
                      <a:pt x="2118" y="1025"/>
                      <a:pt x="2183" y="1067"/>
                      <a:pt x="2259" y="1067"/>
                    </a:cubicBezTo>
                    <a:cubicBezTo>
                      <a:pt x="2278" y="1067"/>
                      <a:pt x="2297" y="1064"/>
                      <a:pt x="2317" y="1059"/>
                    </a:cubicBezTo>
                    <a:cubicBezTo>
                      <a:pt x="2414" y="1031"/>
                      <a:pt x="2469" y="933"/>
                      <a:pt x="2442" y="822"/>
                    </a:cubicBezTo>
                    <a:cubicBezTo>
                      <a:pt x="2401" y="698"/>
                      <a:pt x="2247" y="448"/>
                      <a:pt x="1915" y="337"/>
                    </a:cubicBezTo>
                    <a:cubicBezTo>
                      <a:pt x="1665" y="268"/>
                      <a:pt x="1554" y="101"/>
                      <a:pt x="1541" y="88"/>
                    </a:cubicBezTo>
                    <a:cubicBezTo>
                      <a:pt x="1506" y="30"/>
                      <a:pt x="1443" y="1"/>
                      <a:pt x="13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44"/>
              <p:cNvSpPr/>
              <p:nvPr/>
            </p:nvSpPr>
            <p:spPr>
              <a:xfrm>
                <a:off x="6184139" y="1227598"/>
                <a:ext cx="451696" cy="443781"/>
              </a:xfrm>
              <a:custGeom>
                <a:avLst/>
                <a:gdLst/>
                <a:ahLst/>
                <a:cxnLst/>
                <a:rect l="l" t="t" r="r" b="b"/>
                <a:pathLst>
                  <a:path w="9473" h="9307" extrusionOk="0">
                    <a:moveTo>
                      <a:pt x="4672" y="2941"/>
                    </a:moveTo>
                    <a:cubicBezTo>
                      <a:pt x="5194" y="2941"/>
                      <a:pt x="5714" y="3135"/>
                      <a:pt x="6103" y="3524"/>
                    </a:cubicBezTo>
                    <a:cubicBezTo>
                      <a:pt x="6894" y="4313"/>
                      <a:pt x="6894" y="5604"/>
                      <a:pt x="6103" y="6394"/>
                    </a:cubicBezTo>
                    <a:cubicBezTo>
                      <a:pt x="5708" y="6789"/>
                      <a:pt x="5188" y="6987"/>
                      <a:pt x="4667" y="6987"/>
                    </a:cubicBezTo>
                    <a:cubicBezTo>
                      <a:pt x="4147" y="6987"/>
                      <a:pt x="3627" y="6789"/>
                      <a:pt x="3232" y="6394"/>
                    </a:cubicBezTo>
                    <a:cubicBezTo>
                      <a:pt x="2441" y="5604"/>
                      <a:pt x="2441" y="4313"/>
                      <a:pt x="3232" y="3524"/>
                    </a:cubicBezTo>
                    <a:cubicBezTo>
                      <a:pt x="3627" y="3135"/>
                      <a:pt x="4151" y="2941"/>
                      <a:pt x="4672" y="2941"/>
                    </a:cubicBezTo>
                    <a:close/>
                    <a:moveTo>
                      <a:pt x="2726" y="6554"/>
                    </a:moveTo>
                    <a:cubicBezTo>
                      <a:pt x="2820" y="6554"/>
                      <a:pt x="2913" y="6588"/>
                      <a:pt x="2983" y="6658"/>
                    </a:cubicBezTo>
                    <a:cubicBezTo>
                      <a:pt x="3121" y="6796"/>
                      <a:pt x="3121" y="7018"/>
                      <a:pt x="2983" y="7157"/>
                    </a:cubicBezTo>
                    <a:lnTo>
                      <a:pt x="1720" y="8418"/>
                    </a:lnTo>
                    <a:lnTo>
                      <a:pt x="1208" y="7919"/>
                    </a:lnTo>
                    <a:lnTo>
                      <a:pt x="2469" y="6658"/>
                    </a:lnTo>
                    <a:cubicBezTo>
                      <a:pt x="2538" y="6588"/>
                      <a:pt x="2632" y="6554"/>
                      <a:pt x="2726" y="6554"/>
                    </a:cubicBezTo>
                    <a:close/>
                    <a:moveTo>
                      <a:pt x="944" y="8183"/>
                    </a:moveTo>
                    <a:lnTo>
                      <a:pt x="1457" y="8682"/>
                    </a:lnTo>
                    <a:lnTo>
                      <a:pt x="1304" y="8834"/>
                    </a:lnTo>
                    <a:cubicBezTo>
                      <a:pt x="1235" y="8904"/>
                      <a:pt x="1145" y="8938"/>
                      <a:pt x="1055" y="8938"/>
                    </a:cubicBezTo>
                    <a:cubicBezTo>
                      <a:pt x="964" y="8938"/>
                      <a:pt x="874" y="8904"/>
                      <a:pt x="805" y="8834"/>
                    </a:cubicBezTo>
                    <a:cubicBezTo>
                      <a:pt x="666" y="8696"/>
                      <a:pt x="666" y="8474"/>
                      <a:pt x="805" y="8335"/>
                    </a:cubicBezTo>
                    <a:lnTo>
                      <a:pt x="944" y="8183"/>
                    </a:lnTo>
                    <a:close/>
                    <a:moveTo>
                      <a:pt x="4718" y="1"/>
                    </a:moveTo>
                    <a:cubicBezTo>
                      <a:pt x="4642" y="1"/>
                      <a:pt x="4571" y="51"/>
                      <a:pt x="4549" y="125"/>
                    </a:cubicBezTo>
                    <a:cubicBezTo>
                      <a:pt x="4508" y="223"/>
                      <a:pt x="4564" y="320"/>
                      <a:pt x="4660" y="362"/>
                    </a:cubicBezTo>
                    <a:cubicBezTo>
                      <a:pt x="5146" y="541"/>
                      <a:pt x="5548" y="889"/>
                      <a:pt x="5797" y="1346"/>
                    </a:cubicBezTo>
                    <a:cubicBezTo>
                      <a:pt x="5834" y="1394"/>
                      <a:pt x="5890" y="1432"/>
                      <a:pt x="5950" y="1432"/>
                    </a:cubicBezTo>
                    <a:cubicBezTo>
                      <a:pt x="5959" y="1432"/>
                      <a:pt x="5969" y="1431"/>
                      <a:pt x="5978" y="1429"/>
                    </a:cubicBezTo>
                    <a:lnTo>
                      <a:pt x="6130" y="1429"/>
                    </a:lnTo>
                    <a:cubicBezTo>
                      <a:pt x="6824" y="1429"/>
                      <a:pt x="7462" y="1873"/>
                      <a:pt x="7711" y="2511"/>
                    </a:cubicBezTo>
                    <a:cubicBezTo>
                      <a:pt x="7739" y="2594"/>
                      <a:pt x="7822" y="2636"/>
                      <a:pt x="7905" y="2636"/>
                    </a:cubicBezTo>
                    <a:cubicBezTo>
                      <a:pt x="7947" y="2636"/>
                      <a:pt x="7975" y="2622"/>
                      <a:pt x="8016" y="2622"/>
                    </a:cubicBezTo>
                    <a:cubicBezTo>
                      <a:pt x="8613" y="2622"/>
                      <a:pt x="9098" y="3121"/>
                      <a:pt x="9098" y="3718"/>
                    </a:cubicBezTo>
                    <a:cubicBezTo>
                      <a:pt x="9098" y="4328"/>
                      <a:pt x="8613" y="4813"/>
                      <a:pt x="8016" y="4813"/>
                    </a:cubicBezTo>
                    <a:lnTo>
                      <a:pt x="7073" y="4813"/>
                    </a:lnTo>
                    <a:cubicBezTo>
                      <a:pt x="7004" y="3870"/>
                      <a:pt x="6380" y="3024"/>
                      <a:pt x="5492" y="2705"/>
                    </a:cubicBezTo>
                    <a:cubicBezTo>
                      <a:pt x="5230" y="2611"/>
                      <a:pt x="4957" y="2565"/>
                      <a:pt x="4687" y="2565"/>
                    </a:cubicBezTo>
                    <a:cubicBezTo>
                      <a:pt x="4001" y="2565"/>
                      <a:pt x="3329" y="2857"/>
                      <a:pt x="2872" y="3385"/>
                    </a:cubicBezTo>
                    <a:cubicBezTo>
                      <a:pt x="2705" y="3579"/>
                      <a:pt x="2567" y="3787"/>
                      <a:pt x="2456" y="4023"/>
                    </a:cubicBezTo>
                    <a:cubicBezTo>
                      <a:pt x="2358" y="4272"/>
                      <a:pt x="2289" y="4550"/>
                      <a:pt x="2275" y="4813"/>
                    </a:cubicBezTo>
                    <a:lnTo>
                      <a:pt x="1762" y="4813"/>
                    </a:lnTo>
                    <a:cubicBezTo>
                      <a:pt x="999" y="4813"/>
                      <a:pt x="376" y="4189"/>
                      <a:pt x="376" y="3426"/>
                    </a:cubicBezTo>
                    <a:cubicBezTo>
                      <a:pt x="376" y="2719"/>
                      <a:pt x="944" y="2109"/>
                      <a:pt x="1651" y="2054"/>
                    </a:cubicBezTo>
                    <a:cubicBezTo>
                      <a:pt x="1735" y="2039"/>
                      <a:pt x="1803" y="1984"/>
                      <a:pt x="1818" y="1900"/>
                    </a:cubicBezTo>
                    <a:cubicBezTo>
                      <a:pt x="1984" y="1194"/>
                      <a:pt x="2484" y="611"/>
                      <a:pt x="3177" y="362"/>
                    </a:cubicBezTo>
                    <a:cubicBezTo>
                      <a:pt x="3273" y="334"/>
                      <a:pt x="3316" y="223"/>
                      <a:pt x="3273" y="125"/>
                    </a:cubicBezTo>
                    <a:cubicBezTo>
                      <a:pt x="3251" y="48"/>
                      <a:pt x="3176" y="6"/>
                      <a:pt x="3098" y="6"/>
                    </a:cubicBezTo>
                    <a:cubicBezTo>
                      <a:pt x="3078" y="6"/>
                      <a:pt x="3058" y="9"/>
                      <a:pt x="3038" y="14"/>
                    </a:cubicBezTo>
                    <a:cubicBezTo>
                      <a:pt x="2650" y="153"/>
                      <a:pt x="2303" y="403"/>
                      <a:pt x="2025" y="722"/>
                    </a:cubicBezTo>
                    <a:cubicBezTo>
                      <a:pt x="1776" y="1000"/>
                      <a:pt x="1596" y="1332"/>
                      <a:pt x="1498" y="1693"/>
                    </a:cubicBezTo>
                    <a:cubicBezTo>
                      <a:pt x="653" y="1832"/>
                      <a:pt x="1" y="2581"/>
                      <a:pt x="1" y="3426"/>
                    </a:cubicBezTo>
                    <a:cubicBezTo>
                      <a:pt x="1" y="4397"/>
                      <a:pt x="792" y="5188"/>
                      <a:pt x="1762" y="5188"/>
                    </a:cubicBezTo>
                    <a:lnTo>
                      <a:pt x="2289" y="5188"/>
                    </a:lnTo>
                    <a:cubicBezTo>
                      <a:pt x="2317" y="5534"/>
                      <a:pt x="2428" y="5881"/>
                      <a:pt x="2608" y="6186"/>
                    </a:cubicBezTo>
                    <a:cubicBezTo>
                      <a:pt x="2469" y="6214"/>
                      <a:pt x="2330" y="6283"/>
                      <a:pt x="2206" y="6394"/>
                    </a:cubicBezTo>
                    <a:lnTo>
                      <a:pt x="542" y="8072"/>
                    </a:lnTo>
                    <a:cubicBezTo>
                      <a:pt x="250" y="8350"/>
                      <a:pt x="250" y="8807"/>
                      <a:pt x="542" y="9099"/>
                    </a:cubicBezTo>
                    <a:cubicBezTo>
                      <a:pt x="681" y="9237"/>
                      <a:pt x="868" y="9307"/>
                      <a:pt x="1055" y="9307"/>
                    </a:cubicBezTo>
                    <a:cubicBezTo>
                      <a:pt x="1242" y="9307"/>
                      <a:pt x="1430" y="9237"/>
                      <a:pt x="1568" y="9099"/>
                    </a:cubicBezTo>
                    <a:lnTo>
                      <a:pt x="3232" y="7420"/>
                    </a:lnTo>
                    <a:cubicBezTo>
                      <a:pt x="3343" y="7309"/>
                      <a:pt x="3412" y="7170"/>
                      <a:pt x="3440" y="7018"/>
                    </a:cubicBezTo>
                    <a:cubicBezTo>
                      <a:pt x="3815" y="7240"/>
                      <a:pt x="4244" y="7364"/>
                      <a:pt x="4675" y="7364"/>
                    </a:cubicBezTo>
                    <a:cubicBezTo>
                      <a:pt x="5285" y="7364"/>
                      <a:pt x="5895" y="7129"/>
                      <a:pt x="6367" y="6658"/>
                    </a:cubicBezTo>
                    <a:cubicBezTo>
                      <a:pt x="6783" y="6242"/>
                      <a:pt x="7004" y="5728"/>
                      <a:pt x="7060" y="5188"/>
                    </a:cubicBezTo>
                    <a:lnTo>
                      <a:pt x="8016" y="5188"/>
                    </a:lnTo>
                    <a:cubicBezTo>
                      <a:pt x="8821" y="5188"/>
                      <a:pt x="9473" y="4522"/>
                      <a:pt x="9473" y="3718"/>
                    </a:cubicBezTo>
                    <a:cubicBezTo>
                      <a:pt x="9473" y="2913"/>
                      <a:pt x="8821" y="2261"/>
                      <a:pt x="8016" y="2261"/>
                    </a:cubicBezTo>
                    <a:lnTo>
                      <a:pt x="8003" y="2261"/>
                    </a:lnTo>
                    <a:cubicBezTo>
                      <a:pt x="7670" y="1540"/>
                      <a:pt x="6935" y="1055"/>
                      <a:pt x="6130" y="1055"/>
                    </a:cubicBezTo>
                    <a:lnTo>
                      <a:pt x="6061" y="1055"/>
                    </a:lnTo>
                    <a:cubicBezTo>
                      <a:pt x="5770" y="569"/>
                      <a:pt x="5313" y="209"/>
                      <a:pt x="4786" y="14"/>
                    </a:cubicBezTo>
                    <a:cubicBezTo>
                      <a:pt x="4763" y="5"/>
                      <a:pt x="4740" y="1"/>
                      <a:pt x="47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44"/>
              <p:cNvSpPr/>
              <p:nvPr/>
            </p:nvSpPr>
            <p:spPr>
              <a:xfrm>
                <a:off x="6361570" y="1220827"/>
                <a:ext cx="19025" cy="17690"/>
              </a:xfrm>
              <a:custGeom>
                <a:avLst/>
                <a:gdLst/>
                <a:ahLst/>
                <a:cxnLst/>
                <a:rect l="l" t="t" r="r" b="b"/>
                <a:pathLst>
                  <a:path w="399" h="371" extrusionOk="0">
                    <a:moveTo>
                      <a:pt x="187" y="1"/>
                    </a:moveTo>
                    <a:cubicBezTo>
                      <a:pt x="174" y="1"/>
                      <a:pt x="161" y="2"/>
                      <a:pt x="149" y="4"/>
                    </a:cubicBezTo>
                    <a:cubicBezTo>
                      <a:pt x="79" y="32"/>
                      <a:pt x="24" y="101"/>
                      <a:pt x="11" y="171"/>
                    </a:cubicBezTo>
                    <a:cubicBezTo>
                      <a:pt x="1" y="288"/>
                      <a:pt x="101" y="370"/>
                      <a:pt x="200" y="370"/>
                    </a:cubicBezTo>
                    <a:cubicBezTo>
                      <a:pt x="241" y="370"/>
                      <a:pt x="283" y="356"/>
                      <a:pt x="316" y="323"/>
                    </a:cubicBezTo>
                    <a:cubicBezTo>
                      <a:pt x="385" y="267"/>
                      <a:pt x="399" y="156"/>
                      <a:pt x="357" y="88"/>
                    </a:cubicBezTo>
                    <a:cubicBezTo>
                      <a:pt x="323" y="30"/>
                      <a:pt x="250" y="1"/>
                      <a:pt x="1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52" name="Google Shape;1252;p44"/>
            <p:cNvGrpSpPr/>
            <p:nvPr/>
          </p:nvGrpSpPr>
          <p:grpSpPr>
            <a:xfrm>
              <a:off x="723837" y="1482615"/>
              <a:ext cx="267223" cy="233165"/>
              <a:chOff x="6908262" y="1240186"/>
              <a:chExt cx="472209" cy="412024"/>
            </a:xfrm>
          </p:grpSpPr>
          <p:sp>
            <p:nvSpPr>
              <p:cNvPr id="1253" name="Google Shape;1253;p44"/>
              <p:cNvSpPr/>
              <p:nvPr/>
            </p:nvSpPr>
            <p:spPr>
              <a:xfrm>
                <a:off x="7105958" y="1594618"/>
                <a:ext cx="76769" cy="17929"/>
              </a:xfrm>
              <a:custGeom>
                <a:avLst/>
                <a:gdLst/>
                <a:ahLst/>
                <a:cxnLst/>
                <a:rect l="l" t="t" r="r" b="b"/>
                <a:pathLst>
                  <a:path w="1610" h="376" extrusionOk="0">
                    <a:moveTo>
                      <a:pt x="181" y="0"/>
                    </a:moveTo>
                    <a:cubicBezTo>
                      <a:pt x="84" y="0"/>
                      <a:pt x="1" y="84"/>
                      <a:pt x="1" y="181"/>
                    </a:cubicBezTo>
                    <a:cubicBezTo>
                      <a:pt x="1" y="292"/>
                      <a:pt x="84" y="375"/>
                      <a:pt x="181" y="375"/>
                    </a:cubicBezTo>
                    <a:lnTo>
                      <a:pt x="1429" y="375"/>
                    </a:lnTo>
                    <a:cubicBezTo>
                      <a:pt x="1540" y="375"/>
                      <a:pt x="1609" y="292"/>
                      <a:pt x="1609" y="181"/>
                    </a:cubicBezTo>
                    <a:cubicBezTo>
                      <a:pt x="1609" y="84"/>
                      <a:pt x="1540" y="0"/>
                      <a:pt x="14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44"/>
              <p:cNvSpPr/>
              <p:nvPr/>
            </p:nvSpPr>
            <p:spPr>
              <a:xfrm>
                <a:off x="7080209" y="1365642"/>
                <a:ext cx="136229" cy="159593"/>
              </a:xfrm>
              <a:custGeom>
                <a:avLst/>
                <a:gdLst/>
                <a:ahLst/>
                <a:cxnLst/>
                <a:rect l="l" t="t" r="r" b="b"/>
                <a:pathLst>
                  <a:path w="2857" h="3347" extrusionOk="0">
                    <a:moveTo>
                      <a:pt x="1054" y="2237"/>
                    </a:moveTo>
                    <a:cubicBezTo>
                      <a:pt x="1262" y="2237"/>
                      <a:pt x="1415" y="2404"/>
                      <a:pt x="1415" y="2598"/>
                    </a:cubicBezTo>
                    <a:lnTo>
                      <a:pt x="1415" y="2611"/>
                    </a:lnTo>
                    <a:cubicBezTo>
                      <a:pt x="1415" y="2820"/>
                      <a:pt x="1262" y="2972"/>
                      <a:pt x="1054" y="2972"/>
                    </a:cubicBezTo>
                    <a:lnTo>
                      <a:pt x="735" y="2972"/>
                    </a:lnTo>
                    <a:cubicBezTo>
                      <a:pt x="541" y="2972"/>
                      <a:pt x="374" y="2820"/>
                      <a:pt x="374" y="2611"/>
                    </a:cubicBezTo>
                    <a:lnTo>
                      <a:pt x="374" y="2598"/>
                    </a:lnTo>
                    <a:cubicBezTo>
                      <a:pt x="374" y="2404"/>
                      <a:pt x="541" y="2237"/>
                      <a:pt x="735" y="2237"/>
                    </a:cubicBezTo>
                    <a:close/>
                    <a:moveTo>
                      <a:pt x="1594" y="1"/>
                    </a:moveTo>
                    <a:cubicBezTo>
                      <a:pt x="1580" y="1"/>
                      <a:pt x="1567" y="2"/>
                      <a:pt x="1553" y="4"/>
                    </a:cubicBezTo>
                    <a:cubicBezTo>
                      <a:pt x="1470" y="32"/>
                      <a:pt x="1415" y="102"/>
                      <a:pt x="1415" y="185"/>
                    </a:cubicBezTo>
                    <a:lnTo>
                      <a:pt x="1415" y="1960"/>
                    </a:lnTo>
                    <a:cubicBezTo>
                      <a:pt x="1317" y="1904"/>
                      <a:pt x="1193" y="1862"/>
                      <a:pt x="1054" y="1862"/>
                    </a:cubicBezTo>
                    <a:lnTo>
                      <a:pt x="735" y="1862"/>
                    </a:lnTo>
                    <a:cubicBezTo>
                      <a:pt x="333" y="1862"/>
                      <a:pt x="0" y="2195"/>
                      <a:pt x="0" y="2598"/>
                    </a:cubicBezTo>
                    <a:lnTo>
                      <a:pt x="0" y="2611"/>
                    </a:lnTo>
                    <a:cubicBezTo>
                      <a:pt x="0" y="3014"/>
                      <a:pt x="333" y="3347"/>
                      <a:pt x="735" y="3347"/>
                    </a:cubicBezTo>
                    <a:lnTo>
                      <a:pt x="1054" y="3347"/>
                    </a:lnTo>
                    <a:cubicBezTo>
                      <a:pt x="1456" y="3347"/>
                      <a:pt x="1789" y="3014"/>
                      <a:pt x="1789" y="2611"/>
                    </a:cubicBezTo>
                    <a:lnTo>
                      <a:pt x="1789" y="2598"/>
                    </a:lnTo>
                    <a:lnTo>
                      <a:pt x="1789" y="614"/>
                    </a:lnTo>
                    <a:cubicBezTo>
                      <a:pt x="1872" y="670"/>
                      <a:pt x="1983" y="725"/>
                      <a:pt x="2108" y="767"/>
                    </a:cubicBezTo>
                    <a:cubicBezTo>
                      <a:pt x="2399" y="850"/>
                      <a:pt x="2469" y="1058"/>
                      <a:pt x="2469" y="1058"/>
                    </a:cubicBezTo>
                    <a:lnTo>
                      <a:pt x="2482" y="1086"/>
                    </a:lnTo>
                    <a:cubicBezTo>
                      <a:pt x="2505" y="1154"/>
                      <a:pt x="2575" y="1204"/>
                      <a:pt x="2645" y="1204"/>
                    </a:cubicBezTo>
                    <a:cubicBezTo>
                      <a:pt x="2661" y="1204"/>
                      <a:pt x="2676" y="1202"/>
                      <a:pt x="2691" y="1197"/>
                    </a:cubicBezTo>
                    <a:cubicBezTo>
                      <a:pt x="2802" y="1183"/>
                      <a:pt x="2857" y="1072"/>
                      <a:pt x="2829" y="975"/>
                    </a:cubicBezTo>
                    <a:lnTo>
                      <a:pt x="2829" y="961"/>
                    </a:lnTo>
                    <a:cubicBezTo>
                      <a:pt x="2787" y="808"/>
                      <a:pt x="2607" y="531"/>
                      <a:pt x="2219" y="407"/>
                    </a:cubicBezTo>
                    <a:cubicBezTo>
                      <a:pt x="1914" y="309"/>
                      <a:pt x="1775" y="115"/>
                      <a:pt x="1761" y="87"/>
                    </a:cubicBezTo>
                    <a:cubicBezTo>
                      <a:pt x="1726" y="30"/>
                      <a:pt x="1663" y="1"/>
                      <a:pt x="15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255;p44"/>
              <p:cNvSpPr/>
              <p:nvPr/>
            </p:nvSpPr>
            <p:spPr>
              <a:xfrm>
                <a:off x="7019365" y="1240186"/>
                <a:ext cx="249999" cy="412024"/>
              </a:xfrm>
              <a:custGeom>
                <a:avLst/>
                <a:gdLst/>
                <a:ahLst/>
                <a:cxnLst/>
                <a:rect l="l" t="t" r="r" b="b"/>
                <a:pathLst>
                  <a:path w="5243" h="8641" extrusionOk="0">
                    <a:moveTo>
                      <a:pt x="3578" y="361"/>
                    </a:moveTo>
                    <a:lnTo>
                      <a:pt x="3578" y="403"/>
                    </a:lnTo>
                    <a:lnTo>
                      <a:pt x="3578" y="666"/>
                    </a:lnTo>
                    <a:cubicBezTo>
                      <a:pt x="3578" y="736"/>
                      <a:pt x="3523" y="791"/>
                      <a:pt x="3453" y="791"/>
                    </a:cubicBezTo>
                    <a:lnTo>
                      <a:pt x="1803" y="791"/>
                    </a:lnTo>
                    <a:cubicBezTo>
                      <a:pt x="1720" y="791"/>
                      <a:pt x="1665" y="736"/>
                      <a:pt x="1665" y="666"/>
                    </a:cubicBezTo>
                    <a:lnTo>
                      <a:pt x="1665" y="403"/>
                    </a:lnTo>
                    <a:lnTo>
                      <a:pt x="1665" y="361"/>
                    </a:lnTo>
                    <a:close/>
                    <a:moveTo>
                      <a:pt x="832" y="0"/>
                    </a:moveTo>
                    <a:cubicBezTo>
                      <a:pt x="374" y="0"/>
                      <a:pt x="0" y="375"/>
                      <a:pt x="0" y="832"/>
                    </a:cubicBezTo>
                    <a:lnTo>
                      <a:pt x="0" y="1636"/>
                    </a:lnTo>
                    <a:cubicBezTo>
                      <a:pt x="0" y="1747"/>
                      <a:pt x="84" y="1831"/>
                      <a:pt x="180" y="1831"/>
                    </a:cubicBezTo>
                    <a:cubicBezTo>
                      <a:pt x="291" y="1831"/>
                      <a:pt x="374" y="1747"/>
                      <a:pt x="374" y="1636"/>
                    </a:cubicBezTo>
                    <a:lnTo>
                      <a:pt x="374" y="832"/>
                    </a:lnTo>
                    <a:cubicBezTo>
                      <a:pt x="374" y="569"/>
                      <a:pt x="568" y="361"/>
                      <a:pt x="832" y="361"/>
                    </a:cubicBezTo>
                    <a:lnTo>
                      <a:pt x="1262" y="361"/>
                    </a:lnTo>
                    <a:cubicBezTo>
                      <a:pt x="1276" y="361"/>
                      <a:pt x="1290" y="388"/>
                      <a:pt x="1290" y="403"/>
                    </a:cubicBezTo>
                    <a:lnTo>
                      <a:pt x="1290" y="666"/>
                    </a:lnTo>
                    <a:cubicBezTo>
                      <a:pt x="1290" y="943"/>
                      <a:pt x="1526" y="1165"/>
                      <a:pt x="1803" y="1165"/>
                    </a:cubicBezTo>
                    <a:lnTo>
                      <a:pt x="3453" y="1165"/>
                    </a:lnTo>
                    <a:cubicBezTo>
                      <a:pt x="3730" y="1165"/>
                      <a:pt x="3952" y="943"/>
                      <a:pt x="3952" y="666"/>
                    </a:cubicBezTo>
                    <a:lnTo>
                      <a:pt x="3952" y="403"/>
                    </a:lnTo>
                    <a:cubicBezTo>
                      <a:pt x="3952" y="388"/>
                      <a:pt x="3967" y="361"/>
                      <a:pt x="3994" y="361"/>
                    </a:cubicBezTo>
                    <a:lnTo>
                      <a:pt x="4410" y="361"/>
                    </a:lnTo>
                    <a:cubicBezTo>
                      <a:pt x="4673" y="361"/>
                      <a:pt x="4882" y="569"/>
                      <a:pt x="4882" y="832"/>
                    </a:cubicBezTo>
                    <a:lnTo>
                      <a:pt x="4882" y="7808"/>
                    </a:lnTo>
                    <a:cubicBezTo>
                      <a:pt x="4882" y="8058"/>
                      <a:pt x="4673" y="8265"/>
                      <a:pt x="4410" y="8265"/>
                    </a:cubicBezTo>
                    <a:lnTo>
                      <a:pt x="832" y="8265"/>
                    </a:lnTo>
                    <a:cubicBezTo>
                      <a:pt x="583" y="8265"/>
                      <a:pt x="374" y="8058"/>
                      <a:pt x="374" y="7808"/>
                    </a:cubicBezTo>
                    <a:lnTo>
                      <a:pt x="374" y="3273"/>
                    </a:lnTo>
                    <a:cubicBezTo>
                      <a:pt x="374" y="3162"/>
                      <a:pt x="291" y="3079"/>
                      <a:pt x="180" y="3079"/>
                    </a:cubicBezTo>
                    <a:cubicBezTo>
                      <a:pt x="84" y="3079"/>
                      <a:pt x="0" y="3162"/>
                      <a:pt x="0" y="3273"/>
                    </a:cubicBezTo>
                    <a:lnTo>
                      <a:pt x="0" y="7808"/>
                    </a:lnTo>
                    <a:cubicBezTo>
                      <a:pt x="0" y="8265"/>
                      <a:pt x="374" y="8640"/>
                      <a:pt x="832" y="8640"/>
                    </a:cubicBezTo>
                    <a:lnTo>
                      <a:pt x="4410" y="8640"/>
                    </a:lnTo>
                    <a:cubicBezTo>
                      <a:pt x="4882" y="8640"/>
                      <a:pt x="5242" y="8265"/>
                      <a:pt x="5242" y="7808"/>
                    </a:cubicBezTo>
                    <a:lnTo>
                      <a:pt x="5242" y="832"/>
                    </a:lnTo>
                    <a:cubicBezTo>
                      <a:pt x="5242" y="375"/>
                      <a:pt x="4882" y="0"/>
                      <a:pt x="44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44"/>
              <p:cNvSpPr/>
              <p:nvPr/>
            </p:nvSpPr>
            <p:spPr>
              <a:xfrm>
                <a:off x="6955183" y="1401691"/>
                <a:ext cx="41722" cy="97606"/>
              </a:xfrm>
              <a:custGeom>
                <a:avLst/>
                <a:gdLst/>
                <a:ahLst/>
                <a:cxnLst/>
                <a:rect l="l" t="t" r="r" b="b"/>
                <a:pathLst>
                  <a:path w="875" h="2047" extrusionOk="0">
                    <a:moveTo>
                      <a:pt x="668" y="1"/>
                    </a:moveTo>
                    <a:cubicBezTo>
                      <a:pt x="621" y="1"/>
                      <a:pt x="576" y="18"/>
                      <a:pt x="542" y="52"/>
                    </a:cubicBezTo>
                    <a:cubicBezTo>
                      <a:pt x="1" y="594"/>
                      <a:pt x="1" y="1454"/>
                      <a:pt x="542" y="1994"/>
                    </a:cubicBezTo>
                    <a:cubicBezTo>
                      <a:pt x="576" y="2029"/>
                      <a:pt x="625" y="2046"/>
                      <a:pt x="673" y="2046"/>
                    </a:cubicBezTo>
                    <a:cubicBezTo>
                      <a:pt x="722" y="2046"/>
                      <a:pt x="771" y="2029"/>
                      <a:pt x="805" y="1994"/>
                    </a:cubicBezTo>
                    <a:cubicBezTo>
                      <a:pt x="875" y="1911"/>
                      <a:pt x="875" y="1800"/>
                      <a:pt x="805" y="1731"/>
                    </a:cubicBezTo>
                    <a:cubicBezTo>
                      <a:pt x="417" y="1343"/>
                      <a:pt x="417" y="705"/>
                      <a:pt x="805" y="316"/>
                    </a:cubicBezTo>
                    <a:cubicBezTo>
                      <a:pt x="875" y="246"/>
                      <a:pt x="875" y="122"/>
                      <a:pt x="805" y="52"/>
                    </a:cubicBezTo>
                    <a:cubicBezTo>
                      <a:pt x="763" y="18"/>
                      <a:pt x="715" y="1"/>
                      <a:pt x="6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44"/>
              <p:cNvSpPr/>
              <p:nvPr/>
            </p:nvSpPr>
            <p:spPr>
              <a:xfrm>
                <a:off x="6908262" y="1371269"/>
                <a:ext cx="58220" cy="158592"/>
              </a:xfrm>
              <a:custGeom>
                <a:avLst/>
                <a:gdLst/>
                <a:ahLst/>
                <a:cxnLst/>
                <a:rect l="l" t="t" r="r" b="b"/>
                <a:pathLst>
                  <a:path w="1221" h="3326" extrusionOk="0">
                    <a:moveTo>
                      <a:pt x="1014" y="1"/>
                    </a:moveTo>
                    <a:cubicBezTo>
                      <a:pt x="967" y="1"/>
                      <a:pt x="922" y="18"/>
                      <a:pt x="888" y="52"/>
                    </a:cubicBezTo>
                    <a:cubicBezTo>
                      <a:pt x="1" y="940"/>
                      <a:pt x="1" y="2382"/>
                      <a:pt x="888" y="3270"/>
                    </a:cubicBezTo>
                    <a:cubicBezTo>
                      <a:pt x="916" y="3297"/>
                      <a:pt x="971" y="3325"/>
                      <a:pt x="1012" y="3325"/>
                    </a:cubicBezTo>
                    <a:cubicBezTo>
                      <a:pt x="1068" y="3325"/>
                      <a:pt x="1110" y="3297"/>
                      <a:pt x="1151" y="3270"/>
                    </a:cubicBezTo>
                    <a:cubicBezTo>
                      <a:pt x="1221" y="3201"/>
                      <a:pt x="1221" y="3076"/>
                      <a:pt x="1151" y="3007"/>
                    </a:cubicBezTo>
                    <a:cubicBezTo>
                      <a:pt x="402" y="2258"/>
                      <a:pt x="402" y="1051"/>
                      <a:pt x="1151" y="316"/>
                    </a:cubicBezTo>
                    <a:cubicBezTo>
                      <a:pt x="1221" y="247"/>
                      <a:pt x="1221" y="122"/>
                      <a:pt x="1151" y="52"/>
                    </a:cubicBezTo>
                    <a:cubicBezTo>
                      <a:pt x="1109" y="18"/>
                      <a:pt x="1061" y="1"/>
                      <a:pt x="10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44"/>
              <p:cNvSpPr/>
              <p:nvPr/>
            </p:nvSpPr>
            <p:spPr>
              <a:xfrm>
                <a:off x="7291781" y="1401691"/>
                <a:ext cx="41722" cy="97606"/>
              </a:xfrm>
              <a:custGeom>
                <a:avLst/>
                <a:gdLst/>
                <a:ahLst/>
                <a:cxnLst/>
                <a:rect l="l" t="t" r="r" b="b"/>
                <a:pathLst>
                  <a:path w="875" h="2047" extrusionOk="0">
                    <a:moveTo>
                      <a:pt x="210" y="1"/>
                    </a:moveTo>
                    <a:cubicBezTo>
                      <a:pt x="163" y="1"/>
                      <a:pt x="119" y="18"/>
                      <a:pt x="84" y="52"/>
                    </a:cubicBezTo>
                    <a:cubicBezTo>
                      <a:pt x="1" y="122"/>
                      <a:pt x="1" y="246"/>
                      <a:pt x="84" y="316"/>
                    </a:cubicBezTo>
                    <a:cubicBezTo>
                      <a:pt x="472" y="705"/>
                      <a:pt x="472" y="1343"/>
                      <a:pt x="84" y="1731"/>
                    </a:cubicBezTo>
                    <a:cubicBezTo>
                      <a:pt x="1" y="1800"/>
                      <a:pt x="1" y="1911"/>
                      <a:pt x="84" y="1994"/>
                    </a:cubicBezTo>
                    <a:cubicBezTo>
                      <a:pt x="119" y="2029"/>
                      <a:pt x="163" y="2046"/>
                      <a:pt x="210" y="2046"/>
                    </a:cubicBezTo>
                    <a:cubicBezTo>
                      <a:pt x="257" y="2046"/>
                      <a:pt x="305" y="2029"/>
                      <a:pt x="347" y="1994"/>
                    </a:cubicBezTo>
                    <a:cubicBezTo>
                      <a:pt x="874" y="1454"/>
                      <a:pt x="874" y="594"/>
                      <a:pt x="347" y="52"/>
                    </a:cubicBezTo>
                    <a:cubicBezTo>
                      <a:pt x="305" y="18"/>
                      <a:pt x="257" y="1"/>
                      <a:pt x="2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44"/>
              <p:cNvSpPr/>
              <p:nvPr/>
            </p:nvSpPr>
            <p:spPr>
              <a:xfrm>
                <a:off x="7322871" y="1371269"/>
                <a:ext cx="57600" cy="158449"/>
              </a:xfrm>
              <a:custGeom>
                <a:avLst/>
                <a:gdLst/>
                <a:ahLst/>
                <a:cxnLst/>
                <a:rect l="l" t="t" r="r" b="b"/>
                <a:pathLst>
                  <a:path w="1208" h="3323" extrusionOk="0">
                    <a:moveTo>
                      <a:pt x="196" y="1"/>
                    </a:moveTo>
                    <a:cubicBezTo>
                      <a:pt x="149" y="1"/>
                      <a:pt x="104" y="18"/>
                      <a:pt x="70" y="52"/>
                    </a:cubicBezTo>
                    <a:cubicBezTo>
                      <a:pt x="0" y="122"/>
                      <a:pt x="0" y="247"/>
                      <a:pt x="70" y="316"/>
                    </a:cubicBezTo>
                    <a:cubicBezTo>
                      <a:pt x="805" y="1051"/>
                      <a:pt x="805" y="2258"/>
                      <a:pt x="70" y="3007"/>
                    </a:cubicBezTo>
                    <a:cubicBezTo>
                      <a:pt x="0" y="3076"/>
                      <a:pt x="0" y="3201"/>
                      <a:pt x="70" y="3270"/>
                    </a:cubicBezTo>
                    <a:cubicBezTo>
                      <a:pt x="104" y="3305"/>
                      <a:pt x="149" y="3322"/>
                      <a:pt x="196" y="3322"/>
                    </a:cubicBezTo>
                    <a:cubicBezTo>
                      <a:pt x="243" y="3322"/>
                      <a:pt x="291" y="3305"/>
                      <a:pt x="333" y="3270"/>
                    </a:cubicBezTo>
                    <a:cubicBezTo>
                      <a:pt x="1207" y="2382"/>
                      <a:pt x="1207" y="940"/>
                      <a:pt x="333" y="52"/>
                    </a:cubicBezTo>
                    <a:cubicBezTo>
                      <a:pt x="291" y="18"/>
                      <a:pt x="243" y="1"/>
                      <a:pt x="1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Google Shape;1260;p44"/>
              <p:cNvSpPr/>
              <p:nvPr/>
            </p:nvSpPr>
            <p:spPr>
              <a:xfrm>
                <a:off x="7018030" y="1348476"/>
                <a:ext cx="19502" cy="17786"/>
              </a:xfrm>
              <a:custGeom>
                <a:avLst/>
                <a:gdLst/>
                <a:ahLst/>
                <a:cxnLst/>
                <a:rect l="l" t="t" r="r" b="b"/>
                <a:pathLst>
                  <a:path w="409" h="373" extrusionOk="0">
                    <a:moveTo>
                      <a:pt x="207" y="1"/>
                    </a:moveTo>
                    <a:cubicBezTo>
                      <a:pt x="168" y="1"/>
                      <a:pt x="128" y="14"/>
                      <a:pt x="97" y="46"/>
                    </a:cubicBezTo>
                    <a:cubicBezTo>
                      <a:pt x="14" y="101"/>
                      <a:pt x="1" y="212"/>
                      <a:pt x="56" y="295"/>
                    </a:cubicBezTo>
                    <a:cubicBezTo>
                      <a:pt x="93" y="348"/>
                      <a:pt x="148" y="373"/>
                      <a:pt x="204" y="373"/>
                    </a:cubicBezTo>
                    <a:cubicBezTo>
                      <a:pt x="292" y="373"/>
                      <a:pt x="380" y="309"/>
                      <a:pt x="389" y="198"/>
                    </a:cubicBezTo>
                    <a:cubicBezTo>
                      <a:pt x="409" y="88"/>
                      <a:pt x="307" y="1"/>
                      <a:pt x="2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261" name="Google Shape;1261;p44"/>
            <p:cNvCxnSpPr/>
            <p:nvPr/>
          </p:nvCxnSpPr>
          <p:spPr>
            <a:xfrm>
              <a:off x="729625" y="1355100"/>
              <a:ext cx="255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2" name="Google Shape;1262;p44"/>
            <p:cNvCxnSpPr/>
            <p:nvPr/>
          </p:nvCxnSpPr>
          <p:spPr>
            <a:xfrm>
              <a:off x="729625" y="1845525"/>
              <a:ext cx="255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63" name="Google Shape;1263;p44"/>
          <p:cNvSpPr txBox="1">
            <a:spLocks noGrp="1"/>
          </p:cNvSpPr>
          <p:nvPr>
            <p:ph type="subTitle" idx="4294967295"/>
          </p:nvPr>
        </p:nvSpPr>
        <p:spPr>
          <a:xfrm>
            <a:off x="6212775" y="1709625"/>
            <a:ext cx="1918500" cy="5259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Wants to match songs to a mood</a:t>
            </a:r>
            <a:endParaRPr/>
          </a:p>
        </p:txBody>
      </p:sp>
      <p:sp>
        <p:nvSpPr>
          <p:cNvPr id="1264" name="Google Shape;1264;p44"/>
          <p:cNvSpPr txBox="1">
            <a:spLocks noGrp="1"/>
          </p:cNvSpPr>
          <p:nvPr>
            <p:ph type="subTitle" idx="4294967295"/>
          </p:nvPr>
        </p:nvSpPr>
        <p:spPr>
          <a:xfrm>
            <a:off x="6212775" y="2780700"/>
            <a:ext cx="1918500" cy="5259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Builds mood discovery features</a:t>
            </a:r>
            <a:endParaRPr/>
          </a:p>
        </p:txBody>
      </p:sp>
      <p:sp>
        <p:nvSpPr>
          <p:cNvPr id="1265" name="Google Shape;1265;p44"/>
          <p:cNvSpPr txBox="1">
            <a:spLocks noGrp="1"/>
          </p:cNvSpPr>
          <p:nvPr>
            <p:ph type="subTitle" idx="4294967295"/>
          </p:nvPr>
        </p:nvSpPr>
        <p:spPr>
          <a:xfrm>
            <a:off x="6212775" y="1355825"/>
            <a:ext cx="1918500" cy="305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>
                <a:latin typeface="Lexend Deca Medium"/>
                <a:ea typeface="Lexend Deca Medium"/>
                <a:cs typeface="Lexend Deca Medium"/>
                <a:sym typeface="Lexend Deca Medium"/>
              </a:rPr>
              <a:t>Listeners</a:t>
            </a:r>
            <a:endParaRPr sz="2000">
              <a:latin typeface="Lexend Deca Medium"/>
              <a:ea typeface="Lexend Deca Medium"/>
              <a:cs typeface="Lexend Deca Medium"/>
              <a:sym typeface="Lexend Deca Medium"/>
            </a:endParaRPr>
          </a:p>
        </p:txBody>
      </p:sp>
      <p:sp>
        <p:nvSpPr>
          <p:cNvPr id="1266" name="Google Shape;1266;p44"/>
          <p:cNvSpPr txBox="1">
            <a:spLocks noGrp="1"/>
          </p:cNvSpPr>
          <p:nvPr>
            <p:ph type="subTitle" idx="4294967295"/>
          </p:nvPr>
        </p:nvSpPr>
        <p:spPr>
          <a:xfrm>
            <a:off x="6212775" y="2426900"/>
            <a:ext cx="1918500" cy="305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>
                <a:latin typeface="Lexend Deca Medium"/>
                <a:ea typeface="Lexend Deca Medium"/>
                <a:cs typeface="Lexend Deca Medium"/>
                <a:sym typeface="Lexend Deca Medium"/>
              </a:rPr>
              <a:t>Dev Teams</a:t>
            </a:r>
            <a:endParaRPr sz="2000">
              <a:latin typeface="Lexend Deca Medium"/>
              <a:ea typeface="Lexend Deca Medium"/>
              <a:cs typeface="Lexend Deca Medium"/>
              <a:sym typeface="Lexend Deca Medium"/>
            </a:endParaRPr>
          </a:p>
        </p:txBody>
      </p:sp>
      <p:sp>
        <p:nvSpPr>
          <p:cNvPr id="1267" name="Google Shape;1267;p44"/>
          <p:cNvSpPr txBox="1">
            <a:spLocks noGrp="1"/>
          </p:cNvSpPr>
          <p:nvPr>
            <p:ph type="subTitle" idx="4294967295"/>
          </p:nvPr>
        </p:nvSpPr>
        <p:spPr>
          <a:xfrm>
            <a:off x="6212775" y="3851775"/>
            <a:ext cx="1918500" cy="5259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Tracks mood trends in a library</a:t>
            </a:r>
            <a:endParaRPr/>
          </a:p>
        </p:txBody>
      </p:sp>
      <p:sp>
        <p:nvSpPr>
          <p:cNvPr id="1268" name="Google Shape;1268;p44"/>
          <p:cNvSpPr txBox="1">
            <a:spLocks noGrp="1"/>
          </p:cNvSpPr>
          <p:nvPr>
            <p:ph type="subTitle" idx="4294967295"/>
          </p:nvPr>
        </p:nvSpPr>
        <p:spPr>
          <a:xfrm>
            <a:off x="6212775" y="3497975"/>
            <a:ext cx="1918500" cy="305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>
                <a:latin typeface="Lexend Deca Medium"/>
                <a:ea typeface="Lexend Deca Medium"/>
                <a:cs typeface="Lexend Deca Medium"/>
                <a:sym typeface="Lexend Deca Medium"/>
              </a:rPr>
              <a:t>Analysts</a:t>
            </a:r>
            <a:endParaRPr sz="2000">
              <a:latin typeface="Lexend Deca Medium"/>
              <a:ea typeface="Lexend Deca Medium"/>
              <a:cs typeface="Lexend Deca Medium"/>
              <a:sym typeface="Lexend Deca Medium"/>
            </a:endParaRPr>
          </a:p>
        </p:txBody>
      </p:sp>
      <p:sp>
        <p:nvSpPr>
          <p:cNvPr id="1269" name="Google Shape;1269;p44"/>
          <p:cNvSpPr/>
          <p:nvPr/>
        </p:nvSpPr>
        <p:spPr>
          <a:xfrm>
            <a:off x="6011050" y="1435625"/>
            <a:ext cx="146100" cy="146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0" name="Google Shape;1270;p44"/>
          <p:cNvSpPr/>
          <p:nvPr/>
        </p:nvSpPr>
        <p:spPr>
          <a:xfrm>
            <a:off x="6011050" y="2506700"/>
            <a:ext cx="146100" cy="146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1" name="Google Shape;1271;p44"/>
          <p:cNvSpPr/>
          <p:nvPr/>
        </p:nvSpPr>
        <p:spPr>
          <a:xfrm>
            <a:off x="6011050" y="3577775"/>
            <a:ext cx="146100" cy="14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2" name="Google Shape;1272;p44"/>
          <p:cNvSpPr/>
          <p:nvPr/>
        </p:nvSpPr>
        <p:spPr>
          <a:xfrm>
            <a:off x="2306075" y="2532775"/>
            <a:ext cx="146100" cy="146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3" name="Google Shape;1273;p44"/>
          <p:cNvSpPr/>
          <p:nvPr/>
        </p:nvSpPr>
        <p:spPr>
          <a:xfrm>
            <a:off x="5001175" y="3306600"/>
            <a:ext cx="146100" cy="146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4" name="Google Shape;1274;p44"/>
          <p:cNvSpPr/>
          <p:nvPr/>
        </p:nvSpPr>
        <p:spPr>
          <a:xfrm>
            <a:off x="2356575" y="2927675"/>
            <a:ext cx="146100" cy="14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5" name="Google Shape;1275;p44"/>
          <p:cNvSpPr/>
          <p:nvPr/>
        </p:nvSpPr>
        <p:spPr>
          <a:xfrm>
            <a:off x="7859711" y="1382040"/>
            <a:ext cx="564300" cy="2460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accent1"/>
              </a:solidFill>
              <a:latin typeface="Metrophobic"/>
              <a:ea typeface="Metrophobic"/>
              <a:cs typeface="Metrophobic"/>
              <a:sym typeface="Metrophobic"/>
            </a:endParaRPr>
          </a:p>
        </p:txBody>
      </p:sp>
      <p:sp>
        <p:nvSpPr>
          <p:cNvPr id="1276" name="Google Shape;1276;p44"/>
          <p:cNvSpPr/>
          <p:nvPr/>
        </p:nvSpPr>
        <p:spPr>
          <a:xfrm>
            <a:off x="7859711" y="2487946"/>
            <a:ext cx="564300" cy="2460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accent1"/>
              </a:solidFill>
              <a:latin typeface="Metrophobic"/>
              <a:ea typeface="Metrophobic"/>
              <a:cs typeface="Metrophobic"/>
              <a:sym typeface="Metrophobic"/>
            </a:endParaRPr>
          </a:p>
        </p:txBody>
      </p:sp>
      <p:sp>
        <p:nvSpPr>
          <p:cNvPr id="1277" name="Google Shape;1277;p44"/>
          <p:cNvSpPr/>
          <p:nvPr/>
        </p:nvSpPr>
        <p:spPr>
          <a:xfrm>
            <a:off x="7859711" y="3531446"/>
            <a:ext cx="564300" cy="2460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accent1"/>
              </a:solidFill>
              <a:latin typeface="Metrophobic"/>
              <a:ea typeface="Metrophobic"/>
              <a:cs typeface="Metrophobic"/>
              <a:sym typeface="Metrophob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4"/>
          <p:cNvSpPr txBox="1">
            <a:spLocks noGrp="1"/>
          </p:cNvSpPr>
          <p:nvPr>
            <p:ph type="subTitle" idx="1"/>
          </p:nvPr>
        </p:nvSpPr>
        <p:spPr>
          <a:xfrm>
            <a:off x="3351350" y="1709625"/>
            <a:ext cx="3753600" cy="5055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Unsupervised clustering — no target variable</a:t>
            </a:r>
            <a:endParaRPr/>
          </a:p>
        </p:txBody>
      </p:sp>
      <p:sp>
        <p:nvSpPr>
          <p:cNvPr id="529" name="Google Shape;529;p34"/>
          <p:cNvSpPr txBox="1">
            <a:spLocks noGrp="1"/>
          </p:cNvSpPr>
          <p:nvPr>
            <p:ph type="subTitle" idx="2"/>
          </p:nvPr>
        </p:nvSpPr>
        <p:spPr>
          <a:xfrm>
            <a:off x="3351350" y="1355825"/>
            <a:ext cx="1965600" cy="305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Type</a:t>
            </a:r>
            <a:endParaRPr/>
          </a:p>
        </p:txBody>
      </p:sp>
      <p:sp>
        <p:nvSpPr>
          <p:cNvPr id="530" name="Google Shape;530;p34"/>
          <p:cNvSpPr txBox="1">
            <a:spLocks noGrp="1"/>
          </p:cNvSpPr>
          <p:nvPr>
            <p:ph type="subTitle" idx="3"/>
          </p:nvPr>
        </p:nvSpPr>
        <p:spPr>
          <a:xfrm>
            <a:off x="3351350" y="2780700"/>
            <a:ext cx="3753600" cy="5055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K-Means · DBSCAN · Agglomerative Clustering</a:t>
            </a:r>
            <a:endParaRPr/>
          </a:p>
        </p:txBody>
      </p:sp>
      <p:sp>
        <p:nvSpPr>
          <p:cNvPr id="531" name="Google Shape;531;p34"/>
          <p:cNvSpPr txBox="1">
            <a:spLocks noGrp="1"/>
          </p:cNvSpPr>
          <p:nvPr>
            <p:ph type="subTitle" idx="4"/>
          </p:nvPr>
        </p:nvSpPr>
        <p:spPr>
          <a:xfrm>
            <a:off x="3351350" y="2426900"/>
            <a:ext cx="1965600" cy="305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Models</a:t>
            </a:r>
            <a:endParaRPr/>
          </a:p>
        </p:txBody>
      </p:sp>
      <p:sp>
        <p:nvSpPr>
          <p:cNvPr id="532" name="Google Shape;532;p34"/>
          <p:cNvSpPr txBox="1">
            <a:spLocks noGrp="1"/>
          </p:cNvSpPr>
          <p:nvPr>
            <p:ph type="subTitle" idx="5"/>
          </p:nvPr>
        </p:nvSpPr>
        <p:spPr>
          <a:xfrm>
            <a:off x="3351350" y="3851775"/>
            <a:ext cx="3753600" cy="5055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Silhouette, Davies-Bouldin, Elbow, real-track checks</a:t>
            </a:r>
            <a:endParaRPr/>
          </a:p>
        </p:txBody>
      </p:sp>
      <p:sp>
        <p:nvSpPr>
          <p:cNvPr id="533" name="Google Shape;533;p34"/>
          <p:cNvSpPr txBox="1">
            <a:spLocks noGrp="1"/>
          </p:cNvSpPr>
          <p:nvPr>
            <p:ph type="subTitle" idx="6"/>
          </p:nvPr>
        </p:nvSpPr>
        <p:spPr>
          <a:xfrm>
            <a:off x="3351350" y="3497975"/>
            <a:ext cx="1965600" cy="305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Metrics</a:t>
            </a:r>
            <a:endParaRPr/>
          </a:p>
        </p:txBody>
      </p:sp>
      <p:sp>
        <p:nvSpPr>
          <p:cNvPr id="534" name="Google Shape;534;p34"/>
          <p:cNvSpPr txBox="1">
            <a:spLocks noGrp="1"/>
          </p:cNvSpPr>
          <p:nvPr>
            <p:ph type="title"/>
          </p:nvPr>
        </p:nvSpPr>
        <p:spPr>
          <a:xfrm>
            <a:off x="1998350" y="540000"/>
            <a:ext cx="6425700" cy="47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 &amp; Objectives</a:t>
            </a:r>
            <a:endParaRPr/>
          </a:p>
        </p:txBody>
      </p:sp>
      <p:grpSp>
        <p:nvGrpSpPr>
          <p:cNvPr id="535" name="Google Shape;535;p34"/>
          <p:cNvGrpSpPr/>
          <p:nvPr/>
        </p:nvGrpSpPr>
        <p:grpSpPr>
          <a:xfrm>
            <a:off x="723837" y="552000"/>
            <a:ext cx="1218671" cy="1640915"/>
            <a:chOff x="723837" y="552000"/>
            <a:chExt cx="1218671" cy="1640915"/>
          </a:xfrm>
        </p:grpSpPr>
        <p:sp>
          <p:nvSpPr>
            <p:cNvPr id="536" name="Google Shape;536;p34"/>
            <p:cNvSpPr/>
            <p:nvPr/>
          </p:nvSpPr>
          <p:spPr>
            <a:xfrm>
              <a:off x="729625" y="552000"/>
              <a:ext cx="98100" cy="98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4"/>
            <p:cNvSpPr/>
            <p:nvPr/>
          </p:nvSpPr>
          <p:spPr>
            <a:xfrm>
              <a:off x="882900" y="552000"/>
              <a:ext cx="98100" cy="98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4"/>
            <p:cNvSpPr/>
            <p:nvPr/>
          </p:nvSpPr>
          <p:spPr>
            <a:xfrm>
              <a:off x="1036175" y="552000"/>
              <a:ext cx="98100" cy="98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4"/>
            <p:cNvSpPr/>
            <p:nvPr/>
          </p:nvSpPr>
          <p:spPr>
            <a:xfrm>
              <a:off x="1379968" y="618464"/>
              <a:ext cx="255633" cy="250348"/>
            </a:xfrm>
            <a:custGeom>
              <a:avLst/>
              <a:gdLst/>
              <a:ahLst/>
              <a:cxnLst/>
              <a:rect l="l" t="t" r="r" b="b"/>
              <a:pathLst>
                <a:path w="11027" h="10799" extrusionOk="0">
                  <a:moveTo>
                    <a:pt x="5504" y="1"/>
                  </a:moveTo>
                  <a:cubicBezTo>
                    <a:pt x="5436" y="1"/>
                    <a:pt x="5367" y="2"/>
                    <a:pt x="5298" y="4"/>
                  </a:cubicBezTo>
                  <a:cubicBezTo>
                    <a:pt x="2331" y="130"/>
                    <a:pt x="1" y="2639"/>
                    <a:pt x="126" y="5621"/>
                  </a:cubicBezTo>
                  <a:cubicBezTo>
                    <a:pt x="234" y="8525"/>
                    <a:pt x="2618" y="10799"/>
                    <a:pt x="5498" y="10799"/>
                  </a:cubicBezTo>
                  <a:cubicBezTo>
                    <a:pt x="5575" y="10799"/>
                    <a:pt x="5652" y="10797"/>
                    <a:pt x="5729" y="10794"/>
                  </a:cubicBezTo>
                  <a:cubicBezTo>
                    <a:pt x="8710" y="10683"/>
                    <a:pt x="11027" y="8173"/>
                    <a:pt x="10916" y="5191"/>
                  </a:cubicBezTo>
                  <a:cubicBezTo>
                    <a:pt x="10793" y="2279"/>
                    <a:pt x="8395" y="1"/>
                    <a:pt x="55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4"/>
            <p:cNvSpPr/>
            <p:nvPr/>
          </p:nvSpPr>
          <p:spPr>
            <a:xfrm>
              <a:off x="1483960" y="686786"/>
              <a:ext cx="47650" cy="117350"/>
            </a:xfrm>
            <a:custGeom>
              <a:avLst/>
              <a:gdLst/>
              <a:ahLst/>
              <a:cxnLst/>
              <a:rect l="l" t="t" r="r" b="b"/>
              <a:pathLst>
                <a:path w="1906" h="4694" extrusionOk="0">
                  <a:moveTo>
                    <a:pt x="1906" y="0"/>
                  </a:moveTo>
                  <a:lnTo>
                    <a:pt x="0" y="2347"/>
                  </a:lnTo>
                  <a:lnTo>
                    <a:pt x="1857" y="4694"/>
                  </a:ln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1" name="Google Shape;541;p34"/>
            <p:cNvSpPr/>
            <p:nvPr/>
          </p:nvSpPr>
          <p:spPr>
            <a:xfrm flipH="1">
              <a:off x="1686874" y="618464"/>
              <a:ext cx="255633" cy="250348"/>
            </a:xfrm>
            <a:custGeom>
              <a:avLst/>
              <a:gdLst/>
              <a:ahLst/>
              <a:cxnLst/>
              <a:rect l="l" t="t" r="r" b="b"/>
              <a:pathLst>
                <a:path w="11027" h="10799" extrusionOk="0">
                  <a:moveTo>
                    <a:pt x="5504" y="1"/>
                  </a:moveTo>
                  <a:cubicBezTo>
                    <a:pt x="5436" y="1"/>
                    <a:pt x="5367" y="2"/>
                    <a:pt x="5298" y="4"/>
                  </a:cubicBezTo>
                  <a:cubicBezTo>
                    <a:pt x="2331" y="130"/>
                    <a:pt x="1" y="2639"/>
                    <a:pt x="126" y="5621"/>
                  </a:cubicBezTo>
                  <a:cubicBezTo>
                    <a:pt x="234" y="8525"/>
                    <a:pt x="2618" y="10799"/>
                    <a:pt x="5498" y="10799"/>
                  </a:cubicBezTo>
                  <a:cubicBezTo>
                    <a:pt x="5575" y="10799"/>
                    <a:pt x="5652" y="10797"/>
                    <a:pt x="5729" y="10794"/>
                  </a:cubicBezTo>
                  <a:cubicBezTo>
                    <a:pt x="8710" y="10683"/>
                    <a:pt x="11027" y="8173"/>
                    <a:pt x="10916" y="5191"/>
                  </a:cubicBezTo>
                  <a:cubicBezTo>
                    <a:pt x="10793" y="2279"/>
                    <a:pt x="8395" y="1"/>
                    <a:pt x="55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4"/>
            <p:cNvSpPr/>
            <p:nvPr/>
          </p:nvSpPr>
          <p:spPr>
            <a:xfrm flipH="1">
              <a:off x="1790866" y="686786"/>
              <a:ext cx="47650" cy="117350"/>
            </a:xfrm>
            <a:custGeom>
              <a:avLst/>
              <a:gdLst/>
              <a:ahLst/>
              <a:cxnLst/>
              <a:rect l="l" t="t" r="r" b="b"/>
              <a:pathLst>
                <a:path w="1906" h="4694" extrusionOk="0">
                  <a:moveTo>
                    <a:pt x="1906" y="0"/>
                  </a:moveTo>
                  <a:lnTo>
                    <a:pt x="0" y="2347"/>
                  </a:lnTo>
                  <a:lnTo>
                    <a:pt x="1857" y="4694"/>
                  </a:ln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43" name="Google Shape;543;p34"/>
            <p:cNvGrpSpPr/>
            <p:nvPr/>
          </p:nvGrpSpPr>
          <p:grpSpPr>
            <a:xfrm>
              <a:off x="729630" y="1968358"/>
              <a:ext cx="255615" cy="224557"/>
              <a:chOff x="6184139" y="1980808"/>
              <a:chExt cx="451696" cy="396814"/>
            </a:xfrm>
          </p:grpSpPr>
          <p:sp>
            <p:nvSpPr>
              <p:cNvPr id="544" name="Google Shape;544;p34"/>
              <p:cNvSpPr/>
              <p:nvPr/>
            </p:nvSpPr>
            <p:spPr>
              <a:xfrm>
                <a:off x="6184139" y="1980808"/>
                <a:ext cx="451696" cy="396814"/>
              </a:xfrm>
              <a:custGeom>
                <a:avLst/>
                <a:gdLst/>
                <a:ahLst/>
                <a:cxnLst/>
                <a:rect l="l" t="t" r="r" b="b"/>
                <a:pathLst>
                  <a:path w="9473" h="8322" extrusionOk="0">
                    <a:moveTo>
                      <a:pt x="4272" y="361"/>
                    </a:moveTo>
                    <a:cubicBezTo>
                      <a:pt x="4675" y="361"/>
                      <a:pt x="5063" y="583"/>
                      <a:pt x="5257" y="943"/>
                    </a:cubicBezTo>
                    <a:cubicBezTo>
                      <a:pt x="5285" y="1013"/>
                      <a:pt x="5354" y="1041"/>
                      <a:pt x="5437" y="1041"/>
                    </a:cubicBezTo>
                    <a:cubicBezTo>
                      <a:pt x="5466" y="1038"/>
                      <a:pt x="5495" y="1036"/>
                      <a:pt x="5524" y="1036"/>
                    </a:cubicBezTo>
                    <a:cubicBezTo>
                      <a:pt x="5868" y="1036"/>
                      <a:pt x="6196" y="1263"/>
                      <a:pt x="6324" y="1596"/>
                    </a:cubicBezTo>
                    <a:cubicBezTo>
                      <a:pt x="6349" y="1657"/>
                      <a:pt x="6408" y="1709"/>
                      <a:pt x="6480" y="1709"/>
                    </a:cubicBezTo>
                    <a:cubicBezTo>
                      <a:pt x="6489" y="1709"/>
                      <a:pt x="6497" y="1708"/>
                      <a:pt x="6505" y="1707"/>
                    </a:cubicBezTo>
                    <a:cubicBezTo>
                      <a:pt x="6521" y="1705"/>
                      <a:pt x="6536" y="1704"/>
                      <a:pt x="6552" y="1704"/>
                    </a:cubicBezTo>
                    <a:cubicBezTo>
                      <a:pt x="6838" y="1704"/>
                      <a:pt x="7088" y="1944"/>
                      <a:pt x="7088" y="2234"/>
                    </a:cubicBezTo>
                    <a:cubicBezTo>
                      <a:pt x="7088" y="2524"/>
                      <a:pt x="6851" y="2760"/>
                      <a:pt x="6561" y="2760"/>
                    </a:cubicBezTo>
                    <a:lnTo>
                      <a:pt x="6311" y="2760"/>
                    </a:lnTo>
                    <a:lnTo>
                      <a:pt x="6311" y="2178"/>
                    </a:lnTo>
                    <a:cubicBezTo>
                      <a:pt x="6311" y="2073"/>
                      <a:pt x="6222" y="1988"/>
                      <a:pt x="6120" y="1988"/>
                    </a:cubicBezTo>
                    <a:cubicBezTo>
                      <a:pt x="6101" y="1988"/>
                      <a:pt x="6081" y="1991"/>
                      <a:pt x="6061" y="1997"/>
                    </a:cubicBezTo>
                    <a:lnTo>
                      <a:pt x="4064" y="2566"/>
                    </a:lnTo>
                    <a:cubicBezTo>
                      <a:pt x="3981" y="2594"/>
                      <a:pt x="3926" y="2677"/>
                      <a:pt x="3939" y="2760"/>
                    </a:cubicBezTo>
                    <a:lnTo>
                      <a:pt x="3066" y="2760"/>
                    </a:lnTo>
                    <a:cubicBezTo>
                      <a:pt x="2678" y="2760"/>
                      <a:pt x="2345" y="2413"/>
                      <a:pt x="2373" y="2025"/>
                    </a:cubicBezTo>
                    <a:cubicBezTo>
                      <a:pt x="2373" y="1886"/>
                      <a:pt x="2441" y="1720"/>
                      <a:pt x="2552" y="1609"/>
                    </a:cubicBezTo>
                    <a:cubicBezTo>
                      <a:pt x="2678" y="1470"/>
                      <a:pt x="2830" y="1401"/>
                      <a:pt x="3011" y="1387"/>
                    </a:cubicBezTo>
                    <a:cubicBezTo>
                      <a:pt x="3094" y="1374"/>
                      <a:pt x="3163" y="1318"/>
                      <a:pt x="3177" y="1235"/>
                    </a:cubicBezTo>
                    <a:cubicBezTo>
                      <a:pt x="3232" y="999"/>
                      <a:pt x="3371" y="777"/>
                      <a:pt x="3565" y="610"/>
                    </a:cubicBezTo>
                    <a:cubicBezTo>
                      <a:pt x="3773" y="444"/>
                      <a:pt x="4009" y="361"/>
                      <a:pt x="4272" y="361"/>
                    </a:cubicBezTo>
                    <a:close/>
                    <a:moveTo>
                      <a:pt x="5936" y="2413"/>
                    </a:moveTo>
                    <a:lnTo>
                      <a:pt x="5936" y="2816"/>
                    </a:lnTo>
                    <a:lnTo>
                      <a:pt x="4300" y="3301"/>
                    </a:lnTo>
                    <a:lnTo>
                      <a:pt x="4300" y="2885"/>
                    </a:lnTo>
                    <a:lnTo>
                      <a:pt x="5936" y="2413"/>
                    </a:lnTo>
                    <a:close/>
                    <a:moveTo>
                      <a:pt x="5618" y="4493"/>
                    </a:moveTo>
                    <a:cubicBezTo>
                      <a:pt x="5797" y="4493"/>
                      <a:pt x="5936" y="4632"/>
                      <a:pt x="5936" y="4813"/>
                    </a:cubicBezTo>
                    <a:lnTo>
                      <a:pt x="5936" y="4826"/>
                    </a:lnTo>
                    <a:lnTo>
                      <a:pt x="5936" y="4841"/>
                    </a:lnTo>
                    <a:cubicBezTo>
                      <a:pt x="5936" y="5007"/>
                      <a:pt x="5797" y="5146"/>
                      <a:pt x="5618" y="5146"/>
                    </a:cubicBezTo>
                    <a:lnTo>
                      <a:pt x="5326" y="5146"/>
                    </a:lnTo>
                    <a:cubicBezTo>
                      <a:pt x="5146" y="5146"/>
                      <a:pt x="5007" y="5007"/>
                      <a:pt x="5007" y="4841"/>
                    </a:cubicBezTo>
                    <a:lnTo>
                      <a:pt x="5007" y="4813"/>
                    </a:lnTo>
                    <a:cubicBezTo>
                      <a:pt x="5007" y="4632"/>
                      <a:pt x="5146" y="4493"/>
                      <a:pt x="5326" y="4493"/>
                    </a:cubicBezTo>
                    <a:close/>
                    <a:moveTo>
                      <a:pt x="3621" y="4909"/>
                    </a:moveTo>
                    <a:cubicBezTo>
                      <a:pt x="3800" y="4909"/>
                      <a:pt x="3939" y="5048"/>
                      <a:pt x="3939" y="5215"/>
                    </a:cubicBezTo>
                    <a:lnTo>
                      <a:pt x="3939" y="5229"/>
                    </a:lnTo>
                    <a:lnTo>
                      <a:pt x="3939" y="5242"/>
                    </a:lnTo>
                    <a:cubicBezTo>
                      <a:pt x="3939" y="5409"/>
                      <a:pt x="3800" y="5547"/>
                      <a:pt x="3621" y="5547"/>
                    </a:cubicBezTo>
                    <a:lnTo>
                      <a:pt x="3316" y="5547"/>
                    </a:lnTo>
                    <a:cubicBezTo>
                      <a:pt x="3149" y="5547"/>
                      <a:pt x="3011" y="5409"/>
                      <a:pt x="3011" y="5242"/>
                    </a:cubicBezTo>
                    <a:lnTo>
                      <a:pt x="3011" y="5215"/>
                    </a:lnTo>
                    <a:cubicBezTo>
                      <a:pt x="3011" y="5048"/>
                      <a:pt x="3149" y="4909"/>
                      <a:pt x="3316" y="4909"/>
                    </a:cubicBezTo>
                    <a:close/>
                    <a:moveTo>
                      <a:pt x="7615" y="2483"/>
                    </a:moveTo>
                    <a:lnTo>
                      <a:pt x="7615" y="6200"/>
                    </a:lnTo>
                    <a:lnTo>
                      <a:pt x="1873" y="6200"/>
                    </a:lnTo>
                    <a:lnTo>
                      <a:pt x="1873" y="2483"/>
                    </a:lnTo>
                    <a:lnTo>
                      <a:pt x="2081" y="2483"/>
                    </a:lnTo>
                    <a:cubicBezTo>
                      <a:pt x="2247" y="2871"/>
                      <a:pt x="2636" y="3134"/>
                      <a:pt x="3066" y="3134"/>
                    </a:cubicBezTo>
                    <a:lnTo>
                      <a:pt x="3939" y="3134"/>
                    </a:lnTo>
                    <a:lnTo>
                      <a:pt x="3939" y="4619"/>
                    </a:lnTo>
                    <a:cubicBezTo>
                      <a:pt x="3843" y="4563"/>
                      <a:pt x="3732" y="4536"/>
                      <a:pt x="3621" y="4536"/>
                    </a:cubicBezTo>
                    <a:lnTo>
                      <a:pt x="3316" y="4536"/>
                    </a:lnTo>
                    <a:cubicBezTo>
                      <a:pt x="2941" y="4536"/>
                      <a:pt x="2636" y="4841"/>
                      <a:pt x="2636" y="5215"/>
                    </a:cubicBezTo>
                    <a:lnTo>
                      <a:pt x="2636" y="5242"/>
                    </a:lnTo>
                    <a:cubicBezTo>
                      <a:pt x="2636" y="5617"/>
                      <a:pt x="2941" y="5922"/>
                      <a:pt x="3316" y="5922"/>
                    </a:cubicBezTo>
                    <a:lnTo>
                      <a:pt x="3621" y="5922"/>
                    </a:lnTo>
                    <a:cubicBezTo>
                      <a:pt x="4009" y="5922"/>
                      <a:pt x="4300" y="5590"/>
                      <a:pt x="4300" y="5215"/>
                    </a:cubicBezTo>
                    <a:lnTo>
                      <a:pt x="4300" y="3676"/>
                    </a:lnTo>
                    <a:lnTo>
                      <a:pt x="5936" y="3204"/>
                    </a:lnTo>
                    <a:lnTo>
                      <a:pt x="5936" y="4203"/>
                    </a:lnTo>
                    <a:cubicBezTo>
                      <a:pt x="5840" y="4161"/>
                      <a:pt x="5742" y="4133"/>
                      <a:pt x="5618" y="4133"/>
                    </a:cubicBezTo>
                    <a:lnTo>
                      <a:pt x="5326" y="4133"/>
                    </a:lnTo>
                    <a:cubicBezTo>
                      <a:pt x="4952" y="4133"/>
                      <a:pt x="4647" y="4438"/>
                      <a:pt x="4647" y="4813"/>
                    </a:cubicBezTo>
                    <a:lnTo>
                      <a:pt x="4647" y="4841"/>
                    </a:lnTo>
                    <a:cubicBezTo>
                      <a:pt x="4647" y="5215"/>
                      <a:pt x="4952" y="5520"/>
                      <a:pt x="5326" y="5520"/>
                    </a:cubicBezTo>
                    <a:lnTo>
                      <a:pt x="5618" y="5520"/>
                    </a:lnTo>
                    <a:cubicBezTo>
                      <a:pt x="6006" y="5520"/>
                      <a:pt x="6311" y="5187"/>
                      <a:pt x="6311" y="4813"/>
                    </a:cubicBezTo>
                    <a:lnTo>
                      <a:pt x="6311" y="3134"/>
                    </a:lnTo>
                    <a:lnTo>
                      <a:pt x="6561" y="3134"/>
                    </a:lnTo>
                    <a:cubicBezTo>
                      <a:pt x="6962" y="3134"/>
                      <a:pt x="7323" y="2857"/>
                      <a:pt x="7434" y="2483"/>
                    </a:cubicBezTo>
                    <a:close/>
                    <a:moveTo>
                      <a:pt x="8044" y="1664"/>
                    </a:moveTo>
                    <a:cubicBezTo>
                      <a:pt x="8253" y="1664"/>
                      <a:pt x="8432" y="1831"/>
                      <a:pt x="8432" y="2053"/>
                    </a:cubicBezTo>
                    <a:lnTo>
                      <a:pt x="8432" y="6629"/>
                    </a:lnTo>
                    <a:cubicBezTo>
                      <a:pt x="8432" y="6838"/>
                      <a:pt x="8253" y="7017"/>
                      <a:pt x="8044" y="7017"/>
                    </a:cubicBezTo>
                    <a:lnTo>
                      <a:pt x="1443" y="7017"/>
                    </a:lnTo>
                    <a:cubicBezTo>
                      <a:pt x="1221" y="7017"/>
                      <a:pt x="1055" y="6838"/>
                      <a:pt x="1055" y="6629"/>
                    </a:cubicBezTo>
                    <a:lnTo>
                      <a:pt x="1055" y="2053"/>
                    </a:lnTo>
                    <a:cubicBezTo>
                      <a:pt x="1055" y="1831"/>
                      <a:pt x="1221" y="1664"/>
                      <a:pt x="1443" y="1664"/>
                    </a:cubicBezTo>
                    <a:lnTo>
                      <a:pt x="2081" y="1664"/>
                    </a:lnTo>
                    <a:cubicBezTo>
                      <a:pt x="2025" y="1803"/>
                      <a:pt x="1998" y="1956"/>
                      <a:pt x="1998" y="2108"/>
                    </a:cubicBezTo>
                    <a:lnTo>
                      <a:pt x="1679" y="2108"/>
                    </a:lnTo>
                    <a:cubicBezTo>
                      <a:pt x="1582" y="2108"/>
                      <a:pt x="1498" y="2191"/>
                      <a:pt x="1498" y="2289"/>
                    </a:cubicBezTo>
                    <a:lnTo>
                      <a:pt x="1498" y="6394"/>
                    </a:lnTo>
                    <a:cubicBezTo>
                      <a:pt x="1498" y="6490"/>
                      <a:pt x="1582" y="6574"/>
                      <a:pt x="1679" y="6574"/>
                    </a:cubicBezTo>
                    <a:lnTo>
                      <a:pt x="7794" y="6574"/>
                    </a:lnTo>
                    <a:cubicBezTo>
                      <a:pt x="7905" y="6574"/>
                      <a:pt x="7989" y="6490"/>
                      <a:pt x="7989" y="6394"/>
                    </a:cubicBezTo>
                    <a:lnTo>
                      <a:pt x="7989" y="2289"/>
                    </a:lnTo>
                    <a:cubicBezTo>
                      <a:pt x="7989" y="2191"/>
                      <a:pt x="7905" y="2108"/>
                      <a:pt x="7794" y="2108"/>
                    </a:cubicBezTo>
                    <a:lnTo>
                      <a:pt x="7448" y="2108"/>
                    </a:lnTo>
                    <a:cubicBezTo>
                      <a:pt x="7434" y="1942"/>
                      <a:pt x="7365" y="1790"/>
                      <a:pt x="7254" y="1664"/>
                    </a:cubicBezTo>
                    <a:close/>
                    <a:moveTo>
                      <a:pt x="4272" y="0"/>
                    </a:moveTo>
                    <a:cubicBezTo>
                      <a:pt x="3926" y="0"/>
                      <a:pt x="3593" y="111"/>
                      <a:pt x="3329" y="320"/>
                    </a:cubicBezTo>
                    <a:cubicBezTo>
                      <a:pt x="3107" y="514"/>
                      <a:pt x="2941" y="749"/>
                      <a:pt x="2844" y="1026"/>
                    </a:cubicBezTo>
                    <a:cubicBezTo>
                      <a:pt x="2663" y="1069"/>
                      <a:pt x="2484" y="1165"/>
                      <a:pt x="2345" y="1290"/>
                    </a:cubicBezTo>
                    <a:lnTo>
                      <a:pt x="1443" y="1290"/>
                    </a:lnTo>
                    <a:cubicBezTo>
                      <a:pt x="1027" y="1290"/>
                      <a:pt x="681" y="1637"/>
                      <a:pt x="681" y="2053"/>
                    </a:cubicBezTo>
                    <a:lnTo>
                      <a:pt x="681" y="6629"/>
                    </a:lnTo>
                    <a:cubicBezTo>
                      <a:pt x="681" y="6768"/>
                      <a:pt x="722" y="6906"/>
                      <a:pt x="792" y="7017"/>
                    </a:cubicBezTo>
                    <a:lnTo>
                      <a:pt x="195" y="7017"/>
                    </a:lnTo>
                    <a:cubicBezTo>
                      <a:pt x="84" y="7017"/>
                      <a:pt x="1" y="7101"/>
                      <a:pt x="1" y="7198"/>
                    </a:cubicBezTo>
                    <a:lnTo>
                      <a:pt x="1" y="7642"/>
                    </a:lnTo>
                    <a:cubicBezTo>
                      <a:pt x="1" y="8016"/>
                      <a:pt x="320" y="8321"/>
                      <a:pt x="694" y="8321"/>
                    </a:cubicBezTo>
                    <a:lnTo>
                      <a:pt x="3926" y="8321"/>
                    </a:lnTo>
                    <a:cubicBezTo>
                      <a:pt x="4037" y="8321"/>
                      <a:pt x="4120" y="8238"/>
                      <a:pt x="4120" y="8141"/>
                    </a:cubicBezTo>
                    <a:cubicBezTo>
                      <a:pt x="4120" y="8030"/>
                      <a:pt x="4037" y="7947"/>
                      <a:pt x="3926" y="7947"/>
                    </a:cubicBezTo>
                    <a:lnTo>
                      <a:pt x="694" y="7947"/>
                    </a:lnTo>
                    <a:cubicBezTo>
                      <a:pt x="514" y="7947"/>
                      <a:pt x="376" y="7808"/>
                      <a:pt x="376" y="7642"/>
                    </a:cubicBezTo>
                    <a:lnTo>
                      <a:pt x="376" y="7392"/>
                    </a:lnTo>
                    <a:lnTo>
                      <a:pt x="9098" y="7392"/>
                    </a:lnTo>
                    <a:lnTo>
                      <a:pt x="9098" y="7642"/>
                    </a:lnTo>
                    <a:cubicBezTo>
                      <a:pt x="9098" y="7808"/>
                      <a:pt x="8959" y="7947"/>
                      <a:pt x="8793" y="7947"/>
                    </a:cubicBezTo>
                    <a:lnTo>
                      <a:pt x="5562" y="7947"/>
                    </a:lnTo>
                    <a:cubicBezTo>
                      <a:pt x="5451" y="7947"/>
                      <a:pt x="5368" y="8030"/>
                      <a:pt x="5368" y="8141"/>
                    </a:cubicBezTo>
                    <a:cubicBezTo>
                      <a:pt x="5368" y="8238"/>
                      <a:pt x="5451" y="8321"/>
                      <a:pt x="5562" y="8321"/>
                    </a:cubicBezTo>
                    <a:lnTo>
                      <a:pt x="8793" y="8321"/>
                    </a:lnTo>
                    <a:cubicBezTo>
                      <a:pt x="9168" y="8321"/>
                      <a:pt x="9473" y="8016"/>
                      <a:pt x="9473" y="7642"/>
                    </a:cubicBezTo>
                    <a:lnTo>
                      <a:pt x="9473" y="7198"/>
                    </a:lnTo>
                    <a:cubicBezTo>
                      <a:pt x="9473" y="7101"/>
                      <a:pt x="9390" y="7017"/>
                      <a:pt x="9292" y="7017"/>
                    </a:cubicBezTo>
                    <a:lnTo>
                      <a:pt x="8696" y="7017"/>
                    </a:lnTo>
                    <a:cubicBezTo>
                      <a:pt x="8765" y="6906"/>
                      <a:pt x="8793" y="6768"/>
                      <a:pt x="8793" y="6629"/>
                    </a:cubicBezTo>
                    <a:lnTo>
                      <a:pt x="8793" y="2053"/>
                    </a:lnTo>
                    <a:cubicBezTo>
                      <a:pt x="8793" y="1637"/>
                      <a:pt x="8460" y="1290"/>
                      <a:pt x="8044" y="1290"/>
                    </a:cubicBezTo>
                    <a:lnTo>
                      <a:pt x="6588" y="1290"/>
                    </a:lnTo>
                    <a:cubicBezTo>
                      <a:pt x="6367" y="915"/>
                      <a:pt x="5964" y="666"/>
                      <a:pt x="5520" y="666"/>
                    </a:cubicBezTo>
                    <a:cubicBezTo>
                      <a:pt x="5243" y="250"/>
                      <a:pt x="4771" y="0"/>
                      <a:pt x="42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34"/>
              <p:cNvSpPr/>
              <p:nvPr/>
            </p:nvSpPr>
            <p:spPr>
              <a:xfrm>
                <a:off x="6400384" y="2359892"/>
                <a:ext cx="19216" cy="17499"/>
              </a:xfrm>
              <a:custGeom>
                <a:avLst/>
                <a:gdLst/>
                <a:ahLst/>
                <a:cxnLst/>
                <a:rect l="l" t="t" r="r" b="b"/>
                <a:pathLst>
                  <a:path w="403" h="367" extrusionOk="0">
                    <a:moveTo>
                      <a:pt x="192" y="0"/>
                    </a:moveTo>
                    <a:cubicBezTo>
                      <a:pt x="147" y="0"/>
                      <a:pt x="103" y="19"/>
                      <a:pt x="70" y="53"/>
                    </a:cubicBezTo>
                    <a:cubicBezTo>
                      <a:pt x="14" y="121"/>
                      <a:pt x="1" y="219"/>
                      <a:pt x="56" y="288"/>
                    </a:cubicBezTo>
                    <a:cubicBezTo>
                      <a:pt x="89" y="342"/>
                      <a:pt x="142" y="366"/>
                      <a:pt x="197" y="366"/>
                    </a:cubicBezTo>
                    <a:cubicBezTo>
                      <a:pt x="283" y="366"/>
                      <a:pt x="372" y="306"/>
                      <a:pt x="389" y="205"/>
                    </a:cubicBezTo>
                    <a:cubicBezTo>
                      <a:pt x="403" y="136"/>
                      <a:pt x="362" y="53"/>
                      <a:pt x="278" y="25"/>
                    </a:cubicBezTo>
                    <a:cubicBezTo>
                      <a:pt x="251" y="8"/>
                      <a:pt x="221" y="0"/>
                      <a:pt x="19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6" name="Google Shape;546;p34"/>
            <p:cNvGrpSpPr/>
            <p:nvPr/>
          </p:nvGrpSpPr>
          <p:grpSpPr>
            <a:xfrm>
              <a:off x="729630" y="975085"/>
              <a:ext cx="255615" cy="254967"/>
              <a:chOff x="6184139" y="1220827"/>
              <a:chExt cx="451696" cy="450552"/>
            </a:xfrm>
          </p:grpSpPr>
          <p:sp>
            <p:nvSpPr>
              <p:cNvPr id="547" name="Google Shape;547;p34"/>
              <p:cNvSpPr/>
              <p:nvPr/>
            </p:nvSpPr>
            <p:spPr>
              <a:xfrm>
                <a:off x="6353416" y="1390104"/>
                <a:ext cx="117776" cy="137087"/>
              </a:xfrm>
              <a:custGeom>
                <a:avLst/>
                <a:gdLst/>
                <a:ahLst/>
                <a:cxnLst/>
                <a:rect l="l" t="t" r="r" b="b"/>
                <a:pathLst>
                  <a:path w="2470" h="2875" extrusionOk="0">
                    <a:moveTo>
                      <a:pt x="916" y="1946"/>
                    </a:moveTo>
                    <a:cubicBezTo>
                      <a:pt x="1069" y="1946"/>
                      <a:pt x="1193" y="2070"/>
                      <a:pt x="1193" y="2224"/>
                    </a:cubicBezTo>
                    <a:cubicBezTo>
                      <a:pt x="1193" y="2376"/>
                      <a:pt x="1069" y="2501"/>
                      <a:pt x="916" y="2501"/>
                    </a:cubicBezTo>
                    <a:lnTo>
                      <a:pt x="666" y="2501"/>
                    </a:lnTo>
                    <a:cubicBezTo>
                      <a:pt x="500" y="2501"/>
                      <a:pt x="376" y="2376"/>
                      <a:pt x="376" y="2224"/>
                    </a:cubicBezTo>
                    <a:cubicBezTo>
                      <a:pt x="376" y="2070"/>
                      <a:pt x="500" y="1946"/>
                      <a:pt x="666" y="1946"/>
                    </a:cubicBezTo>
                    <a:close/>
                    <a:moveTo>
                      <a:pt x="1383" y="1"/>
                    </a:moveTo>
                    <a:cubicBezTo>
                      <a:pt x="1371" y="1"/>
                      <a:pt x="1358" y="2"/>
                      <a:pt x="1347" y="5"/>
                    </a:cubicBezTo>
                    <a:cubicBezTo>
                      <a:pt x="1263" y="18"/>
                      <a:pt x="1193" y="101"/>
                      <a:pt x="1193" y="184"/>
                    </a:cubicBezTo>
                    <a:lnTo>
                      <a:pt x="1193" y="1627"/>
                    </a:lnTo>
                    <a:cubicBezTo>
                      <a:pt x="1110" y="1599"/>
                      <a:pt x="1014" y="1571"/>
                      <a:pt x="916" y="1571"/>
                    </a:cubicBezTo>
                    <a:lnTo>
                      <a:pt x="666" y="1571"/>
                    </a:lnTo>
                    <a:cubicBezTo>
                      <a:pt x="320" y="1571"/>
                      <a:pt x="15" y="1849"/>
                      <a:pt x="15" y="2209"/>
                    </a:cubicBezTo>
                    <a:cubicBezTo>
                      <a:pt x="1" y="2570"/>
                      <a:pt x="293" y="2875"/>
                      <a:pt x="666" y="2875"/>
                    </a:cubicBezTo>
                    <a:lnTo>
                      <a:pt x="916" y="2875"/>
                    </a:lnTo>
                    <a:cubicBezTo>
                      <a:pt x="1277" y="2875"/>
                      <a:pt x="1568" y="2584"/>
                      <a:pt x="1568" y="2224"/>
                    </a:cubicBezTo>
                    <a:lnTo>
                      <a:pt x="1568" y="600"/>
                    </a:lnTo>
                    <a:cubicBezTo>
                      <a:pt x="1637" y="628"/>
                      <a:pt x="1707" y="670"/>
                      <a:pt x="1804" y="698"/>
                    </a:cubicBezTo>
                    <a:cubicBezTo>
                      <a:pt x="2026" y="767"/>
                      <a:pt x="2081" y="920"/>
                      <a:pt x="2081" y="933"/>
                    </a:cubicBezTo>
                    <a:lnTo>
                      <a:pt x="2095" y="948"/>
                    </a:lnTo>
                    <a:cubicBezTo>
                      <a:pt x="2118" y="1025"/>
                      <a:pt x="2183" y="1067"/>
                      <a:pt x="2259" y="1067"/>
                    </a:cubicBezTo>
                    <a:cubicBezTo>
                      <a:pt x="2278" y="1067"/>
                      <a:pt x="2297" y="1064"/>
                      <a:pt x="2317" y="1059"/>
                    </a:cubicBezTo>
                    <a:cubicBezTo>
                      <a:pt x="2414" y="1031"/>
                      <a:pt x="2469" y="933"/>
                      <a:pt x="2442" y="822"/>
                    </a:cubicBezTo>
                    <a:cubicBezTo>
                      <a:pt x="2401" y="698"/>
                      <a:pt x="2247" y="448"/>
                      <a:pt x="1915" y="337"/>
                    </a:cubicBezTo>
                    <a:cubicBezTo>
                      <a:pt x="1665" y="268"/>
                      <a:pt x="1554" y="101"/>
                      <a:pt x="1541" y="88"/>
                    </a:cubicBezTo>
                    <a:cubicBezTo>
                      <a:pt x="1506" y="30"/>
                      <a:pt x="1443" y="1"/>
                      <a:pt x="13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34"/>
              <p:cNvSpPr/>
              <p:nvPr/>
            </p:nvSpPr>
            <p:spPr>
              <a:xfrm>
                <a:off x="6184139" y="1227598"/>
                <a:ext cx="451696" cy="443781"/>
              </a:xfrm>
              <a:custGeom>
                <a:avLst/>
                <a:gdLst/>
                <a:ahLst/>
                <a:cxnLst/>
                <a:rect l="l" t="t" r="r" b="b"/>
                <a:pathLst>
                  <a:path w="9473" h="9307" extrusionOk="0">
                    <a:moveTo>
                      <a:pt x="4672" y="2941"/>
                    </a:moveTo>
                    <a:cubicBezTo>
                      <a:pt x="5194" y="2941"/>
                      <a:pt x="5714" y="3135"/>
                      <a:pt x="6103" y="3524"/>
                    </a:cubicBezTo>
                    <a:cubicBezTo>
                      <a:pt x="6894" y="4313"/>
                      <a:pt x="6894" y="5604"/>
                      <a:pt x="6103" y="6394"/>
                    </a:cubicBezTo>
                    <a:cubicBezTo>
                      <a:pt x="5708" y="6789"/>
                      <a:pt x="5188" y="6987"/>
                      <a:pt x="4667" y="6987"/>
                    </a:cubicBezTo>
                    <a:cubicBezTo>
                      <a:pt x="4147" y="6987"/>
                      <a:pt x="3627" y="6789"/>
                      <a:pt x="3232" y="6394"/>
                    </a:cubicBezTo>
                    <a:cubicBezTo>
                      <a:pt x="2441" y="5604"/>
                      <a:pt x="2441" y="4313"/>
                      <a:pt x="3232" y="3524"/>
                    </a:cubicBezTo>
                    <a:cubicBezTo>
                      <a:pt x="3627" y="3135"/>
                      <a:pt x="4151" y="2941"/>
                      <a:pt x="4672" y="2941"/>
                    </a:cubicBezTo>
                    <a:close/>
                    <a:moveTo>
                      <a:pt x="2726" y="6554"/>
                    </a:moveTo>
                    <a:cubicBezTo>
                      <a:pt x="2820" y="6554"/>
                      <a:pt x="2913" y="6588"/>
                      <a:pt x="2983" y="6658"/>
                    </a:cubicBezTo>
                    <a:cubicBezTo>
                      <a:pt x="3121" y="6796"/>
                      <a:pt x="3121" y="7018"/>
                      <a:pt x="2983" y="7157"/>
                    </a:cubicBezTo>
                    <a:lnTo>
                      <a:pt x="1720" y="8418"/>
                    </a:lnTo>
                    <a:lnTo>
                      <a:pt x="1208" y="7919"/>
                    </a:lnTo>
                    <a:lnTo>
                      <a:pt x="2469" y="6658"/>
                    </a:lnTo>
                    <a:cubicBezTo>
                      <a:pt x="2538" y="6588"/>
                      <a:pt x="2632" y="6554"/>
                      <a:pt x="2726" y="6554"/>
                    </a:cubicBezTo>
                    <a:close/>
                    <a:moveTo>
                      <a:pt x="944" y="8183"/>
                    </a:moveTo>
                    <a:lnTo>
                      <a:pt x="1457" y="8682"/>
                    </a:lnTo>
                    <a:lnTo>
                      <a:pt x="1304" y="8834"/>
                    </a:lnTo>
                    <a:cubicBezTo>
                      <a:pt x="1235" y="8904"/>
                      <a:pt x="1145" y="8938"/>
                      <a:pt x="1055" y="8938"/>
                    </a:cubicBezTo>
                    <a:cubicBezTo>
                      <a:pt x="964" y="8938"/>
                      <a:pt x="874" y="8904"/>
                      <a:pt x="805" y="8834"/>
                    </a:cubicBezTo>
                    <a:cubicBezTo>
                      <a:pt x="666" y="8696"/>
                      <a:pt x="666" y="8474"/>
                      <a:pt x="805" y="8335"/>
                    </a:cubicBezTo>
                    <a:lnTo>
                      <a:pt x="944" y="8183"/>
                    </a:lnTo>
                    <a:close/>
                    <a:moveTo>
                      <a:pt x="4718" y="1"/>
                    </a:moveTo>
                    <a:cubicBezTo>
                      <a:pt x="4642" y="1"/>
                      <a:pt x="4571" y="51"/>
                      <a:pt x="4549" y="125"/>
                    </a:cubicBezTo>
                    <a:cubicBezTo>
                      <a:pt x="4508" y="223"/>
                      <a:pt x="4564" y="320"/>
                      <a:pt x="4660" y="362"/>
                    </a:cubicBezTo>
                    <a:cubicBezTo>
                      <a:pt x="5146" y="541"/>
                      <a:pt x="5548" y="889"/>
                      <a:pt x="5797" y="1346"/>
                    </a:cubicBezTo>
                    <a:cubicBezTo>
                      <a:pt x="5834" y="1394"/>
                      <a:pt x="5890" y="1432"/>
                      <a:pt x="5950" y="1432"/>
                    </a:cubicBezTo>
                    <a:cubicBezTo>
                      <a:pt x="5959" y="1432"/>
                      <a:pt x="5969" y="1431"/>
                      <a:pt x="5978" y="1429"/>
                    </a:cubicBezTo>
                    <a:lnTo>
                      <a:pt x="6130" y="1429"/>
                    </a:lnTo>
                    <a:cubicBezTo>
                      <a:pt x="6824" y="1429"/>
                      <a:pt x="7462" y="1873"/>
                      <a:pt x="7711" y="2511"/>
                    </a:cubicBezTo>
                    <a:cubicBezTo>
                      <a:pt x="7739" y="2594"/>
                      <a:pt x="7822" y="2636"/>
                      <a:pt x="7905" y="2636"/>
                    </a:cubicBezTo>
                    <a:cubicBezTo>
                      <a:pt x="7947" y="2636"/>
                      <a:pt x="7975" y="2622"/>
                      <a:pt x="8016" y="2622"/>
                    </a:cubicBezTo>
                    <a:cubicBezTo>
                      <a:pt x="8613" y="2622"/>
                      <a:pt x="9098" y="3121"/>
                      <a:pt x="9098" y="3718"/>
                    </a:cubicBezTo>
                    <a:cubicBezTo>
                      <a:pt x="9098" y="4328"/>
                      <a:pt x="8613" y="4813"/>
                      <a:pt x="8016" y="4813"/>
                    </a:cubicBezTo>
                    <a:lnTo>
                      <a:pt x="7073" y="4813"/>
                    </a:lnTo>
                    <a:cubicBezTo>
                      <a:pt x="7004" y="3870"/>
                      <a:pt x="6380" y="3024"/>
                      <a:pt x="5492" y="2705"/>
                    </a:cubicBezTo>
                    <a:cubicBezTo>
                      <a:pt x="5230" y="2611"/>
                      <a:pt x="4957" y="2565"/>
                      <a:pt x="4687" y="2565"/>
                    </a:cubicBezTo>
                    <a:cubicBezTo>
                      <a:pt x="4001" y="2565"/>
                      <a:pt x="3329" y="2857"/>
                      <a:pt x="2872" y="3385"/>
                    </a:cubicBezTo>
                    <a:cubicBezTo>
                      <a:pt x="2705" y="3579"/>
                      <a:pt x="2567" y="3787"/>
                      <a:pt x="2456" y="4023"/>
                    </a:cubicBezTo>
                    <a:cubicBezTo>
                      <a:pt x="2358" y="4272"/>
                      <a:pt x="2289" y="4550"/>
                      <a:pt x="2275" y="4813"/>
                    </a:cubicBezTo>
                    <a:lnTo>
                      <a:pt x="1762" y="4813"/>
                    </a:lnTo>
                    <a:cubicBezTo>
                      <a:pt x="999" y="4813"/>
                      <a:pt x="376" y="4189"/>
                      <a:pt x="376" y="3426"/>
                    </a:cubicBezTo>
                    <a:cubicBezTo>
                      <a:pt x="376" y="2719"/>
                      <a:pt x="944" y="2109"/>
                      <a:pt x="1651" y="2054"/>
                    </a:cubicBezTo>
                    <a:cubicBezTo>
                      <a:pt x="1735" y="2039"/>
                      <a:pt x="1803" y="1984"/>
                      <a:pt x="1818" y="1900"/>
                    </a:cubicBezTo>
                    <a:cubicBezTo>
                      <a:pt x="1984" y="1194"/>
                      <a:pt x="2484" y="611"/>
                      <a:pt x="3177" y="362"/>
                    </a:cubicBezTo>
                    <a:cubicBezTo>
                      <a:pt x="3273" y="334"/>
                      <a:pt x="3316" y="223"/>
                      <a:pt x="3273" y="125"/>
                    </a:cubicBezTo>
                    <a:cubicBezTo>
                      <a:pt x="3251" y="48"/>
                      <a:pt x="3176" y="6"/>
                      <a:pt x="3098" y="6"/>
                    </a:cubicBezTo>
                    <a:cubicBezTo>
                      <a:pt x="3078" y="6"/>
                      <a:pt x="3058" y="9"/>
                      <a:pt x="3038" y="14"/>
                    </a:cubicBezTo>
                    <a:cubicBezTo>
                      <a:pt x="2650" y="153"/>
                      <a:pt x="2303" y="403"/>
                      <a:pt x="2025" y="722"/>
                    </a:cubicBezTo>
                    <a:cubicBezTo>
                      <a:pt x="1776" y="1000"/>
                      <a:pt x="1596" y="1332"/>
                      <a:pt x="1498" y="1693"/>
                    </a:cubicBezTo>
                    <a:cubicBezTo>
                      <a:pt x="653" y="1832"/>
                      <a:pt x="1" y="2581"/>
                      <a:pt x="1" y="3426"/>
                    </a:cubicBezTo>
                    <a:cubicBezTo>
                      <a:pt x="1" y="4397"/>
                      <a:pt x="792" y="5188"/>
                      <a:pt x="1762" y="5188"/>
                    </a:cubicBezTo>
                    <a:lnTo>
                      <a:pt x="2289" y="5188"/>
                    </a:lnTo>
                    <a:cubicBezTo>
                      <a:pt x="2317" y="5534"/>
                      <a:pt x="2428" y="5881"/>
                      <a:pt x="2608" y="6186"/>
                    </a:cubicBezTo>
                    <a:cubicBezTo>
                      <a:pt x="2469" y="6214"/>
                      <a:pt x="2330" y="6283"/>
                      <a:pt x="2206" y="6394"/>
                    </a:cubicBezTo>
                    <a:lnTo>
                      <a:pt x="542" y="8072"/>
                    </a:lnTo>
                    <a:cubicBezTo>
                      <a:pt x="250" y="8350"/>
                      <a:pt x="250" y="8807"/>
                      <a:pt x="542" y="9099"/>
                    </a:cubicBezTo>
                    <a:cubicBezTo>
                      <a:pt x="681" y="9237"/>
                      <a:pt x="868" y="9307"/>
                      <a:pt x="1055" y="9307"/>
                    </a:cubicBezTo>
                    <a:cubicBezTo>
                      <a:pt x="1242" y="9307"/>
                      <a:pt x="1430" y="9237"/>
                      <a:pt x="1568" y="9099"/>
                    </a:cubicBezTo>
                    <a:lnTo>
                      <a:pt x="3232" y="7420"/>
                    </a:lnTo>
                    <a:cubicBezTo>
                      <a:pt x="3343" y="7309"/>
                      <a:pt x="3412" y="7170"/>
                      <a:pt x="3440" y="7018"/>
                    </a:cubicBezTo>
                    <a:cubicBezTo>
                      <a:pt x="3815" y="7240"/>
                      <a:pt x="4244" y="7364"/>
                      <a:pt x="4675" y="7364"/>
                    </a:cubicBezTo>
                    <a:cubicBezTo>
                      <a:pt x="5285" y="7364"/>
                      <a:pt x="5895" y="7129"/>
                      <a:pt x="6367" y="6658"/>
                    </a:cubicBezTo>
                    <a:cubicBezTo>
                      <a:pt x="6783" y="6242"/>
                      <a:pt x="7004" y="5728"/>
                      <a:pt x="7060" y="5188"/>
                    </a:cubicBezTo>
                    <a:lnTo>
                      <a:pt x="8016" y="5188"/>
                    </a:lnTo>
                    <a:cubicBezTo>
                      <a:pt x="8821" y="5188"/>
                      <a:pt x="9473" y="4522"/>
                      <a:pt x="9473" y="3718"/>
                    </a:cubicBezTo>
                    <a:cubicBezTo>
                      <a:pt x="9473" y="2913"/>
                      <a:pt x="8821" y="2261"/>
                      <a:pt x="8016" y="2261"/>
                    </a:cubicBezTo>
                    <a:lnTo>
                      <a:pt x="8003" y="2261"/>
                    </a:lnTo>
                    <a:cubicBezTo>
                      <a:pt x="7670" y="1540"/>
                      <a:pt x="6935" y="1055"/>
                      <a:pt x="6130" y="1055"/>
                    </a:cubicBezTo>
                    <a:lnTo>
                      <a:pt x="6061" y="1055"/>
                    </a:lnTo>
                    <a:cubicBezTo>
                      <a:pt x="5770" y="569"/>
                      <a:pt x="5313" y="209"/>
                      <a:pt x="4786" y="14"/>
                    </a:cubicBezTo>
                    <a:cubicBezTo>
                      <a:pt x="4763" y="5"/>
                      <a:pt x="4740" y="1"/>
                      <a:pt x="47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34"/>
              <p:cNvSpPr/>
              <p:nvPr/>
            </p:nvSpPr>
            <p:spPr>
              <a:xfrm>
                <a:off x="6361570" y="1220827"/>
                <a:ext cx="19025" cy="17690"/>
              </a:xfrm>
              <a:custGeom>
                <a:avLst/>
                <a:gdLst/>
                <a:ahLst/>
                <a:cxnLst/>
                <a:rect l="l" t="t" r="r" b="b"/>
                <a:pathLst>
                  <a:path w="399" h="371" extrusionOk="0">
                    <a:moveTo>
                      <a:pt x="187" y="1"/>
                    </a:moveTo>
                    <a:cubicBezTo>
                      <a:pt x="174" y="1"/>
                      <a:pt x="161" y="2"/>
                      <a:pt x="149" y="4"/>
                    </a:cubicBezTo>
                    <a:cubicBezTo>
                      <a:pt x="79" y="32"/>
                      <a:pt x="24" y="101"/>
                      <a:pt x="11" y="171"/>
                    </a:cubicBezTo>
                    <a:cubicBezTo>
                      <a:pt x="1" y="288"/>
                      <a:pt x="101" y="370"/>
                      <a:pt x="200" y="370"/>
                    </a:cubicBezTo>
                    <a:cubicBezTo>
                      <a:pt x="241" y="370"/>
                      <a:pt x="283" y="356"/>
                      <a:pt x="316" y="323"/>
                    </a:cubicBezTo>
                    <a:cubicBezTo>
                      <a:pt x="385" y="267"/>
                      <a:pt x="399" y="156"/>
                      <a:pt x="357" y="88"/>
                    </a:cubicBezTo>
                    <a:cubicBezTo>
                      <a:pt x="323" y="30"/>
                      <a:pt x="250" y="1"/>
                      <a:pt x="1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0" name="Google Shape;550;p34"/>
            <p:cNvGrpSpPr/>
            <p:nvPr/>
          </p:nvGrpSpPr>
          <p:grpSpPr>
            <a:xfrm>
              <a:off x="723837" y="1482615"/>
              <a:ext cx="267223" cy="233165"/>
              <a:chOff x="6908262" y="1240186"/>
              <a:chExt cx="472209" cy="412024"/>
            </a:xfrm>
          </p:grpSpPr>
          <p:sp>
            <p:nvSpPr>
              <p:cNvPr id="551" name="Google Shape;551;p34"/>
              <p:cNvSpPr/>
              <p:nvPr/>
            </p:nvSpPr>
            <p:spPr>
              <a:xfrm>
                <a:off x="7105958" y="1594618"/>
                <a:ext cx="76769" cy="17929"/>
              </a:xfrm>
              <a:custGeom>
                <a:avLst/>
                <a:gdLst/>
                <a:ahLst/>
                <a:cxnLst/>
                <a:rect l="l" t="t" r="r" b="b"/>
                <a:pathLst>
                  <a:path w="1610" h="376" extrusionOk="0">
                    <a:moveTo>
                      <a:pt x="181" y="0"/>
                    </a:moveTo>
                    <a:cubicBezTo>
                      <a:pt x="84" y="0"/>
                      <a:pt x="1" y="84"/>
                      <a:pt x="1" y="181"/>
                    </a:cubicBezTo>
                    <a:cubicBezTo>
                      <a:pt x="1" y="292"/>
                      <a:pt x="84" y="375"/>
                      <a:pt x="181" y="375"/>
                    </a:cubicBezTo>
                    <a:lnTo>
                      <a:pt x="1429" y="375"/>
                    </a:lnTo>
                    <a:cubicBezTo>
                      <a:pt x="1540" y="375"/>
                      <a:pt x="1609" y="292"/>
                      <a:pt x="1609" y="181"/>
                    </a:cubicBezTo>
                    <a:cubicBezTo>
                      <a:pt x="1609" y="84"/>
                      <a:pt x="1540" y="0"/>
                      <a:pt x="14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34"/>
              <p:cNvSpPr/>
              <p:nvPr/>
            </p:nvSpPr>
            <p:spPr>
              <a:xfrm>
                <a:off x="7080209" y="1365642"/>
                <a:ext cx="136229" cy="159593"/>
              </a:xfrm>
              <a:custGeom>
                <a:avLst/>
                <a:gdLst/>
                <a:ahLst/>
                <a:cxnLst/>
                <a:rect l="l" t="t" r="r" b="b"/>
                <a:pathLst>
                  <a:path w="2857" h="3347" extrusionOk="0">
                    <a:moveTo>
                      <a:pt x="1054" y="2237"/>
                    </a:moveTo>
                    <a:cubicBezTo>
                      <a:pt x="1262" y="2237"/>
                      <a:pt x="1415" y="2404"/>
                      <a:pt x="1415" y="2598"/>
                    </a:cubicBezTo>
                    <a:lnTo>
                      <a:pt x="1415" y="2611"/>
                    </a:lnTo>
                    <a:cubicBezTo>
                      <a:pt x="1415" y="2820"/>
                      <a:pt x="1262" y="2972"/>
                      <a:pt x="1054" y="2972"/>
                    </a:cubicBezTo>
                    <a:lnTo>
                      <a:pt x="735" y="2972"/>
                    </a:lnTo>
                    <a:cubicBezTo>
                      <a:pt x="541" y="2972"/>
                      <a:pt x="374" y="2820"/>
                      <a:pt x="374" y="2611"/>
                    </a:cubicBezTo>
                    <a:lnTo>
                      <a:pt x="374" y="2598"/>
                    </a:lnTo>
                    <a:cubicBezTo>
                      <a:pt x="374" y="2404"/>
                      <a:pt x="541" y="2237"/>
                      <a:pt x="735" y="2237"/>
                    </a:cubicBezTo>
                    <a:close/>
                    <a:moveTo>
                      <a:pt x="1594" y="1"/>
                    </a:moveTo>
                    <a:cubicBezTo>
                      <a:pt x="1580" y="1"/>
                      <a:pt x="1567" y="2"/>
                      <a:pt x="1553" y="4"/>
                    </a:cubicBezTo>
                    <a:cubicBezTo>
                      <a:pt x="1470" y="32"/>
                      <a:pt x="1415" y="102"/>
                      <a:pt x="1415" y="185"/>
                    </a:cubicBezTo>
                    <a:lnTo>
                      <a:pt x="1415" y="1960"/>
                    </a:lnTo>
                    <a:cubicBezTo>
                      <a:pt x="1317" y="1904"/>
                      <a:pt x="1193" y="1862"/>
                      <a:pt x="1054" y="1862"/>
                    </a:cubicBezTo>
                    <a:lnTo>
                      <a:pt x="735" y="1862"/>
                    </a:lnTo>
                    <a:cubicBezTo>
                      <a:pt x="333" y="1862"/>
                      <a:pt x="0" y="2195"/>
                      <a:pt x="0" y="2598"/>
                    </a:cubicBezTo>
                    <a:lnTo>
                      <a:pt x="0" y="2611"/>
                    </a:lnTo>
                    <a:cubicBezTo>
                      <a:pt x="0" y="3014"/>
                      <a:pt x="333" y="3347"/>
                      <a:pt x="735" y="3347"/>
                    </a:cubicBezTo>
                    <a:lnTo>
                      <a:pt x="1054" y="3347"/>
                    </a:lnTo>
                    <a:cubicBezTo>
                      <a:pt x="1456" y="3347"/>
                      <a:pt x="1789" y="3014"/>
                      <a:pt x="1789" y="2611"/>
                    </a:cubicBezTo>
                    <a:lnTo>
                      <a:pt x="1789" y="2598"/>
                    </a:lnTo>
                    <a:lnTo>
                      <a:pt x="1789" y="614"/>
                    </a:lnTo>
                    <a:cubicBezTo>
                      <a:pt x="1872" y="670"/>
                      <a:pt x="1983" y="725"/>
                      <a:pt x="2108" y="767"/>
                    </a:cubicBezTo>
                    <a:cubicBezTo>
                      <a:pt x="2399" y="850"/>
                      <a:pt x="2469" y="1058"/>
                      <a:pt x="2469" y="1058"/>
                    </a:cubicBezTo>
                    <a:lnTo>
                      <a:pt x="2482" y="1086"/>
                    </a:lnTo>
                    <a:cubicBezTo>
                      <a:pt x="2505" y="1154"/>
                      <a:pt x="2575" y="1204"/>
                      <a:pt x="2645" y="1204"/>
                    </a:cubicBezTo>
                    <a:cubicBezTo>
                      <a:pt x="2661" y="1204"/>
                      <a:pt x="2676" y="1202"/>
                      <a:pt x="2691" y="1197"/>
                    </a:cubicBezTo>
                    <a:cubicBezTo>
                      <a:pt x="2802" y="1183"/>
                      <a:pt x="2857" y="1072"/>
                      <a:pt x="2829" y="975"/>
                    </a:cubicBezTo>
                    <a:lnTo>
                      <a:pt x="2829" y="961"/>
                    </a:lnTo>
                    <a:cubicBezTo>
                      <a:pt x="2787" y="808"/>
                      <a:pt x="2607" y="531"/>
                      <a:pt x="2219" y="407"/>
                    </a:cubicBezTo>
                    <a:cubicBezTo>
                      <a:pt x="1914" y="309"/>
                      <a:pt x="1775" y="115"/>
                      <a:pt x="1761" y="87"/>
                    </a:cubicBezTo>
                    <a:cubicBezTo>
                      <a:pt x="1726" y="30"/>
                      <a:pt x="1663" y="1"/>
                      <a:pt x="15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34"/>
              <p:cNvSpPr/>
              <p:nvPr/>
            </p:nvSpPr>
            <p:spPr>
              <a:xfrm>
                <a:off x="7019365" y="1240186"/>
                <a:ext cx="249999" cy="412024"/>
              </a:xfrm>
              <a:custGeom>
                <a:avLst/>
                <a:gdLst/>
                <a:ahLst/>
                <a:cxnLst/>
                <a:rect l="l" t="t" r="r" b="b"/>
                <a:pathLst>
                  <a:path w="5243" h="8641" extrusionOk="0">
                    <a:moveTo>
                      <a:pt x="3578" y="361"/>
                    </a:moveTo>
                    <a:lnTo>
                      <a:pt x="3578" y="403"/>
                    </a:lnTo>
                    <a:lnTo>
                      <a:pt x="3578" y="666"/>
                    </a:lnTo>
                    <a:cubicBezTo>
                      <a:pt x="3578" y="736"/>
                      <a:pt x="3523" y="791"/>
                      <a:pt x="3453" y="791"/>
                    </a:cubicBezTo>
                    <a:lnTo>
                      <a:pt x="1803" y="791"/>
                    </a:lnTo>
                    <a:cubicBezTo>
                      <a:pt x="1720" y="791"/>
                      <a:pt x="1665" y="736"/>
                      <a:pt x="1665" y="666"/>
                    </a:cubicBezTo>
                    <a:lnTo>
                      <a:pt x="1665" y="403"/>
                    </a:lnTo>
                    <a:lnTo>
                      <a:pt x="1665" y="361"/>
                    </a:lnTo>
                    <a:close/>
                    <a:moveTo>
                      <a:pt x="832" y="0"/>
                    </a:moveTo>
                    <a:cubicBezTo>
                      <a:pt x="374" y="0"/>
                      <a:pt x="0" y="375"/>
                      <a:pt x="0" y="832"/>
                    </a:cubicBezTo>
                    <a:lnTo>
                      <a:pt x="0" y="1636"/>
                    </a:lnTo>
                    <a:cubicBezTo>
                      <a:pt x="0" y="1747"/>
                      <a:pt x="84" y="1831"/>
                      <a:pt x="180" y="1831"/>
                    </a:cubicBezTo>
                    <a:cubicBezTo>
                      <a:pt x="291" y="1831"/>
                      <a:pt x="374" y="1747"/>
                      <a:pt x="374" y="1636"/>
                    </a:cubicBezTo>
                    <a:lnTo>
                      <a:pt x="374" y="832"/>
                    </a:lnTo>
                    <a:cubicBezTo>
                      <a:pt x="374" y="569"/>
                      <a:pt x="568" y="361"/>
                      <a:pt x="832" y="361"/>
                    </a:cubicBezTo>
                    <a:lnTo>
                      <a:pt x="1262" y="361"/>
                    </a:lnTo>
                    <a:cubicBezTo>
                      <a:pt x="1276" y="361"/>
                      <a:pt x="1290" y="388"/>
                      <a:pt x="1290" y="403"/>
                    </a:cubicBezTo>
                    <a:lnTo>
                      <a:pt x="1290" y="666"/>
                    </a:lnTo>
                    <a:cubicBezTo>
                      <a:pt x="1290" y="943"/>
                      <a:pt x="1526" y="1165"/>
                      <a:pt x="1803" y="1165"/>
                    </a:cubicBezTo>
                    <a:lnTo>
                      <a:pt x="3453" y="1165"/>
                    </a:lnTo>
                    <a:cubicBezTo>
                      <a:pt x="3730" y="1165"/>
                      <a:pt x="3952" y="943"/>
                      <a:pt x="3952" y="666"/>
                    </a:cubicBezTo>
                    <a:lnTo>
                      <a:pt x="3952" y="403"/>
                    </a:lnTo>
                    <a:cubicBezTo>
                      <a:pt x="3952" y="388"/>
                      <a:pt x="3967" y="361"/>
                      <a:pt x="3994" y="361"/>
                    </a:cubicBezTo>
                    <a:lnTo>
                      <a:pt x="4410" y="361"/>
                    </a:lnTo>
                    <a:cubicBezTo>
                      <a:pt x="4673" y="361"/>
                      <a:pt x="4882" y="569"/>
                      <a:pt x="4882" y="832"/>
                    </a:cubicBezTo>
                    <a:lnTo>
                      <a:pt x="4882" y="7808"/>
                    </a:lnTo>
                    <a:cubicBezTo>
                      <a:pt x="4882" y="8058"/>
                      <a:pt x="4673" y="8265"/>
                      <a:pt x="4410" y="8265"/>
                    </a:cubicBezTo>
                    <a:lnTo>
                      <a:pt x="832" y="8265"/>
                    </a:lnTo>
                    <a:cubicBezTo>
                      <a:pt x="583" y="8265"/>
                      <a:pt x="374" y="8058"/>
                      <a:pt x="374" y="7808"/>
                    </a:cubicBezTo>
                    <a:lnTo>
                      <a:pt x="374" y="3273"/>
                    </a:lnTo>
                    <a:cubicBezTo>
                      <a:pt x="374" y="3162"/>
                      <a:pt x="291" y="3079"/>
                      <a:pt x="180" y="3079"/>
                    </a:cubicBezTo>
                    <a:cubicBezTo>
                      <a:pt x="84" y="3079"/>
                      <a:pt x="0" y="3162"/>
                      <a:pt x="0" y="3273"/>
                    </a:cubicBezTo>
                    <a:lnTo>
                      <a:pt x="0" y="7808"/>
                    </a:lnTo>
                    <a:cubicBezTo>
                      <a:pt x="0" y="8265"/>
                      <a:pt x="374" y="8640"/>
                      <a:pt x="832" y="8640"/>
                    </a:cubicBezTo>
                    <a:lnTo>
                      <a:pt x="4410" y="8640"/>
                    </a:lnTo>
                    <a:cubicBezTo>
                      <a:pt x="4882" y="8640"/>
                      <a:pt x="5242" y="8265"/>
                      <a:pt x="5242" y="7808"/>
                    </a:cubicBezTo>
                    <a:lnTo>
                      <a:pt x="5242" y="832"/>
                    </a:lnTo>
                    <a:cubicBezTo>
                      <a:pt x="5242" y="375"/>
                      <a:pt x="4882" y="0"/>
                      <a:pt x="44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34"/>
              <p:cNvSpPr/>
              <p:nvPr/>
            </p:nvSpPr>
            <p:spPr>
              <a:xfrm>
                <a:off x="6955183" y="1401691"/>
                <a:ext cx="41722" cy="97606"/>
              </a:xfrm>
              <a:custGeom>
                <a:avLst/>
                <a:gdLst/>
                <a:ahLst/>
                <a:cxnLst/>
                <a:rect l="l" t="t" r="r" b="b"/>
                <a:pathLst>
                  <a:path w="875" h="2047" extrusionOk="0">
                    <a:moveTo>
                      <a:pt x="668" y="1"/>
                    </a:moveTo>
                    <a:cubicBezTo>
                      <a:pt x="621" y="1"/>
                      <a:pt x="576" y="18"/>
                      <a:pt x="542" y="52"/>
                    </a:cubicBezTo>
                    <a:cubicBezTo>
                      <a:pt x="1" y="594"/>
                      <a:pt x="1" y="1454"/>
                      <a:pt x="542" y="1994"/>
                    </a:cubicBezTo>
                    <a:cubicBezTo>
                      <a:pt x="576" y="2029"/>
                      <a:pt x="625" y="2046"/>
                      <a:pt x="673" y="2046"/>
                    </a:cubicBezTo>
                    <a:cubicBezTo>
                      <a:pt x="722" y="2046"/>
                      <a:pt x="771" y="2029"/>
                      <a:pt x="805" y="1994"/>
                    </a:cubicBezTo>
                    <a:cubicBezTo>
                      <a:pt x="875" y="1911"/>
                      <a:pt x="875" y="1800"/>
                      <a:pt x="805" y="1731"/>
                    </a:cubicBezTo>
                    <a:cubicBezTo>
                      <a:pt x="417" y="1343"/>
                      <a:pt x="417" y="705"/>
                      <a:pt x="805" y="316"/>
                    </a:cubicBezTo>
                    <a:cubicBezTo>
                      <a:pt x="875" y="246"/>
                      <a:pt x="875" y="122"/>
                      <a:pt x="805" y="52"/>
                    </a:cubicBezTo>
                    <a:cubicBezTo>
                      <a:pt x="763" y="18"/>
                      <a:pt x="715" y="1"/>
                      <a:pt x="6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34"/>
              <p:cNvSpPr/>
              <p:nvPr/>
            </p:nvSpPr>
            <p:spPr>
              <a:xfrm>
                <a:off x="6908262" y="1371269"/>
                <a:ext cx="58220" cy="158592"/>
              </a:xfrm>
              <a:custGeom>
                <a:avLst/>
                <a:gdLst/>
                <a:ahLst/>
                <a:cxnLst/>
                <a:rect l="l" t="t" r="r" b="b"/>
                <a:pathLst>
                  <a:path w="1221" h="3326" extrusionOk="0">
                    <a:moveTo>
                      <a:pt x="1014" y="1"/>
                    </a:moveTo>
                    <a:cubicBezTo>
                      <a:pt x="967" y="1"/>
                      <a:pt x="922" y="18"/>
                      <a:pt x="888" y="52"/>
                    </a:cubicBezTo>
                    <a:cubicBezTo>
                      <a:pt x="1" y="940"/>
                      <a:pt x="1" y="2382"/>
                      <a:pt x="888" y="3270"/>
                    </a:cubicBezTo>
                    <a:cubicBezTo>
                      <a:pt x="916" y="3297"/>
                      <a:pt x="971" y="3325"/>
                      <a:pt x="1012" y="3325"/>
                    </a:cubicBezTo>
                    <a:cubicBezTo>
                      <a:pt x="1068" y="3325"/>
                      <a:pt x="1110" y="3297"/>
                      <a:pt x="1151" y="3270"/>
                    </a:cubicBezTo>
                    <a:cubicBezTo>
                      <a:pt x="1221" y="3201"/>
                      <a:pt x="1221" y="3076"/>
                      <a:pt x="1151" y="3007"/>
                    </a:cubicBezTo>
                    <a:cubicBezTo>
                      <a:pt x="402" y="2258"/>
                      <a:pt x="402" y="1051"/>
                      <a:pt x="1151" y="316"/>
                    </a:cubicBezTo>
                    <a:cubicBezTo>
                      <a:pt x="1221" y="247"/>
                      <a:pt x="1221" y="122"/>
                      <a:pt x="1151" y="52"/>
                    </a:cubicBezTo>
                    <a:cubicBezTo>
                      <a:pt x="1109" y="18"/>
                      <a:pt x="1061" y="1"/>
                      <a:pt x="10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34"/>
              <p:cNvSpPr/>
              <p:nvPr/>
            </p:nvSpPr>
            <p:spPr>
              <a:xfrm>
                <a:off x="7291781" y="1401691"/>
                <a:ext cx="41722" cy="97606"/>
              </a:xfrm>
              <a:custGeom>
                <a:avLst/>
                <a:gdLst/>
                <a:ahLst/>
                <a:cxnLst/>
                <a:rect l="l" t="t" r="r" b="b"/>
                <a:pathLst>
                  <a:path w="875" h="2047" extrusionOk="0">
                    <a:moveTo>
                      <a:pt x="210" y="1"/>
                    </a:moveTo>
                    <a:cubicBezTo>
                      <a:pt x="163" y="1"/>
                      <a:pt x="119" y="18"/>
                      <a:pt x="84" y="52"/>
                    </a:cubicBezTo>
                    <a:cubicBezTo>
                      <a:pt x="1" y="122"/>
                      <a:pt x="1" y="246"/>
                      <a:pt x="84" y="316"/>
                    </a:cubicBezTo>
                    <a:cubicBezTo>
                      <a:pt x="472" y="705"/>
                      <a:pt x="472" y="1343"/>
                      <a:pt x="84" y="1731"/>
                    </a:cubicBezTo>
                    <a:cubicBezTo>
                      <a:pt x="1" y="1800"/>
                      <a:pt x="1" y="1911"/>
                      <a:pt x="84" y="1994"/>
                    </a:cubicBezTo>
                    <a:cubicBezTo>
                      <a:pt x="119" y="2029"/>
                      <a:pt x="163" y="2046"/>
                      <a:pt x="210" y="2046"/>
                    </a:cubicBezTo>
                    <a:cubicBezTo>
                      <a:pt x="257" y="2046"/>
                      <a:pt x="305" y="2029"/>
                      <a:pt x="347" y="1994"/>
                    </a:cubicBezTo>
                    <a:cubicBezTo>
                      <a:pt x="874" y="1454"/>
                      <a:pt x="874" y="594"/>
                      <a:pt x="347" y="52"/>
                    </a:cubicBezTo>
                    <a:cubicBezTo>
                      <a:pt x="305" y="18"/>
                      <a:pt x="257" y="1"/>
                      <a:pt x="2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34"/>
              <p:cNvSpPr/>
              <p:nvPr/>
            </p:nvSpPr>
            <p:spPr>
              <a:xfrm>
                <a:off x="7322871" y="1371269"/>
                <a:ext cx="57600" cy="158449"/>
              </a:xfrm>
              <a:custGeom>
                <a:avLst/>
                <a:gdLst/>
                <a:ahLst/>
                <a:cxnLst/>
                <a:rect l="l" t="t" r="r" b="b"/>
                <a:pathLst>
                  <a:path w="1208" h="3323" extrusionOk="0">
                    <a:moveTo>
                      <a:pt x="196" y="1"/>
                    </a:moveTo>
                    <a:cubicBezTo>
                      <a:pt x="149" y="1"/>
                      <a:pt x="104" y="18"/>
                      <a:pt x="70" y="52"/>
                    </a:cubicBezTo>
                    <a:cubicBezTo>
                      <a:pt x="0" y="122"/>
                      <a:pt x="0" y="247"/>
                      <a:pt x="70" y="316"/>
                    </a:cubicBezTo>
                    <a:cubicBezTo>
                      <a:pt x="805" y="1051"/>
                      <a:pt x="805" y="2258"/>
                      <a:pt x="70" y="3007"/>
                    </a:cubicBezTo>
                    <a:cubicBezTo>
                      <a:pt x="0" y="3076"/>
                      <a:pt x="0" y="3201"/>
                      <a:pt x="70" y="3270"/>
                    </a:cubicBezTo>
                    <a:cubicBezTo>
                      <a:pt x="104" y="3305"/>
                      <a:pt x="149" y="3322"/>
                      <a:pt x="196" y="3322"/>
                    </a:cubicBezTo>
                    <a:cubicBezTo>
                      <a:pt x="243" y="3322"/>
                      <a:pt x="291" y="3305"/>
                      <a:pt x="333" y="3270"/>
                    </a:cubicBezTo>
                    <a:cubicBezTo>
                      <a:pt x="1207" y="2382"/>
                      <a:pt x="1207" y="940"/>
                      <a:pt x="333" y="52"/>
                    </a:cubicBezTo>
                    <a:cubicBezTo>
                      <a:pt x="291" y="18"/>
                      <a:pt x="243" y="1"/>
                      <a:pt x="1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34"/>
              <p:cNvSpPr/>
              <p:nvPr/>
            </p:nvSpPr>
            <p:spPr>
              <a:xfrm>
                <a:off x="7018030" y="1348476"/>
                <a:ext cx="19502" cy="17786"/>
              </a:xfrm>
              <a:custGeom>
                <a:avLst/>
                <a:gdLst/>
                <a:ahLst/>
                <a:cxnLst/>
                <a:rect l="l" t="t" r="r" b="b"/>
                <a:pathLst>
                  <a:path w="409" h="373" extrusionOk="0">
                    <a:moveTo>
                      <a:pt x="207" y="1"/>
                    </a:moveTo>
                    <a:cubicBezTo>
                      <a:pt x="168" y="1"/>
                      <a:pt x="128" y="14"/>
                      <a:pt x="97" y="46"/>
                    </a:cubicBezTo>
                    <a:cubicBezTo>
                      <a:pt x="14" y="101"/>
                      <a:pt x="1" y="212"/>
                      <a:pt x="56" y="295"/>
                    </a:cubicBezTo>
                    <a:cubicBezTo>
                      <a:pt x="93" y="348"/>
                      <a:pt x="148" y="373"/>
                      <a:pt x="204" y="373"/>
                    </a:cubicBezTo>
                    <a:cubicBezTo>
                      <a:pt x="292" y="373"/>
                      <a:pt x="380" y="309"/>
                      <a:pt x="389" y="198"/>
                    </a:cubicBezTo>
                    <a:cubicBezTo>
                      <a:pt x="409" y="88"/>
                      <a:pt x="307" y="1"/>
                      <a:pt x="2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59" name="Google Shape;559;p34"/>
            <p:cNvCxnSpPr/>
            <p:nvPr/>
          </p:nvCxnSpPr>
          <p:spPr>
            <a:xfrm>
              <a:off x="729625" y="1355100"/>
              <a:ext cx="255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0" name="Google Shape;560;p34"/>
            <p:cNvCxnSpPr/>
            <p:nvPr/>
          </p:nvCxnSpPr>
          <p:spPr>
            <a:xfrm>
              <a:off x="729625" y="1845525"/>
              <a:ext cx="255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61" name="Google Shape;561;p34"/>
          <p:cNvSpPr/>
          <p:nvPr/>
        </p:nvSpPr>
        <p:spPr>
          <a:xfrm>
            <a:off x="2095625" y="1277433"/>
            <a:ext cx="1016100" cy="1016100"/>
          </a:xfrm>
          <a:prstGeom prst="rect">
            <a:avLst/>
          </a:prstGeom>
          <a:gradFill>
            <a:gsLst>
              <a:gs pos="0">
                <a:schemeClr val="dk2"/>
              </a:gs>
              <a:gs pos="2000">
                <a:schemeClr val="dk2"/>
              </a:gs>
              <a:gs pos="50000">
                <a:schemeClr val="dk1"/>
              </a:gs>
              <a:gs pos="100000">
                <a:schemeClr val="lt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34"/>
          <p:cNvSpPr/>
          <p:nvPr/>
        </p:nvSpPr>
        <p:spPr>
          <a:xfrm>
            <a:off x="2095625" y="2342922"/>
            <a:ext cx="1016100" cy="1016100"/>
          </a:xfrm>
          <a:prstGeom prst="rect">
            <a:avLst/>
          </a:prstGeom>
          <a:gradFill>
            <a:gsLst>
              <a:gs pos="0">
                <a:schemeClr val="dk2"/>
              </a:gs>
              <a:gs pos="2000">
                <a:schemeClr val="dk2"/>
              </a:gs>
              <a:gs pos="50000">
                <a:schemeClr val="dk1"/>
              </a:gs>
              <a:gs pos="100000">
                <a:schemeClr val="lt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34"/>
          <p:cNvSpPr/>
          <p:nvPr/>
        </p:nvSpPr>
        <p:spPr>
          <a:xfrm>
            <a:off x="2095625" y="3408422"/>
            <a:ext cx="1016100" cy="1016100"/>
          </a:xfrm>
          <a:prstGeom prst="rect">
            <a:avLst/>
          </a:prstGeom>
          <a:gradFill>
            <a:gsLst>
              <a:gs pos="0">
                <a:schemeClr val="dk2"/>
              </a:gs>
              <a:gs pos="2000">
                <a:schemeClr val="dk2"/>
              </a:gs>
              <a:gs pos="50000">
                <a:schemeClr val="dk1"/>
              </a:gs>
              <a:gs pos="100000">
                <a:schemeClr val="lt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4" name="Google Shape;564;p34"/>
          <p:cNvGrpSpPr/>
          <p:nvPr/>
        </p:nvGrpSpPr>
        <p:grpSpPr>
          <a:xfrm>
            <a:off x="7889455" y="1392249"/>
            <a:ext cx="240229" cy="233993"/>
            <a:chOff x="5548725" y="1996100"/>
            <a:chExt cx="275650" cy="269950"/>
          </a:xfrm>
        </p:grpSpPr>
        <p:sp>
          <p:nvSpPr>
            <p:cNvPr id="565" name="Google Shape;565;p34"/>
            <p:cNvSpPr/>
            <p:nvPr/>
          </p:nvSpPr>
          <p:spPr>
            <a:xfrm>
              <a:off x="5548725" y="1996100"/>
              <a:ext cx="275650" cy="269950"/>
            </a:xfrm>
            <a:custGeom>
              <a:avLst/>
              <a:gdLst/>
              <a:ahLst/>
              <a:cxnLst/>
              <a:rect l="l" t="t" r="r" b="b"/>
              <a:pathLst>
                <a:path w="11026" h="10798" extrusionOk="0">
                  <a:moveTo>
                    <a:pt x="5503" y="1"/>
                  </a:moveTo>
                  <a:cubicBezTo>
                    <a:pt x="5435" y="1"/>
                    <a:pt x="5367" y="2"/>
                    <a:pt x="5298" y="4"/>
                  </a:cubicBezTo>
                  <a:cubicBezTo>
                    <a:pt x="2330" y="130"/>
                    <a:pt x="0" y="2639"/>
                    <a:pt x="126" y="5607"/>
                  </a:cubicBezTo>
                  <a:cubicBezTo>
                    <a:pt x="247" y="8521"/>
                    <a:pt x="2646" y="10798"/>
                    <a:pt x="5524" y="10798"/>
                  </a:cubicBezTo>
                  <a:cubicBezTo>
                    <a:pt x="5592" y="10798"/>
                    <a:pt x="5660" y="10796"/>
                    <a:pt x="5728" y="10794"/>
                  </a:cubicBezTo>
                  <a:cubicBezTo>
                    <a:pt x="8709" y="10670"/>
                    <a:pt x="11026" y="8159"/>
                    <a:pt x="10915" y="5191"/>
                  </a:cubicBezTo>
                  <a:cubicBezTo>
                    <a:pt x="10792" y="2279"/>
                    <a:pt x="8394" y="1"/>
                    <a:pt x="5503" y="1"/>
                  </a:cubicBezTo>
                  <a:close/>
                </a:path>
              </a:pathLst>
            </a:custGeom>
            <a:solidFill>
              <a:srgbClr val="FF6A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4"/>
            <p:cNvSpPr/>
            <p:nvPr/>
          </p:nvSpPr>
          <p:spPr>
            <a:xfrm>
              <a:off x="5652025" y="2075800"/>
              <a:ext cx="100250" cy="122700"/>
            </a:xfrm>
            <a:custGeom>
              <a:avLst/>
              <a:gdLst/>
              <a:ahLst/>
              <a:cxnLst/>
              <a:rect l="l" t="t" r="r" b="b"/>
              <a:pathLst>
                <a:path w="4010" h="4908" extrusionOk="0">
                  <a:moveTo>
                    <a:pt x="30" y="1"/>
                  </a:moveTo>
                  <a:cubicBezTo>
                    <a:pt x="16" y="1"/>
                    <a:pt x="1" y="14"/>
                    <a:pt x="1" y="34"/>
                  </a:cubicBezTo>
                  <a:lnTo>
                    <a:pt x="1" y="4874"/>
                  </a:lnTo>
                  <a:cubicBezTo>
                    <a:pt x="1" y="4895"/>
                    <a:pt x="16" y="4907"/>
                    <a:pt x="30" y="4907"/>
                  </a:cubicBezTo>
                  <a:cubicBezTo>
                    <a:pt x="35" y="4907"/>
                    <a:pt x="39" y="4906"/>
                    <a:pt x="43" y="4902"/>
                  </a:cubicBezTo>
                  <a:lnTo>
                    <a:pt x="3995" y="2475"/>
                  </a:lnTo>
                  <a:cubicBezTo>
                    <a:pt x="4009" y="2461"/>
                    <a:pt x="4009" y="2447"/>
                    <a:pt x="3995" y="2434"/>
                  </a:cubicBezTo>
                  <a:lnTo>
                    <a:pt x="43" y="6"/>
                  </a:lnTo>
                  <a:cubicBezTo>
                    <a:pt x="39" y="3"/>
                    <a:pt x="35" y="1"/>
                    <a:pt x="30" y="1"/>
                  </a:cubicBezTo>
                  <a:close/>
                </a:path>
              </a:pathLst>
            </a:custGeom>
            <a:solidFill>
              <a:srgbClr val="E8EA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7" name="Google Shape;567;p34"/>
          <p:cNvSpPr txBox="1"/>
          <p:nvPr/>
        </p:nvSpPr>
        <p:spPr>
          <a:xfrm>
            <a:off x="7156900" y="1436193"/>
            <a:ext cx="6672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Metrophobic"/>
                <a:ea typeface="Metrophobic"/>
                <a:cs typeface="Metrophobic"/>
                <a:sym typeface="Metrophobic"/>
              </a:rPr>
              <a:t>Method</a:t>
            </a:r>
            <a:endParaRPr sz="1000">
              <a:solidFill>
                <a:schemeClr val="accent1"/>
              </a:solidFill>
              <a:latin typeface="Metrophobic"/>
              <a:ea typeface="Metrophobic"/>
              <a:cs typeface="Metrophobic"/>
              <a:sym typeface="Metrophobic"/>
            </a:endParaRPr>
          </a:p>
        </p:txBody>
      </p:sp>
      <p:grpSp>
        <p:nvGrpSpPr>
          <p:cNvPr id="568" name="Google Shape;568;p34"/>
          <p:cNvGrpSpPr/>
          <p:nvPr/>
        </p:nvGrpSpPr>
        <p:grpSpPr>
          <a:xfrm>
            <a:off x="7889455" y="2465563"/>
            <a:ext cx="240229" cy="233993"/>
            <a:chOff x="5548725" y="1996100"/>
            <a:chExt cx="275650" cy="269950"/>
          </a:xfrm>
        </p:grpSpPr>
        <p:sp>
          <p:nvSpPr>
            <p:cNvPr id="569" name="Google Shape;569;p34"/>
            <p:cNvSpPr/>
            <p:nvPr/>
          </p:nvSpPr>
          <p:spPr>
            <a:xfrm>
              <a:off x="5548725" y="1996100"/>
              <a:ext cx="275650" cy="269950"/>
            </a:xfrm>
            <a:custGeom>
              <a:avLst/>
              <a:gdLst/>
              <a:ahLst/>
              <a:cxnLst/>
              <a:rect l="l" t="t" r="r" b="b"/>
              <a:pathLst>
                <a:path w="11026" h="10798" extrusionOk="0">
                  <a:moveTo>
                    <a:pt x="5503" y="1"/>
                  </a:moveTo>
                  <a:cubicBezTo>
                    <a:pt x="5435" y="1"/>
                    <a:pt x="5367" y="2"/>
                    <a:pt x="5298" y="4"/>
                  </a:cubicBezTo>
                  <a:cubicBezTo>
                    <a:pt x="2330" y="130"/>
                    <a:pt x="0" y="2639"/>
                    <a:pt x="126" y="5607"/>
                  </a:cubicBezTo>
                  <a:cubicBezTo>
                    <a:pt x="247" y="8521"/>
                    <a:pt x="2646" y="10798"/>
                    <a:pt x="5524" y="10798"/>
                  </a:cubicBezTo>
                  <a:cubicBezTo>
                    <a:pt x="5592" y="10798"/>
                    <a:pt x="5660" y="10796"/>
                    <a:pt x="5728" y="10794"/>
                  </a:cubicBezTo>
                  <a:cubicBezTo>
                    <a:pt x="8709" y="10670"/>
                    <a:pt x="11026" y="8159"/>
                    <a:pt x="10915" y="5191"/>
                  </a:cubicBezTo>
                  <a:cubicBezTo>
                    <a:pt x="10792" y="2279"/>
                    <a:pt x="8394" y="1"/>
                    <a:pt x="5503" y="1"/>
                  </a:cubicBezTo>
                  <a:close/>
                </a:path>
              </a:pathLst>
            </a:custGeom>
            <a:solidFill>
              <a:srgbClr val="FF6A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4"/>
            <p:cNvSpPr/>
            <p:nvPr/>
          </p:nvSpPr>
          <p:spPr>
            <a:xfrm>
              <a:off x="5652025" y="2075800"/>
              <a:ext cx="100250" cy="122700"/>
            </a:xfrm>
            <a:custGeom>
              <a:avLst/>
              <a:gdLst/>
              <a:ahLst/>
              <a:cxnLst/>
              <a:rect l="l" t="t" r="r" b="b"/>
              <a:pathLst>
                <a:path w="4010" h="4908" extrusionOk="0">
                  <a:moveTo>
                    <a:pt x="30" y="1"/>
                  </a:moveTo>
                  <a:cubicBezTo>
                    <a:pt x="16" y="1"/>
                    <a:pt x="1" y="14"/>
                    <a:pt x="1" y="34"/>
                  </a:cubicBezTo>
                  <a:lnTo>
                    <a:pt x="1" y="4874"/>
                  </a:lnTo>
                  <a:cubicBezTo>
                    <a:pt x="1" y="4895"/>
                    <a:pt x="16" y="4907"/>
                    <a:pt x="30" y="4907"/>
                  </a:cubicBezTo>
                  <a:cubicBezTo>
                    <a:pt x="35" y="4907"/>
                    <a:pt x="39" y="4906"/>
                    <a:pt x="43" y="4902"/>
                  </a:cubicBezTo>
                  <a:lnTo>
                    <a:pt x="3995" y="2475"/>
                  </a:lnTo>
                  <a:cubicBezTo>
                    <a:pt x="4009" y="2461"/>
                    <a:pt x="4009" y="2447"/>
                    <a:pt x="3995" y="2434"/>
                  </a:cubicBezTo>
                  <a:lnTo>
                    <a:pt x="43" y="6"/>
                  </a:lnTo>
                  <a:cubicBezTo>
                    <a:pt x="39" y="3"/>
                    <a:pt x="35" y="1"/>
                    <a:pt x="30" y="1"/>
                  </a:cubicBezTo>
                  <a:close/>
                </a:path>
              </a:pathLst>
            </a:custGeom>
            <a:solidFill>
              <a:srgbClr val="E8EA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1" name="Google Shape;571;p34"/>
          <p:cNvSpPr txBox="1"/>
          <p:nvPr/>
        </p:nvSpPr>
        <p:spPr>
          <a:xfrm>
            <a:off x="7156900" y="2509509"/>
            <a:ext cx="6672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Metrophobic"/>
                <a:ea typeface="Metrophobic"/>
                <a:cs typeface="Metrophobic"/>
                <a:sym typeface="Metrophobic"/>
              </a:rPr>
              <a:t>Count</a:t>
            </a:r>
            <a:endParaRPr sz="1000">
              <a:solidFill>
                <a:schemeClr val="accent1"/>
              </a:solidFill>
              <a:latin typeface="Metrophobic"/>
              <a:ea typeface="Metrophobic"/>
              <a:cs typeface="Metrophobic"/>
              <a:sym typeface="Metrophobic"/>
            </a:endParaRPr>
          </a:p>
        </p:txBody>
      </p:sp>
      <p:grpSp>
        <p:nvGrpSpPr>
          <p:cNvPr id="572" name="Google Shape;572;p34"/>
          <p:cNvGrpSpPr/>
          <p:nvPr/>
        </p:nvGrpSpPr>
        <p:grpSpPr>
          <a:xfrm>
            <a:off x="7889455" y="3533225"/>
            <a:ext cx="240229" cy="233993"/>
            <a:chOff x="5548725" y="1996100"/>
            <a:chExt cx="275650" cy="269950"/>
          </a:xfrm>
        </p:grpSpPr>
        <p:sp>
          <p:nvSpPr>
            <p:cNvPr id="573" name="Google Shape;573;p34"/>
            <p:cNvSpPr/>
            <p:nvPr/>
          </p:nvSpPr>
          <p:spPr>
            <a:xfrm>
              <a:off x="5548725" y="1996100"/>
              <a:ext cx="275650" cy="269950"/>
            </a:xfrm>
            <a:custGeom>
              <a:avLst/>
              <a:gdLst/>
              <a:ahLst/>
              <a:cxnLst/>
              <a:rect l="l" t="t" r="r" b="b"/>
              <a:pathLst>
                <a:path w="11026" h="10798" extrusionOk="0">
                  <a:moveTo>
                    <a:pt x="5503" y="1"/>
                  </a:moveTo>
                  <a:cubicBezTo>
                    <a:pt x="5435" y="1"/>
                    <a:pt x="5367" y="2"/>
                    <a:pt x="5298" y="4"/>
                  </a:cubicBezTo>
                  <a:cubicBezTo>
                    <a:pt x="2330" y="130"/>
                    <a:pt x="0" y="2639"/>
                    <a:pt x="126" y="5607"/>
                  </a:cubicBezTo>
                  <a:cubicBezTo>
                    <a:pt x="247" y="8521"/>
                    <a:pt x="2646" y="10798"/>
                    <a:pt x="5524" y="10798"/>
                  </a:cubicBezTo>
                  <a:cubicBezTo>
                    <a:pt x="5592" y="10798"/>
                    <a:pt x="5660" y="10796"/>
                    <a:pt x="5728" y="10794"/>
                  </a:cubicBezTo>
                  <a:cubicBezTo>
                    <a:pt x="8709" y="10670"/>
                    <a:pt x="11026" y="8159"/>
                    <a:pt x="10915" y="5191"/>
                  </a:cubicBezTo>
                  <a:cubicBezTo>
                    <a:pt x="10792" y="2279"/>
                    <a:pt x="8394" y="1"/>
                    <a:pt x="5503" y="1"/>
                  </a:cubicBezTo>
                  <a:close/>
                </a:path>
              </a:pathLst>
            </a:custGeom>
            <a:solidFill>
              <a:srgbClr val="FF6A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4"/>
            <p:cNvSpPr/>
            <p:nvPr/>
          </p:nvSpPr>
          <p:spPr>
            <a:xfrm>
              <a:off x="5652025" y="2075800"/>
              <a:ext cx="100250" cy="122700"/>
            </a:xfrm>
            <a:custGeom>
              <a:avLst/>
              <a:gdLst/>
              <a:ahLst/>
              <a:cxnLst/>
              <a:rect l="l" t="t" r="r" b="b"/>
              <a:pathLst>
                <a:path w="4010" h="4908" extrusionOk="0">
                  <a:moveTo>
                    <a:pt x="30" y="1"/>
                  </a:moveTo>
                  <a:cubicBezTo>
                    <a:pt x="16" y="1"/>
                    <a:pt x="1" y="14"/>
                    <a:pt x="1" y="34"/>
                  </a:cubicBezTo>
                  <a:lnTo>
                    <a:pt x="1" y="4874"/>
                  </a:lnTo>
                  <a:cubicBezTo>
                    <a:pt x="1" y="4895"/>
                    <a:pt x="16" y="4907"/>
                    <a:pt x="30" y="4907"/>
                  </a:cubicBezTo>
                  <a:cubicBezTo>
                    <a:pt x="35" y="4907"/>
                    <a:pt x="39" y="4906"/>
                    <a:pt x="43" y="4902"/>
                  </a:cubicBezTo>
                  <a:lnTo>
                    <a:pt x="3995" y="2475"/>
                  </a:lnTo>
                  <a:cubicBezTo>
                    <a:pt x="4009" y="2461"/>
                    <a:pt x="4009" y="2447"/>
                    <a:pt x="3995" y="2434"/>
                  </a:cubicBezTo>
                  <a:lnTo>
                    <a:pt x="43" y="6"/>
                  </a:lnTo>
                  <a:cubicBezTo>
                    <a:pt x="39" y="3"/>
                    <a:pt x="35" y="1"/>
                    <a:pt x="30" y="1"/>
                  </a:cubicBezTo>
                  <a:close/>
                </a:path>
              </a:pathLst>
            </a:custGeom>
            <a:solidFill>
              <a:srgbClr val="E8EA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5" name="Google Shape;575;p34"/>
          <p:cNvSpPr txBox="1"/>
          <p:nvPr/>
        </p:nvSpPr>
        <p:spPr>
          <a:xfrm>
            <a:off x="7156900" y="3577169"/>
            <a:ext cx="6672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Metrophobic"/>
                <a:ea typeface="Metrophobic"/>
                <a:cs typeface="Metrophobic"/>
                <a:sym typeface="Metrophobic"/>
              </a:rPr>
              <a:t>Checks</a:t>
            </a:r>
            <a:endParaRPr sz="1000">
              <a:solidFill>
                <a:schemeClr val="accent1"/>
              </a:solidFill>
              <a:latin typeface="Metrophobic"/>
              <a:ea typeface="Metrophobic"/>
              <a:cs typeface="Metrophobic"/>
              <a:sym typeface="Metrophobic"/>
            </a:endParaRPr>
          </a:p>
        </p:txBody>
      </p:sp>
      <p:grpSp>
        <p:nvGrpSpPr>
          <p:cNvPr id="576" name="Google Shape;576;p34"/>
          <p:cNvGrpSpPr/>
          <p:nvPr/>
        </p:nvGrpSpPr>
        <p:grpSpPr>
          <a:xfrm>
            <a:off x="2372888" y="3690869"/>
            <a:ext cx="461567" cy="451219"/>
            <a:chOff x="1039463" y="2686382"/>
            <a:chExt cx="461567" cy="451219"/>
          </a:xfrm>
        </p:grpSpPr>
        <p:sp>
          <p:nvSpPr>
            <p:cNvPr id="577" name="Google Shape;577;p34"/>
            <p:cNvSpPr/>
            <p:nvPr/>
          </p:nvSpPr>
          <p:spPr>
            <a:xfrm>
              <a:off x="1201491" y="2831054"/>
              <a:ext cx="138232" cy="162216"/>
            </a:xfrm>
            <a:custGeom>
              <a:avLst/>
              <a:gdLst/>
              <a:ahLst/>
              <a:cxnLst/>
              <a:rect l="l" t="t" r="r" b="b"/>
              <a:pathLst>
                <a:path w="2899" h="3402" extrusionOk="0">
                  <a:moveTo>
                    <a:pt x="1082" y="2265"/>
                  </a:moveTo>
                  <a:cubicBezTo>
                    <a:pt x="1289" y="2265"/>
                    <a:pt x="1443" y="2431"/>
                    <a:pt x="1443" y="2625"/>
                  </a:cubicBezTo>
                  <a:cubicBezTo>
                    <a:pt x="1443" y="2833"/>
                    <a:pt x="1304" y="3027"/>
                    <a:pt x="1082" y="3027"/>
                  </a:cubicBezTo>
                  <a:lnTo>
                    <a:pt x="735" y="3027"/>
                  </a:lnTo>
                  <a:cubicBezTo>
                    <a:pt x="541" y="3027"/>
                    <a:pt x="374" y="2860"/>
                    <a:pt x="374" y="2666"/>
                  </a:cubicBezTo>
                  <a:cubicBezTo>
                    <a:pt x="374" y="2459"/>
                    <a:pt x="513" y="2265"/>
                    <a:pt x="735" y="2265"/>
                  </a:cubicBezTo>
                  <a:close/>
                  <a:moveTo>
                    <a:pt x="1622" y="0"/>
                  </a:moveTo>
                  <a:cubicBezTo>
                    <a:pt x="1608" y="0"/>
                    <a:pt x="1595" y="1"/>
                    <a:pt x="1581" y="3"/>
                  </a:cubicBezTo>
                  <a:cubicBezTo>
                    <a:pt x="1498" y="31"/>
                    <a:pt x="1443" y="101"/>
                    <a:pt x="1443" y="198"/>
                  </a:cubicBezTo>
                  <a:lnTo>
                    <a:pt x="1443" y="2000"/>
                  </a:lnTo>
                  <a:cubicBezTo>
                    <a:pt x="1345" y="1932"/>
                    <a:pt x="1221" y="1904"/>
                    <a:pt x="1082" y="1904"/>
                  </a:cubicBezTo>
                  <a:lnTo>
                    <a:pt x="735" y="1904"/>
                  </a:lnTo>
                  <a:cubicBezTo>
                    <a:pt x="319" y="1904"/>
                    <a:pt x="0" y="2250"/>
                    <a:pt x="0" y="2666"/>
                  </a:cubicBezTo>
                  <a:cubicBezTo>
                    <a:pt x="0" y="3069"/>
                    <a:pt x="333" y="3402"/>
                    <a:pt x="735" y="3402"/>
                  </a:cubicBezTo>
                  <a:lnTo>
                    <a:pt x="1082" y="3402"/>
                  </a:lnTo>
                  <a:cubicBezTo>
                    <a:pt x="1511" y="3402"/>
                    <a:pt x="1816" y="3041"/>
                    <a:pt x="1816" y="2625"/>
                  </a:cubicBezTo>
                  <a:lnTo>
                    <a:pt x="1816" y="614"/>
                  </a:lnTo>
                  <a:cubicBezTo>
                    <a:pt x="1900" y="669"/>
                    <a:pt x="2011" y="725"/>
                    <a:pt x="2149" y="767"/>
                  </a:cubicBezTo>
                  <a:cubicBezTo>
                    <a:pt x="2441" y="863"/>
                    <a:pt x="2510" y="1072"/>
                    <a:pt x="2510" y="1072"/>
                  </a:cubicBezTo>
                  <a:lnTo>
                    <a:pt x="2524" y="1100"/>
                  </a:lnTo>
                  <a:cubicBezTo>
                    <a:pt x="2546" y="1177"/>
                    <a:pt x="2612" y="1219"/>
                    <a:pt x="2687" y="1219"/>
                  </a:cubicBezTo>
                  <a:cubicBezTo>
                    <a:pt x="2707" y="1219"/>
                    <a:pt x="2726" y="1216"/>
                    <a:pt x="2746" y="1211"/>
                  </a:cubicBezTo>
                  <a:cubicBezTo>
                    <a:pt x="2843" y="1183"/>
                    <a:pt x="2898" y="1085"/>
                    <a:pt x="2870" y="989"/>
                  </a:cubicBezTo>
                  <a:lnTo>
                    <a:pt x="2870" y="974"/>
                  </a:lnTo>
                  <a:cubicBezTo>
                    <a:pt x="2829" y="822"/>
                    <a:pt x="2649" y="530"/>
                    <a:pt x="2260" y="420"/>
                  </a:cubicBezTo>
                  <a:cubicBezTo>
                    <a:pt x="1927" y="309"/>
                    <a:pt x="1789" y="101"/>
                    <a:pt x="1789" y="87"/>
                  </a:cubicBezTo>
                  <a:cubicBezTo>
                    <a:pt x="1754" y="29"/>
                    <a:pt x="1690" y="0"/>
                    <a:pt x="16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4"/>
            <p:cNvSpPr/>
            <p:nvPr/>
          </p:nvSpPr>
          <p:spPr>
            <a:xfrm>
              <a:off x="1039463" y="2686382"/>
              <a:ext cx="461567" cy="451219"/>
            </a:xfrm>
            <a:custGeom>
              <a:avLst/>
              <a:gdLst/>
              <a:ahLst/>
              <a:cxnLst/>
              <a:rect l="l" t="t" r="r" b="b"/>
              <a:pathLst>
                <a:path w="9680" h="9463" extrusionOk="0">
                  <a:moveTo>
                    <a:pt x="1228" y="375"/>
                  </a:moveTo>
                  <a:cubicBezTo>
                    <a:pt x="1422" y="375"/>
                    <a:pt x="1616" y="445"/>
                    <a:pt x="1762" y="583"/>
                  </a:cubicBezTo>
                  <a:cubicBezTo>
                    <a:pt x="2053" y="874"/>
                    <a:pt x="2053" y="1360"/>
                    <a:pt x="1762" y="1651"/>
                  </a:cubicBezTo>
                  <a:cubicBezTo>
                    <a:pt x="1616" y="1797"/>
                    <a:pt x="1422" y="1869"/>
                    <a:pt x="1228" y="1869"/>
                  </a:cubicBezTo>
                  <a:cubicBezTo>
                    <a:pt x="1034" y="1869"/>
                    <a:pt x="839" y="1797"/>
                    <a:pt x="694" y="1651"/>
                  </a:cubicBezTo>
                  <a:cubicBezTo>
                    <a:pt x="403" y="1360"/>
                    <a:pt x="403" y="874"/>
                    <a:pt x="694" y="583"/>
                  </a:cubicBezTo>
                  <a:cubicBezTo>
                    <a:pt x="839" y="445"/>
                    <a:pt x="1034" y="375"/>
                    <a:pt x="1228" y="375"/>
                  </a:cubicBezTo>
                  <a:close/>
                  <a:moveTo>
                    <a:pt x="8453" y="375"/>
                  </a:moveTo>
                  <a:cubicBezTo>
                    <a:pt x="8647" y="375"/>
                    <a:pt x="8841" y="445"/>
                    <a:pt x="8987" y="583"/>
                  </a:cubicBezTo>
                  <a:cubicBezTo>
                    <a:pt x="9278" y="874"/>
                    <a:pt x="9278" y="1360"/>
                    <a:pt x="8987" y="1651"/>
                  </a:cubicBezTo>
                  <a:cubicBezTo>
                    <a:pt x="8841" y="1797"/>
                    <a:pt x="8647" y="1869"/>
                    <a:pt x="8453" y="1869"/>
                  </a:cubicBezTo>
                  <a:cubicBezTo>
                    <a:pt x="8259" y="1869"/>
                    <a:pt x="8065" y="1797"/>
                    <a:pt x="7919" y="1651"/>
                  </a:cubicBezTo>
                  <a:cubicBezTo>
                    <a:pt x="7627" y="1360"/>
                    <a:pt x="7627" y="874"/>
                    <a:pt x="7919" y="583"/>
                  </a:cubicBezTo>
                  <a:cubicBezTo>
                    <a:pt x="8065" y="445"/>
                    <a:pt x="8259" y="375"/>
                    <a:pt x="8453" y="375"/>
                  </a:cubicBezTo>
                  <a:close/>
                  <a:moveTo>
                    <a:pt x="1228" y="7590"/>
                  </a:moveTo>
                  <a:cubicBezTo>
                    <a:pt x="1422" y="7590"/>
                    <a:pt x="1616" y="7663"/>
                    <a:pt x="1762" y="7808"/>
                  </a:cubicBezTo>
                  <a:cubicBezTo>
                    <a:pt x="2053" y="8100"/>
                    <a:pt x="2053" y="8585"/>
                    <a:pt x="1762" y="8876"/>
                  </a:cubicBezTo>
                  <a:cubicBezTo>
                    <a:pt x="1616" y="9022"/>
                    <a:pt x="1422" y="9094"/>
                    <a:pt x="1228" y="9094"/>
                  </a:cubicBezTo>
                  <a:cubicBezTo>
                    <a:pt x="1034" y="9094"/>
                    <a:pt x="839" y="9022"/>
                    <a:pt x="694" y="8876"/>
                  </a:cubicBezTo>
                  <a:cubicBezTo>
                    <a:pt x="555" y="8738"/>
                    <a:pt x="472" y="8544"/>
                    <a:pt x="472" y="8349"/>
                  </a:cubicBezTo>
                  <a:cubicBezTo>
                    <a:pt x="472" y="8141"/>
                    <a:pt x="555" y="7961"/>
                    <a:pt x="694" y="7808"/>
                  </a:cubicBezTo>
                  <a:cubicBezTo>
                    <a:pt x="839" y="7663"/>
                    <a:pt x="1034" y="7590"/>
                    <a:pt x="1228" y="7590"/>
                  </a:cubicBezTo>
                  <a:close/>
                  <a:moveTo>
                    <a:pt x="8453" y="7590"/>
                  </a:moveTo>
                  <a:cubicBezTo>
                    <a:pt x="8647" y="7590"/>
                    <a:pt x="8841" y="7663"/>
                    <a:pt x="8987" y="7808"/>
                  </a:cubicBezTo>
                  <a:cubicBezTo>
                    <a:pt x="9278" y="8100"/>
                    <a:pt x="9278" y="8585"/>
                    <a:pt x="8987" y="8876"/>
                  </a:cubicBezTo>
                  <a:cubicBezTo>
                    <a:pt x="8841" y="9022"/>
                    <a:pt x="8647" y="9094"/>
                    <a:pt x="8453" y="9094"/>
                  </a:cubicBezTo>
                  <a:cubicBezTo>
                    <a:pt x="8259" y="9094"/>
                    <a:pt x="8065" y="9022"/>
                    <a:pt x="7919" y="8876"/>
                  </a:cubicBezTo>
                  <a:cubicBezTo>
                    <a:pt x="7627" y="8585"/>
                    <a:pt x="7627" y="8100"/>
                    <a:pt x="7919" y="7808"/>
                  </a:cubicBezTo>
                  <a:cubicBezTo>
                    <a:pt x="8065" y="7663"/>
                    <a:pt x="8259" y="7590"/>
                    <a:pt x="8453" y="7590"/>
                  </a:cubicBezTo>
                  <a:close/>
                  <a:moveTo>
                    <a:pt x="1228" y="1"/>
                  </a:moveTo>
                  <a:cubicBezTo>
                    <a:pt x="940" y="1"/>
                    <a:pt x="652" y="112"/>
                    <a:pt x="431" y="334"/>
                  </a:cubicBezTo>
                  <a:cubicBezTo>
                    <a:pt x="0" y="763"/>
                    <a:pt x="0" y="1484"/>
                    <a:pt x="431" y="1915"/>
                  </a:cubicBezTo>
                  <a:cubicBezTo>
                    <a:pt x="648" y="2132"/>
                    <a:pt x="939" y="2241"/>
                    <a:pt x="1228" y="2241"/>
                  </a:cubicBezTo>
                  <a:cubicBezTo>
                    <a:pt x="1456" y="2241"/>
                    <a:pt x="1683" y="2173"/>
                    <a:pt x="1873" y="2039"/>
                  </a:cubicBezTo>
                  <a:lnTo>
                    <a:pt x="2580" y="2732"/>
                  </a:lnTo>
                  <a:cubicBezTo>
                    <a:pt x="2524" y="2788"/>
                    <a:pt x="2483" y="2843"/>
                    <a:pt x="2441" y="2913"/>
                  </a:cubicBezTo>
                  <a:cubicBezTo>
                    <a:pt x="2039" y="3440"/>
                    <a:pt x="1817" y="4064"/>
                    <a:pt x="1817" y="4729"/>
                  </a:cubicBezTo>
                  <a:cubicBezTo>
                    <a:pt x="1817" y="5493"/>
                    <a:pt x="2108" y="6199"/>
                    <a:pt x="2580" y="6726"/>
                  </a:cubicBezTo>
                  <a:lnTo>
                    <a:pt x="1873" y="7434"/>
                  </a:lnTo>
                  <a:cubicBezTo>
                    <a:pt x="1682" y="7293"/>
                    <a:pt x="1457" y="7222"/>
                    <a:pt x="1230" y="7222"/>
                  </a:cubicBezTo>
                  <a:cubicBezTo>
                    <a:pt x="943" y="7222"/>
                    <a:pt x="655" y="7334"/>
                    <a:pt x="431" y="7558"/>
                  </a:cubicBezTo>
                  <a:cubicBezTo>
                    <a:pt x="0" y="7989"/>
                    <a:pt x="0" y="8696"/>
                    <a:pt x="431" y="9139"/>
                  </a:cubicBezTo>
                  <a:cubicBezTo>
                    <a:pt x="645" y="9355"/>
                    <a:pt x="933" y="9462"/>
                    <a:pt x="1222" y="9462"/>
                  </a:cubicBezTo>
                  <a:cubicBezTo>
                    <a:pt x="1512" y="9462"/>
                    <a:pt x="1803" y="9355"/>
                    <a:pt x="2025" y="9139"/>
                  </a:cubicBezTo>
                  <a:cubicBezTo>
                    <a:pt x="2400" y="8751"/>
                    <a:pt x="2455" y="8128"/>
                    <a:pt x="2136" y="7697"/>
                  </a:cubicBezTo>
                  <a:lnTo>
                    <a:pt x="2844" y="6990"/>
                  </a:lnTo>
                  <a:cubicBezTo>
                    <a:pt x="3371" y="7462"/>
                    <a:pt x="4077" y="7753"/>
                    <a:pt x="4841" y="7753"/>
                  </a:cubicBezTo>
                  <a:cubicBezTo>
                    <a:pt x="5603" y="7753"/>
                    <a:pt x="6311" y="7462"/>
                    <a:pt x="6838" y="6990"/>
                  </a:cubicBezTo>
                  <a:lnTo>
                    <a:pt x="7531" y="7697"/>
                  </a:lnTo>
                  <a:cubicBezTo>
                    <a:pt x="7226" y="8128"/>
                    <a:pt x="7267" y="8751"/>
                    <a:pt x="7655" y="9139"/>
                  </a:cubicBezTo>
                  <a:cubicBezTo>
                    <a:pt x="7870" y="9355"/>
                    <a:pt x="8158" y="9462"/>
                    <a:pt x="8448" y="9462"/>
                  </a:cubicBezTo>
                  <a:cubicBezTo>
                    <a:pt x="8737" y="9462"/>
                    <a:pt x="9029" y="9355"/>
                    <a:pt x="9251" y="9139"/>
                  </a:cubicBezTo>
                  <a:cubicBezTo>
                    <a:pt x="9680" y="8710"/>
                    <a:pt x="9680" y="7989"/>
                    <a:pt x="9251" y="7558"/>
                  </a:cubicBezTo>
                  <a:cubicBezTo>
                    <a:pt x="9026" y="7334"/>
                    <a:pt x="8737" y="7222"/>
                    <a:pt x="8448" y="7222"/>
                  </a:cubicBezTo>
                  <a:cubicBezTo>
                    <a:pt x="8219" y="7222"/>
                    <a:pt x="7990" y="7293"/>
                    <a:pt x="7794" y="7434"/>
                  </a:cubicBezTo>
                  <a:lnTo>
                    <a:pt x="7100" y="6726"/>
                  </a:lnTo>
                  <a:cubicBezTo>
                    <a:pt x="7572" y="6199"/>
                    <a:pt x="7849" y="5493"/>
                    <a:pt x="7849" y="4729"/>
                  </a:cubicBezTo>
                  <a:cubicBezTo>
                    <a:pt x="7849" y="4078"/>
                    <a:pt x="7642" y="3440"/>
                    <a:pt x="7254" y="2913"/>
                  </a:cubicBezTo>
                  <a:cubicBezTo>
                    <a:pt x="7198" y="2858"/>
                    <a:pt x="7156" y="2788"/>
                    <a:pt x="7100" y="2732"/>
                  </a:cubicBezTo>
                  <a:lnTo>
                    <a:pt x="7794" y="2039"/>
                  </a:lnTo>
                  <a:cubicBezTo>
                    <a:pt x="7989" y="2173"/>
                    <a:pt x="8220" y="2241"/>
                    <a:pt x="8450" y="2241"/>
                  </a:cubicBezTo>
                  <a:cubicBezTo>
                    <a:pt x="8742" y="2241"/>
                    <a:pt x="9033" y="2132"/>
                    <a:pt x="9251" y="1915"/>
                  </a:cubicBezTo>
                  <a:cubicBezTo>
                    <a:pt x="9680" y="1471"/>
                    <a:pt x="9680" y="763"/>
                    <a:pt x="9251" y="334"/>
                  </a:cubicBezTo>
                  <a:cubicBezTo>
                    <a:pt x="9029" y="112"/>
                    <a:pt x="8741" y="1"/>
                    <a:pt x="8453" y="1"/>
                  </a:cubicBezTo>
                  <a:cubicBezTo>
                    <a:pt x="8165" y="1"/>
                    <a:pt x="7877" y="112"/>
                    <a:pt x="7655" y="334"/>
                  </a:cubicBezTo>
                  <a:cubicBezTo>
                    <a:pt x="7281" y="708"/>
                    <a:pt x="7226" y="1332"/>
                    <a:pt x="7531" y="1776"/>
                  </a:cubicBezTo>
                  <a:lnTo>
                    <a:pt x="6838" y="2469"/>
                  </a:lnTo>
                  <a:cubicBezTo>
                    <a:pt x="6518" y="2192"/>
                    <a:pt x="6130" y="1970"/>
                    <a:pt x="5714" y="1845"/>
                  </a:cubicBezTo>
                  <a:cubicBezTo>
                    <a:pt x="5697" y="1840"/>
                    <a:pt x="5680" y="1838"/>
                    <a:pt x="5662" y="1838"/>
                  </a:cubicBezTo>
                  <a:cubicBezTo>
                    <a:pt x="5581" y="1838"/>
                    <a:pt x="5501" y="1890"/>
                    <a:pt x="5479" y="1970"/>
                  </a:cubicBezTo>
                  <a:cubicBezTo>
                    <a:pt x="5451" y="2067"/>
                    <a:pt x="5506" y="2164"/>
                    <a:pt x="5603" y="2192"/>
                  </a:cubicBezTo>
                  <a:cubicBezTo>
                    <a:pt x="6144" y="2358"/>
                    <a:pt x="6616" y="2691"/>
                    <a:pt x="6949" y="3135"/>
                  </a:cubicBezTo>
                  <a:cubicBezTo>
                    <a:pt x="7309" y="3607"/>
                    <a:pt x="7489" y="4147"/>
                    <a:pt x="7489" y="4729"/>
                  </a:cubicBezTo>
                  <a:cubicBezTo>
                    <a:pt x="7489" y="6199"/>
                    <a:pt x="6296" y="7379"/>
                    <a:pt x="4841" y="7379"/>
                  </a:cubicBezTo>
                  <a:cubicBezTo>
                    <a:pt x="3384" y="7379"/>
                    <a:pt x="2191" y="6199"/>
                    <a:pt x="2191" y="4729"/>
                  </a:cubicBezTo>
                  <a:cubicBezTo>
                    <a:pt x="2191" y="4147"/>
                    <a:pt x="2372" y="3592"/>
                    <a:pt x="2733" y="3135"/>
                  </a:cubicBezTo>
                  <a:cubicBezTo>
                    <a:pt x="3065" y="2677"/>
                    <a:pt x="3550" y="2344"/>
                    <a:pt x="4092" y="2192"/>
                  </a:cubicBezTo>
                  <a:cubicBezTo>
                    <a:pt x="4188" y="2164"/>
                    <a:pt x="4244" y="2067"/>
                    <a:pt x="4216" y="1956"/>
                  </a:cubicBezTo>
                  <a:cubicBezTo>
                    <a:pt x="4193" y="1876"/>
                    <a:pt x="4123" y="1824"/>
                    <a:pt x="4045" y="1824"/>
                  </a:cubicBezTo>
                  <a:cubicBezTo>
                    <a:pt x="4028" y="1824"/>
                    <a:pt x="4011" y="1827"/>
                    <a:pt x="3994" y="1832"/>
                  </a:cubicBezTo>
                  <a:cubicBezTo>
                    <a:pt x="3565" y="1956"/>
                    <a:pt x="3176" y="2178"/>
                    <a:pt x="2844" y="2469"/>
                  </a:cubicBezTo>
                  <a:lnTo>
                    <a:pt x="2136" y="1776"/>
                  </a:lnTo>
                  <a:cubicBezTo>
                    <a:pt x="2455" y="1332"/>
                    <a:pt x="2413" y="722"/>
                    <a:pt x="2025" y="334"/>
                  </a:cubicBezTo>
                  <a:cubicBezTo>
                    <a:pt x="1803" y="112"/>
                    <a:pt x="1515" y="1"/>
                    <a:pt x="1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4"/>
            <p:cNvSpPr/>
            <p:nvPr/>
          </p:nvSpPr>
          <p:spPr>
            <a:xfrm>
              <a:off x="1261000" y="2768207"/>
              <a:ext cx="19502" cy="17452"/>
            </a:xfrm>
            <a:custGeom>
              <a:avLst/>
              <a:gdLst/>
              <a:ahLst/>
              <a:cxnLst/>
              <a:rect l="l" t="t" r="r" b="b"/>
              <a:pathLst>
                <a:path w="409" h="366" extrusionOk="0">
                  <a:moveTo>
                    <a:pt x="200" y="1"/>
                  </a:moveTo>
                  <a:cubicBezTo>
                    <a:pt x="160" y="1"/>
                    <a:pt x="118" y="15"/>
                    <a:pt x="84" y="46"/>
                  </a:cubicBezTo>
                  <a:cubicBezTo>
                    <a:pt x="14" y="101"/>
                    <a:pt x="0" y="212"/>
                    <a:pt x="56" y="282"/>
                  </a:cubicBezTo>
                  <a:cubicBezTo>
                    <a:pt x="95" y="339"/>
                    <a:pt x="156" y="365"/>
                    <a:pt x="215" y="365"/>
                  </a:cubicBezTo>
                  <a:cubicBezTo>
                    <a:pt x="299" y="365"/>
                    <a:pt x="380" y="310"/>
                    <a:pt x="389" y="212"/>
                  </a:cubicBezTo>
                  <a:cubicBezTo>
                    <a:pt x="409" y="92"/>
                    <a:pt x="306" y="1"/>
                    <a:pt x="2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0" name="Google Shape;580;p34"/>
          <p:cNvGrpSpPr/>
          <p:nvPr/>
        </p:nvGrpSpPr>
        <p:grpSpPr>
          <a:xfrm>
            <a:off x="2378193" y="2676527"/>
            <a:ext cx="450981" cy="348899"/>
            <a:chOff x="1044755" y="2004602"/>
            <a:chExt cx="450981" cy="348899"/>
          </a:xfrm>
        </p:grpSpPr>
        <p:sp>
          <p:nvSpPr>
            <p:cNvPr id="581" name="Google Shape;581;p34"/>
            <p:cNvSpPr/>
            <p:nvPr/>
          </p:nvSpPr>
          <p:spPr>
            <a:xfrm>
              <a:off x="1044755" y="2004602"/>
              <a:ext cx="450981" cy="258630"/>
            </a:xfrm>
            <a:custGeom>
              <a:avLst/>
              <a:gdLst/>
              <a:ahLst/>
              <a:cxnLst/>
              <a:rect l="l" t="t" r="r" b="b"/>
              <a:pathLst>
                <a:path w="9458" h="5424" extrusionOk="0">
                  <a:moveTo>
                    <a:pt x="971" y="1498"/>
                  </a:moveTo>
                  <a:lnTo>
                    <a:pt x="971" y="3926"/>
                  </a:lnTo>
                  <a:lnTo>
                    <a:pt x="361" y="3926"/>
                  </a:lnTo>
                  <a:lnTo>
                    <a:pt x="361" y="1498"/>
                  </a:lnTo>
                  <a:close/>
                  <a:moveTo>
                    <a:pt x="9097" y="1498"/>
                  </a:moveTo>
                  <a:lnTo>
                    <a:pt x="9097" y="3926"/>
                  </a:lnTo>
                  <a:lnTo>
                    <a:pt x="8474" y="3926"/>
                  </a:lnTo>
                  <a:lnTo>
                    <a:pt x="8474" y="1498"/>
                  </a:lnTo>
                  <a:close/>
                  <a:moveTo>
                    <a:pt x="2011" y="916"/>
                  </a:moveTo>
                  <a:lnTo>
                    <a:pt x="2011" y="4521"/>
                  </a:lnTo>
                  <a:lnTo>
                    <a:pt x="1346" y="4521"/>
                  </a:lnTo>
                  <a:lnTo>
                    <a:pt x="1346" y="916"/>
                  </a:lnTo>
                  <a:close/>
                  <a:moveTo>
                    <a:pt x="8113" y="916"/>
                  </a:moveTo>
                  <a:lnTo>
                    <a:pt x="8113" y="4521"/>
                  </a:lnTo>
                  <a:lnTo>
                    <a:pt x="7433" y="4521"/>
                  </a:lnTo>
                  <a:lnTo>
                    <a:pt x="7433" y="916"/>
                  </a:lnTo>
                  <a:close/>
                  <a:moveTo>
                    <a:pt x="2206" y="0"/>
                  </a:moveTo>
                  <a:cubicBezTo>
                    <a:pt x="2095" y="0"/>
                    <a:pt x="2011" y="84"/>
                    <a:pt x="2011" y="195"/>
                  </a:cubicBezTo>
                  <a:lnTo>
                    <a:pt x="2011" y="542"/>
                  </a:lnTo>
                  <a:lnTo>
                    <a:pt x="1165" y="542"/>
                  </a:lnTo>
                  <a:cubicBezTo>
                    <a:pt x="1054" y="542"/>
                    <a:pt x="971" y="625"/>
                    <a:pt x="971" y="736"/>
                  </a:cubicBezTo>
                  <a:lnTo>
                    <a:pt x="971" y="1138"/>
                  </a:lnTo>
                  <a:lnTo>
                    <a:pt x="181" y="1138"/>
                  </a:lnTo>
                  <a:cubicBezTo>
                    <a:pt x="83" y="1138"/>
                    <a:pt x="0" y="1221"/>
                    <a:pt x="0" y="1318"/>
                  </a:cubicBezTo>
                  <a:lnTo>
                    <a:pt x="0" y="4105"/>
                  </a:lnTo>
                  <a:cubicBezTo>
                    <a:pt x="0" y="4216"/>
                    <a:pt x="83" y="4300"/>
                    <a:pt x="181" y="4300"/>
                  </a:cubicBezTo>
                  <a:lnTo>
                    <a:pt x="971" y="4300"/>
                  </a:lnTo>
                  <a:lnTo>
                    <a:pt x="971" y="4702"/>
                  </a:lnTo>
                  <a:cubicBezTo>
                    <a:pt x="971" y="4799"/>
                    <a:pt x="1054" y="4882"/>
                    <a:pt x="1165" y="4882"/>
                  </a:cubicBezTo>
                  <a:lnTo>
                    <a:pt x="2011" y="4882"/>
                  </a:lnTo>
                  <a:lnTo>
                    <a:pt x="2011" y="5243"/>
                  </a:lnTo>
                  <a:cubicBezTo>
                    <a:pt x="2011" y="5340"/>
                    <a:pt x="2095" y="5423"/>
                    <a:pt x="2206" y="5423"/>
                  </a:cubicBezTo>
                  <a:lnTo>
                    <a:pt x="7254" y="5423"/>
                  </a:lnTo>
                  <a:cubicBezTo>
                    <a:pt x="7350" y="5423"/>
                    <a:pt x="7433" y="5340"/>
                    <a:pt x="7433" y="5243"/>
                  </a:cubicBezTo>
                  <a:lnTo>
                    <a:pt x="7433" y="4882"/>
                  </a:lnTo>
                  <a:lnTo>
                    <a:pt x="8293" y="4882"/>
                  </a:lnTo>
                  <a:cubicBezTo>
                    <a:pt x="8391" y="4882"/>
                    <a:pt x="8474" y="4799"/>
                    <a:pt x="8474" y="4702"/>
                  </a:cubicBezTo>
                  <a:lnTo>
                    <a:pt x="8474" y="4300"/>
                  </a:lnTo>
                  <a:lnTo>
                    <a:pt x="9278" y="4300"/>
                  </a:lnTo>
                  <a:cubicBezTo>
                    <a:pt x="9375" y="4300"/>
                    <a:pt x="9458" y="4216"/>
                    <a:pt x="9458" y="4105"/>
                  </a:cubicBezTo>
                  <a:lnTo>
                    <a:pt x="9458" y="1318"/>
                  </a:lnTo>
                  <a:cubicBezTo>
                    <a:pt x="9458" y="1221"/>
                    <a:pt x="9375" y="1138"/>
                    <a:pt x="9278" y="1138"/>
                  </a:cubicBezTo>
                  <a:lnTo>
                    <a:pt x="8474" y="1138"/>
                  </a:lnTo>
                  <a:lnTo>
                    <a:pt x="8474" y="736"/>
                  </a:lnTo>
                  <a:cubicBezTo>
                    <a:pt x="8474" y="625"/>
                    <a:pt x="8391" y="542"/>
                    <a:pt x="8293" y="542"/>
                  </a:cubicBezTo>
                  <a:lnTo>
                    <a:pt x="7433" y="542"/>
                  </a:lnTo>
                  <a:lnTo>
                    <a:pt x="7433" y="195"/>
                  </a:lnTo>
                  <a:cubicBezTo>
                    <a:pt x="7433" y="84"/>
                    <a:pt x="7350" y="0"/>
                    <a:pt x="7254" y="0"/>
                  </a:cubicBezTo>
                  <a:lnTo>
                    <a:pt x="5534" y="0"/>
                  </a:lnTo>
                  <a:cubicBezTo>
                    <a:pt x="5436" y="0"/>
                    <a:pt x="5353" y="84"/>
                    <a:pt x="5353" y="195"/>
                  </a:cubicBezTo>
                  <a:cubicBezTo>
                    <a:pt x="5353" y="292"/>
                    <a:pt x="5436" y="375"/>
                    <a:pt x="5534" y="375"/>
                  </a:cubicBezTo>
                  <a:lnTo>
                    <a:pt x="7073" y="375"/>
                  </a:lnTo>
                  <a:lnTo>
                    <a:pt x="7073" y="5063"/>
                  </a:lnTo>
                  <a:lnTo>
                    <a:pt x="2385" y="5063"/>
                  </a:lnTo>
                  <a:lnTo>
                    <a:pt x="2385" y="375"/>
                  </a:lnTo>
                  <a:lnTo>
                    <a:pt x="3911" y="375"/>
                  </a:lnTo>
                  <a:cubicBezTo>
                    <a:pt x="4008" y="375"/>
                    <a:pt x="4092" y="292"/>
                    <a:pt x="4092" y="195"/>
                  </a:cubicBezTo>
                  <a:cubicBezTo>
                    <a:pt x="4092" y="84"/>
                    <a:pt x="4008" y="0"/>
                    <a:pt x="39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4"/>
            <p:cNvSpPr/>
            <p:nvPr/>
          </p:nvSpPr>
          <p:spPr>
            <a:xfrm>
              <a:off x="1184278" y="2045324"/>
              <a:ext cx="166030" cy="178237"/>
            </a:xfrm>
            <a:custGeom>
              <a:avLst/>
              <a:gdLst/>
              <a:ahLst/>
              <a:cxnLst/>
              <a:rect l="l" t="t" r="r" b="b"/>
              <a:pathLst>
                <a:path w="3482" h="3738" extrusionOk="0">
                  <a:moveTo>
                    <a:pt x="3120" y="437"/>
                  </a:moveTo>
                  <a:lnTo>
                    <a:pt x="3120" y="783"/>
                  </a:lnTo>
                  <a:lnTo>
                    <a:pt x="1595" y="1241"/>
                  </a:lnTo>
                  <a:lnTo>
                    <a:pt x="1595" y="866"/>
                  </a:lnTo>
                  <a:lnTo>
                    <a:pt x="3120" y="437"/>
                  </a:lnTo>
                  <a:close/>
                  <a:moveTo>
                    <a:pt x="2815" y="2406"/>
                  </a:moveTo>
                  <a:cubicBezTo>
                    <a:pt x="2982" y="2406"/>
                    <a:pt x="3120" y="2530"/>
                    <a:pt x="3120" y="2697"/>
                  </a:cubicBezTo>
                  <a:cubicBezTo>
                    <a:pt x="3120" y="2863"/>
                    <a:pt x="2982" y="2988"/>
                    <a:pt x="2815" y="2988"/>
                  </a:cubicBezTo>
                  <a:lnTo>
                    <a:pt x="2552" y="2988"/>
                  </a:lnTo>
                  <a:cubicBezTo>
                    <a:pt x="2399" y="2988"/>
                    <a:pt x="2261" y="2863"/>
                    <a:pt x="2261" y="2697"/>
                  </a:cubicBezTo>
                  <a:cubicBezTo>
                    <a:pt x="2261" y="2530"/>
                    <a:pt x="2399" y="2406"/>
                    <a:pt x="2552" y="2406"/>
                  </a:cubicBezTo>
                  <a:close/>
                  <a:moveTo>
                    <a:pt x="929" y="2780"/>
                  </a:moveTo>
                  <a:cubicBezTo>
                    <a:pt x="1096" y="2780"/>
                    <a:pt x="1221" y="2919"/>
                    <a:pt x="1221" y="3085"/>
                  </a:cubicBezTo>
                  <a:cubicBezTo>
                    <a:pt x="1221" y="3238"/>
                    <a:pt x="1096" y="3377"/>
                    <a:pt x="929" y="3377"/>
                  </a:cubicBezTo>
                  <a:lnTo>
                    <a:pt x="666" y="3377"/>
                  </a:lnTo>
                  <a:cubicBezTo>
                    <a:pt x="500" y="3377"/>
                    <a:pt x="375" y="3238"/>
                    <a:pt x="375" y="3085"/>
                  </a:cubicBezTo>
                  <a:cubicBezTo>
                    <a:pt x="375" y="2919"/>
                    <a:pt x="500" y="2780"/>
                    <a:pt x="666" y="2780"/>
                  </a:cubicBezTo>
                  <a:close/>
                  <a:moveTo>
                    <a:pt x="3290" y="1"/>
                  </a:moveTo>
                  <a:cubicBezTo>
                    <a:pt x="3275" y="1"/>
                    <a:pt x="3260" y="3"/>
                    <a:pt x="3246" y="6"/>
                  </a:cubicBezTo>
                  <a:lnTo>
                    <a:pt x="1360" y="561"/>
                  </a:lnTo>
                  <a:cubicBezTo>
                    <a:pt x="1277" y="575"/>
                    <a:pt x="1221" y="659"/>
                    <a:pt x="1221" y="727"/>
                  </a:cubicBezTo>
                  <a:lnTo>
                    <a:pt x="1221" y="2489"/>
                  </a:lnTo>
                  <a:cubicBezTo>
                    <a:pt x="1138" y="2434"/>
                    <a:pt x="1027" y="2419"/>
                    <a:pt x="929" y="2419"/>
                  </a:cubicBezTo>
                  <a:lnTo>
                    <a:pt x="666" y="2419"/>
                  </a:lnTo>
                  <a:cubicBezTo>
                    <a:pt x="291" y="2419"/>
                    <a:pt x="1" y="2711"/>
                    <a:pt x="1" y="3085"/>
                  </a:cubicBezTo>
                  <a:cubicBezTo>
                    <a:pt x="1" y="3446"/>
                    <a:pt x="291" y="3737"/>
                    <a:pt x="666" y="3737"/>
                  </a:cubicBezTo>
                  <a:lnTo>
                    <a:pt x="929" y="3737"/>
                  </a:lnTo>
                  <a:cubicBezTo>
                    <a:pt x="1290" y="3737"/>
                    <a:pt x="1595" y="3446"/>
                    <a:pt x="1595" y="3085"/>
                  </a:cubicBezTo>
                  <a:lnTo>
                    <a:pt x="1595" y="1629"/>
                  </a:lnTo>
                  <a:lnTo>
                    <a:pt x="3120" y="1171"/>
                  </a:lnTo>
                  <a:lnTo>
                    <a:pt x="3120" y="2101"/>
                  </a:lnTo>
                  <a:cubicBezTo>
                    <a:pt x="3024" y="2059"/>
                    <a:pt x="2926" y="2031"/>
                    <a:pt x="2815" y="2031"/>
                  </a:cubicBezTo>
                  <a:lnTo>
                    <a:pt x="2552" y="2031"/>
                  </a:lnTo>
                  <a:cubicBezTo>
                    <a:pt x="2192" y="2031"/>
                    <a:pt x="1887" y="2323"/>
                    <a:pt x="1887" y="2697"/>
                  </a:cubicBezTo>
                  <a:cubicBezTo>
                    <a:pt x="1887" y="3057"/>
                    <a:pt x="2192" y="3362"/>
                    <a:pt x="2552" y="3362"/>
                  </a:cubicBezTo>
                  <a:lnTo>
                    <a:pt x="2815" y="3362"/>
                  </a:lnTo>
                  <a:cubicBezTo>
                    <a:pt x="3190" y="3362"/>
                    <a:pt x="3481" y="3057"/>
                    <a:pt x="3481" y="2697"/>
                  </a:cubicBezTo>
                  <a:lnTo>
                    <a:pt x="3481" y="187"/>
                  </a:lnTo>
                  <a:cubicBezTo>
                    <a:pt x="3481" y="78"/>
                    <a:pt x="3387" y="1"/>
                    <a:pt x="32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4"/>
            <p:cNvSpPr/>
            <p:nvPr/>
          </p:nvSpPr>
          <p:spPr>
            <a:xfrm>
              <a:off x="1219993" y="2295233"/>
              <a:ext cx="99895" cy="58268"/>
            </a:xfrm>
            <a:custGeom>
              <a:avLst/>
              <a:gdLst/>
              <a:ahLst/>
              <a:cxnLst/>
              <a:rect l="l" t="t" r="r" b="b"/>
              <a:pathLst>
                <a:path w="2095" h="1222" extrusionOk="0">
                  <a:moveTo>
                    <a:pt x="1042" y="0"/>
                  </a:moveTo>
                  <a:cubicBezTo>
                    <a:pt x="995" y="0"/>
                    <a:pt x="950" y="21"/>
                    <a:pt x="916" y="63"/>
                  </a:cubicBezTo>
                  <a:lnTo>
                    <a:pt x="69" y="895"/>
                  </a:lnTo>
                  <a:cubicBezTo>
                    <a:pt x="1" y="978"/>
                    <a:pt x="1" y="1089"/>
                    <a:pt x="69" y="1159"/>
                  </a:cubicBezTo>
                  <a:cubicBezTo>
                    <a:pt x="104" y="1201"/>
                    <a:pt x="150" y="1221"/>
                    <a:pt x="196" y="1221"/>
                  </a:cubicBezTo>
                  <a:cubicBezTo>
                    <a:pt x="243" y="1221"/>
                    <a:pt x="292" y="1201"/>
                    <a:pt x="333" y="1159"/>
                  </a:cubicBezTo>
                  <a:lnTo>
                    <a:pt x="1040" y="451"/>
                  </a:lnTo>
                  <a:lnTo>
                    <a:pt x="1761" y="1159"/>
                  </a:lnTo>
                  <a:cubicBezTo>
                    <a:pt x="1789" y="1200"/>
                    <a:pt x="1844" y="1214"/>
                    <a:pt x="1887" y="1214"/>
                  </a:cubicBezTo>
                  <a:cubicBezTo>
                    <a:pt x="1942" y="1214"/>
                    <a:pt x="1983" y="1200"/>
                    <a:pt x="2025" y="1159"/>
                  </a:cubicBezTo>
                  <a:cubicBezTo>
                    <a:pt x="2094" y="1089"/>
                    <a:pt x="2094" y="978"/>
                    <a:pt x="2025" y="895"/>
                  </a:cubicBezTo>
                  <a:lnTo>
                    <a:pt x="1179" y="63"/>
                  </a:lnTo>
                  <a:cubicBezTo>
                    <a:pt x="1137" y="21"/>
                    <a:pt x="1089" y="0"/>
                    <a:pt x="10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4"/>
            <p:cNvSpPr/>
            <p:nvPr/>
          </p:nvSpPr>
          <p:spPr>
            <a:xfrm>
              <a:off x="1259522" y="2004745"/>
              <a:ext cx="20694" cy="17595"/>
            </a:xfrm>
            <a:custGeom>
              <a:avLst/>
              <a:gdLst/>
              <a:ahLst/>
              <a:cxnLst/>
              <a:rect l="l" t="t" r="r" b="b"/>
              <a:pathLst>
                <a:path w="434" h="369" extrusionOk="0">
                  <a:moveTo>
                    <a:pt x="228" y="1"/>
                  </a:moveTo>
                  <a:cubicBezTo>
                    <a:pt x="152" y="1"/>
                    <a:pt x="74" y="43"/>
                    <a:pt x="45" y="123"/>
                  </a:cubicBezTo>
                  <a:cubicBezTo>
                    <a:pt x="0" y="245"/>
                    <a:pt x="109" y="368"/>
                    <a:pt x="225" y="368"/>
                  </a:cubicBezTo>
                  <a:cubicBezTo>
                    <a:pt x="253" y="368"/>
                    <a:pt x="282" y="361"/>
                    <a:pt x="309" y="345"/>
                  </a:cubicBezTo>
                  <a:cubicBezTo>
                    <a:pt x="392" y="303"/>
                    <a:pt x="433" y="206"/>
                    <a:pt x="392" y="108"/>
                  </a:cubicBezTo>
                  <a:cubicBezTo>
                    <a:pt x="366" y="36"/>
                    <a:pt x="298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5" name="Google Shape;585;p34"/>
          <p:cNvGrpSpPr/>
          <p:nvPr/>
        </p:nvGrpSpPr>
        <p:grpSpPr>
          <a:xfrm>
            <a:off x="2377393" y="1573526"/>
            <a:ext cx="452564" cy="423897"/>
            <a:chOff x="1044755" y="1234226"/>
            <a:chExt cx="452564" cy="423897"/>
          </a:xfrm>
        </p:grpSpPr>
        <p:sp>
          <p:nvSpPr>
            <p:cNvPr id="586" name="Google Shape;586;p34"/>
            <p:cNvSpPr/>
            <p:nvPr/>
          </p:nvSpPr>
          <p:spPr>
            <a:xfrm>
              <a:off x="1044755" y="1234226"/>
              <a:ext cx="444401" cy="423897"/>
            </a:xfrm>
            <a:custGeom>
              <a:avLst/>
              <a:gdLst/>
              <a:ahLst/>
              <a:cxnLst/>
              <a:rect l="l" t="t" r="r" b="b"/>
              <a:pathLst>
                <a:path w="9320" h="8890" extrusionOk="0">
                  <a:moveTo>
                    <a:pt x="6671" y="375"/>
                  </a:moveTo>
                  <a:cubicBezTo>
                    <a:pt x="6948" y="375"/>
                    <a:pt x="7184" y="611"/>
                    <a:pt x="7184" y="888"/>
                  </a:cubicBezTo>
                  <a:lnTo>
                    <a:pt x="7184" y="1429"/>
                  </a:lnTo>
                  <a:lnTo>
                    <a:pt x="361" y="1429"/>
                  </a:lnTo>
                  <a:lnTo>
                    <a:pt x="361" y="888"/>
                  </a:lnTo>
                  <a:cubicBezTo>
                    <a:pt x="361" y="611"/>
                    <a:pt x="597" y="375"/>
                    <a:pt x="888" y="375"/>
                  </a:cubicBezTo>
                  <a:close/>
                  <a:moveTo>
                    <a:pt x="7184" y="1804"/>
                  </a:moveTo>
                  <a:lnTo>
                    <a:pt x="7184" y="4716"/>
                  </a:lnTo>
                  <a:cubicBezTo>
                    <a:pt x="6130" y="4812"/>
                    <a:pt x="5284" y="5728"/>
                    <a:pt x="5284" y="6796"/>
                  </a:cubicBezTo>
                  <a:cubicBezTo>
                    <a:pt x="5284" y="6935"/>
                    <a:pt x="5298" y="7059"/>
                    <a:pt x="5325" y="7198"/>
                  </a:cubicBezTo>
                  <a:lnTo>
                    <a:pt x="888" y="7198"/>
                  </a:lnTo>
                  <a:cubicBezTo>
                    <a:pt x="597" y="7198"/>
                    <a:pt x="361" y="6963"/>
                    <a:pt x="361" y="6671"/>
                  </a:cubicBezTo>
                  <a:lnTo>
                    <a:pt x="361" y="1804"/>
                  </a:lnTo>
                  <a:close/>
                  <a:moveTo>
                    <a:pt x="888" y="1"/>
                  </a:moveTo>
                  <a:cubicBezTo>
                    <a:pt x="388" y="1"/>
                    <a:pt x="0" y="402"/>
                    <a:pt x="0" y="888"/>
                  </a:cubicBezTo>
                  <a:lnTo>
                    <a:pt x="0" y="6671"/>
                  </a:lnTo>
                  <a:cubicBezTo>
                    <a:pt x="0" y="7170"/>
                    <a:pt x="388" y="7558"/>
                    <a:pt x="888" y="7558"/>
                  </a:cubicBezTo>
                  <a:lnTo>
                    <a:pt x="5436" y="7558"/>
                  </a:lnTo>
                  <a:cubicBezTo>
                    <a:pt x="5741" y="8335"/>
                    <a:pt x="6490" y="8890"/>
                    <a:pt x="7378" y="8890"/>
                  </a:cubicBezTo>
                  <a:cubicBezTo>
                    <a:pt x="8182" y="8890"/>
                    <a:pt x="8918" y="8418"/>
                    <a:pt x="9264" y="7684"/>
                  </a:cubicBezTo>
                  <a:cubicBezTo>
                    <a:pt x="9306" y="7600"/>
                    <a:pt x="9264" y="7490"/>
                    <a:pt x="9181" y="7434"/>
                  </a:cubicBezTo>
                  <a:cubicBezTo>
                    <a:pt x="9155" y="7423"/>
                    <a:pt x="9129" y="7418"/>
                    <a:pt x="9103" y="7418"/>
                  </a:cubicBezTo>
                  <a:cubicBezTo>
                    <a:pt x="9031" y="7418"/>
                    <a:pt x="8962" y="7459"/>
                    <a:pt x="8931" y="7531"/>
                  </a:cubicBezTo>
                  <a:cubicBezTo>
                    <a:pt x="8640" y="8127"/>
                    <a:pt x="8030" y="8516"/>
                    <a:pt x="7378" y="8516"/>
                  </a:cubicBezTo>
                  <a:cubicBezTo>
                    <a:pt x="6435" y="8516"/>
                    <a:pt x="5658" y="7739"/>
                    <a:pt x="5658" y="6796"/>
                  </a:cubicBezTo>
                  <a:cubicBezTo>
                    <a:pt x="5658" y="5853"/>
                    <a:pt x="6435" y="5090"/>
                    <a:pt x="7378" y="5076"/>
                  </a:cubicBezTo>
                  <a:cubicBezTo>
                    <a:pt x="8043" y="5076"/>
                    <a:pt x="8668" y="5478"/>
                    <a:pt x="8945" y="6088"/>
                  </a:cubicBezTo>
                  <a:cubicBezTo>
                    <a:pt x="8976" y="6160"/>
                    <a:pt x="9044" y="6202"/>
                    <a:pt x="9112" y="6202"/>
                  </a:cubicBezTo>
                  <a:cubicBezTo>
                    <a:pt x="9135" y="6202"/>
                    <a:pt x="9159" y="6197"/>
                    <a:pt x="9181" y="6186"/>
                  </a:cubicBezTo>
                  <a:cubicBezTo>
                    <a:pt x="9278" y="6144"/>
                    <a:pt x="9319" y="6033"/>
                    <a:pt x="9278" y="5950"/>
                  </a:cubicBezTo>
                  <a:cubicBezTo>
                    <a:pt x="8973" y="5256"/>
                    <a:pt x="8308" y="4785"/>
                    <a:pt x="7559" y="4716"/>
                  </a:cubicBezTo>
                  <a:lnTo>
                    <a:pt x="7559" y="888"/>
                  </a:lnTo>
                  <a:cubicBezTo>
                    <a:pt x="7559" y="402"/>
                    <a:pt x="7156" y="1"/>
                    <a:pt x="66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4"/>
            <p:cNvSpPr/>
            <p:nvPr/>
          </p:nvSpPr>
          <p:spPr>
            <a:xfrm>
              <a:off x="1084428" y="1268415"/>
              <a:ext cx="19550" cy="17452"/>
            </a:xfrm>
            <a:custGeom>
              <a:avLst/>
              <a:gdLst/>
              <a:ahLst/>
              <a:cxnLst/>
              <a:rect l="l" t="t" r="r" b="b"/>
              <a:pathLst>
                <a:path w="410" h="366" extrusionOk="0">
                  <a:moveTo>
                    <a:pt x="204" y="0"/>
                  </a:moveTo>
                  <a:cubicBezTo>
                    <a:pt x="172" y="0"/>
                    <a:pt x="140" y="10"/>
                    <a:pt x="111" y="33"/>
                  </a:cubicBezTo>
                  <a:cubicBezTo>
                    <a:pt x="28" y="74"/>
                    <a:pt x="0" y="171"/>
                    <a:pt x="28" y="255"/>
                  </a:cubicBezTo>
                  <a:cubicBezTo>
                    <a:pt x="56" y="323"/>
                    <a:pt x="139" y="365"/>
                    <a:pt x="209" y="365"/>
                  </a:cubicBezTo>
                  <a:cubicBezTo>
                    <a:pt x="292" y="365"/>
                    <a:pt x="361" y="310"/>
                    <a:pt x="388" y="227"/>
                  </a:cubicBezTo>
                  <a:cubicBezTo>
                    <a:pt x="410" y="109"/>
                    <a:pt x="309" y="0"/>
                    <a:pt x="2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4"/>
            <p:cNvSpPr/>
            <p:nvPr/>
          </p:nvSpPr>
          <p:spPr>
            <a:xfrm>
              <a:off x="1118140" y="1268510"/>
              <a:ext cx="20551" cy="17452"/>
            </a:xfrm>
            <a:custGeom>
              <a:avLst/>
              <a:gdLst/>
              <a:ahLst/>
              <a:cxnLst/>
              <a:rect l="l" t="t" r="r" b="b"/>
              <a:pathLst>
                <a:path w="431" h="366" extrusionOk="0">
                  <a:moveTo>
                    <a:pt x="217" y="0"/>
                  </a:moveTo>
                  <a:cubicBezTo>
                    <a:pt x="191" y="0"/>
                    <a:pt x="165" y="6"/>
                    <a:pt x="140" y="16"/>
                  </a:cubicBezTo>
                  <a:cubicBezTo>
                    <a:pt x="56" y="44"/>
                    <a:pt x="1" y="155"/>
                    <a:pt x="42" y="253"/>
                  </a:cubicBezTo>
                  <a:cubicBezTo>
                    <a:pt x="73" y="324"/>
                    <a:pt x="142" y="365"/>
                    <a:pt x="214" y="365"/>
                  </a:cubicBezTo>
                  <a:cubicBezTo>
                    <a:pt x="240" y="365"/>
                    <a:pt x="266" y="360"/>
                    <a:pt x="292" y="349"/>
                  </a:cubicBezTo>
                  <a:cubicBezTo>
                    <a:pt x="375" y="308"/>
                    <a:pt x="430" y="210"/>
                    <a:pt x="389" y="114"/>
                  </a:cubicBezTo>
                  <a:cubicBezTo>
                    <a:pt x="358" y="42"/>
                    <a:pt x="289" y="0"/>
                    <a:pt x="2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4"/>
            <p:cNvSpPr/>
            <p:nvPr/>
          </p:nvSpPr>
          <p:spPr>
            <a:xfrm>
              <a:off x="1104932" y="1429204"/>
              <a:ext cx="20503" cy="17452"/>
            </a:xfrm>
            <a:custGeom>
              <a:avLst/>
              <a:gdLst/>
              <a:ahLst/>
              <a:cxnLst/>
              <a:rect l="l" t="t" r="r" b="b"/>
              <a:pathLst>
                <a:path w="430" h="366" extrusionOk="0">
                  <a:moveTo>
                    <a:pt x="217" y="0"/>
                  </a:moveTo>
                  <a:cubicBezTo>
                    <a:pt x="191" y="0"/>
                    <a:pt x="165" y="6"/>
                    <a:pt x="139" y="17"/>
                  </a:cubicBezTo>
                  <a:cubicBezTo>
                    <a:pt x="56" y="58"/>
                    <a:pt x="1" y="155"/>
                    <a:pt x="42" y="252"/>
                  </a:cubicBezTo>
                  <a:cubicBezTo>
                    <a:pt x="73" y="324"/>
                    <a:pt x="142" y="365"/>
                    <a:pt x="214" y="365"/>
                  </a:cubicBezTo>
                  <a:cubicBezTo>
                    <a:pt x="240" y="365"/>
                    <a:pt x="266" y="360"/>
                    <a:pt x="291" y="350"/>
                  </a:cubicBezTo>
                  <a:cubicBezTo>
                    <a:pt x="374" y="322"/>
                    <a:pt x="430" y="211"/>
                    <a:pt x="389" y="113"/>
                  </a:cubicBezTo>
                  <a:cubicBezTo>
                    <a:pt x="358" y="42"/>
                    <a:pt x="289" y="0"/>
                    <a:pt x="2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4"/>
            <p:cNvSpPr/>
            <p:nvPr/>
          </p:nvSpPr>
          <p:spPr>
            <a:xfrm>
              <a:off x="1319174" y="1429204"/>
              <a:ext cx="19884" cy="17452"/>
            </a:xfrm>
            <a:custGeom>
              <a:avLst/>
              <a:gdLst/>
              <a:ahLst/>
              <a:cxnLst/>
              <a:rect l="l" t="t" r="r" b="b"/>
              <a:pathLst>
                <a:path w="417" h="366" extrusionOk="0">
                  <a:moveTo>
                    <a:pt x="215" y="0"/>
                  </a:moveTo>
                  <a:cubicBezTo>
                    <a:pt x="190" y="0"/>
                    <a:pt x="165" y="6"/>
                    <a:pt x="139" y="17"/>
                  </a:cubicBezTo>
                  <a:cubicBezTo>
                    <a:pt x="42" y="58"/>
                    <a:pt x="1" y="155"/>
                    <a:pt x="42" y="252"/>
                  </a:cubicBezTo>
                  <a:cubicBezTo>
                    <a:pt x="62" y="324"/>
                    <a:pt x="128" y="365"/>
                    <a:pt x="201" y="365"/>
                  </a:cubicBezTo>
                  <a:cubicBezTo>
                    <a:pt x="226" y="365"/>
                    <a:pt x="253" y="360"/>
                    <a:pt x="278" y="350"/>
                  </a:cubicBezTo>
                  <a:cubicBezTo>
                    <a:pt x="375" y="322"/>
                    <a:pt x="417" y="211"/>
                    <a:pt x="375" y="113"/>
                  </a:cubicBezTo>
                  <a:cubicBezTo>
                    <a:pt x="344" y="42"/>
                    <a:pt x="283" y="0"/>
                    <a:pt x="2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4"/>
            <p:cNvSpPr/>
            <p:nvPr/>
          </p:nvSpPr>
          <p:spPr>
            <a:xfrm>
              <a:off x="1177697" y="1410751"/>
              <a:ext cx="17833" cy="52975"/>
            </a:xfrm>
            <a:custGeom>
              <a:avLst/>
              <a:gdLst/>
              <a:ahLst/>
              <a:cxnLst/>
              <a:rect l="l" t="t" r="r" b="b"/>
              <a:pathLst>
                <a:path w="374" h="1111" extrusionOk="0">
                  <a:moveTo>
                    <a:pt x="180" y="1"/>
                  </a:moveTo>
                  <a:cubicBezTo>
                    <a:pt x="83" y="1"/>
                    <a:pt x="0" y="84"/>
                    <a:pt x="0" y="195"/>
                  </a:cubicBezTo>
                  <a:lnTo>
                    <a:pt x="0" y="916"/>
                  </a:lnTo>
                  <a:cubicBezTo>
                    <a:pt x="0" y="1027"/>
                    <a:pt x="83" y="1110"/>
                    <a:pt x="180" y="1110"/>
                  </a:cubicBezTo>
                  <a:cubicBezTo>
                    <a:pt x="291" y="1110"/>
                    <a:pt x="374" y="1027"/>
                    <a:pt x="374" y="916"/>
                  </a:cubicBezTo>
                  <a:lnTo>
                    <a:pt x="374" y="195"/>
                  </a:lnTo>
                  <a:cubicBezTo>
                    <a:pt x="374" y="84"/>
                    <a:pt x="291" y="1"/>
                    <a:pt x="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4"/>
            <p:cNvSpPr/>
            <p:nvPr/>
          </p:nvSpPr>
          <p:spPr>
            <a:xfrm>
              <a:off x="1141982" y="1392965"/>
              <a:ext cx="17881" cy="89977"/>
            </a:xfrm>
            <a:custGeom>
              <a:avLst/>
              <a:gdLst/>
              <a:ahLst/>
              <a:cxnLst/>
              <a:rect l="l" t="t" r="r" b="b"/>
              <a:pathLst>
                <a:path w="375" h="1887" extrusionOk="0">
                  <a:moveTo>
                    <a:pt x="180" y="0"/>
                  </a:moveTo>
                  <a:cubicBezTo>
                    <a:pt x="83" y="0"/>
                    <a:pt x="0" y="83"/>
                    <a:pt x="0" y="180"/>
                  </a:cubicBezTo>
                  <a:lnTo>
                    <a:pt x="0" y="1692"/>
                  </a:lnTo>
                  <a:cubicBezTo>
                    <a:pt x="0" y="1803"/>
                    <a:pt x="83" y="1886"/>
                    <a:pt x="180" y="1886"/>
                  </a:cubicBezTo>
                  <a:cubicBezTo>
                    <a:pt x="291" y="1886"/>
                    <a:pt x="374" y="1803"/>
                    <a:pt x="374" y="1692"/>
                  </a:cubicBezTo>
                  <a:lnTo>
                    <a:pt x="374" y="180"/>
                  </a:lnTo>
                  <a:cubicBezTo>
                    <a:pt x="374" y="83"/>
                    <a:pt x="291" y="0"/>
                    <a:pt x="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4"/>
            <p:cNvSpPr/>
            <p:nvPr/>
          </p:nvSpPr>
          <p:spPr>
            <a:xfrm>
              <a:off x="1213365" y="1365785"/>
              <a:ext cx="17881" cy="138947"/>
            </a:xfrm>
            <a:custGeom>
              <a:avLst/>
              <a:gdLst/>
              <a:ahLst/>
              <a:cxnLst/>
              <a:rect l="l" t="t" r="r" b="b"/>
              <a:pathLst>
                <a:path w="375" h="2914" extrusionOk="0">
                  <a:moveTo>
                    <a:pt x="181" y="1"/>
                  </a:moveTo>
                  <a:cubicBezTo>
                    <a:pt x="84" y="1"/>
                    <a:pt x="1" y="84"/>
                    <a:pt x="1" y="182"/>
                  </a:cubicBezTo>
                  <a:lnTo>
                    <a:pt x="1" y="2734"/>
                  </a:lnTo>
                  <a:cubicBezTo>
                    <a:pt x="1" y="2830"/>
                    <a:pt x="84" y="2913"/>
                    <a:pt x="181" y="2913"/>
                  </a:cubicBezTo>
                  <a:cubicBezTo>
                    <a:pt x="292" y="2913"/>
                    <a:pt x="375" y="2830"/>
                    <a:pt x="375" y="2734"/>
                  </a:cubicBezTo>
                  <a:lnTo>
                    <a:pt x="375" y="182"/>
                  </a:lnTo>
                  <a:cubicBezTo>
                    <a:pt x="375" y="84"/>
                    <a:pt x="292" y="1"/>
                    <a:pt x="1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4"/>
            <p:cNvSpPr/>
            <p:nvPr/>
          </p:nvSpPr>
          <p:spPr>
            <a:xfrm>
              <a:off x="1284795" y="1418094"/>
              <a:ext cx="17261" cy="38384"/>
            </a:xfrm>
            <a:custGeom>
              <a:avLst/>
              <a:gdLst/>
              <a:ahLst/>
              <a:cxnLst/>
              <a:rect l="l" t="t" r="r" b="b"/>
              <a:pathLst>
                <a:path w="362" h="805" extrusionOk="0">
                  <a:moveTo>
                    <a:pt x="180" y="0"/>
                  </a:moveTo>
                  <a:cubicBezTo>
                    <a:pt x="84" y="0"/>
                    <a:pt x="1" y="83"/>
                    <a:pt x="1" y="180"/>
                  </a:cubicBezTo>
                  <a:lnTo>
                    <a:pt x="1" y="624"/>
                  </a:lnTo>
                  <a:cubicBezTo>
                    <a:pt x="1" y="721"/>
                    <a:pt x="84" y="804"/>
                    <a:pt x="180" y="804"/>
                  </a:cubicBezTo>
                  <a:cubicBezTo>
                    <a:pt x="278" y="804"/>
                    <a:pt x="361" y="721"/>
                    <a:pt x="361" y="624"/>
                  </a:cubicBezTo>
                  <a:lnTo>
                    <a:pt x="361" y="180"/>
                  </a:lnTo>
                  <a:cubicBezTo>
                    <a:pt x="361" y="83"/>
                    <a:pt x="278" y="0"/>
                    <a:pt x="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4"/>
            <p:cNvSpPr/>
            <p:nvPr/>
          </p:nvSpPr>
          <p:spPr>
            <a:xfrm>
              <a:off x="1249080" y="1414756"/>
              <a:ext cx="17261" cy="52928"/>
            </a:xfrm>
            <a:custGeom>
              <a:avLst/>
              <a:gdLst/>
              <a:ahLst/>
              <a:cxnLst/>
              <a:rect l="l" t="t" r="r" b="b"/>
              <a:pathLst>
                <a:path w="362" h="1110" extrusionOk="0">
                  <a:moveTo>
                    <a:pt x="181" y="0"/>
                  </a:moveTo>
                  <a:cubicBezTo>
                    <a:pt x="84" y="0"/>
                    <a:pt x="1" y="83"/>
                    <a:pt x="1" y="181"/>
                  </a:cubicBezTo>
                  <a:lnTo>
                    <a:pt x="1" y="930"/>
                  </a:lnTo>
                  <a:cubicBezTo>
                    <a:pt x="1" y="1026"/>
                    <a:pt x="84" y="1110"/>
                    <a:pt x="181" y="1110"/>
                  </a:cubicBezTo>
                  <a:cubicBezTo>
                    <a:pt x="278" y="1110"/>
                    <a:pt x="361" y="1026"/>
                    <a:pt x="361" y="930"/>
                  </a:cubicBezTo>
                  <a:lnTo>
                    <a:pt x="361" y="181"/>
                  </a:lnTo>
                  <a:cubicBezTo>
                    <a:pt x="361" y="83"/>
                    <a:pt x="278" y="0"/>
                    <a:pt x="1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4"/>
            <p:cNvSpPr/>
            <p:nvPr/>
          </p:nvSpPr>
          <p:spPr>
            <a:xfrm>
              <a:off x="1344971" y="1493291"/>
              <a:ext cx="106523" cy="123212"/>
            </a:xfrm>
            <a:custGeom>
              <a:avLst/>
              <a:gdLst/>
              <a:ahLst/>
              <a:cxnLst/>
              <a:rect l="l" t="t" r="r" b="b"/>
              <a:pathLst>
                <a:path w="2234" h="2584" extrusionOk="0">
                  <a:moveTo>
                    <a:pt x="832" y="1751"/>
                  </a:moveTo>
                  <a:cubicBezTo>
                    <a:pt x="958" y="1751"/>
                    <a:pt x="1054" y="1862"/>
                    <a:pt x="1054" y="1987"/>
                  </a:cubicBezTo>
                  <a:cubicBezTo>
                    <a:pt x="1054" y="2112"/>
                    <a:pt x="958" y="2209"/>
                    <a:pt x="832" y="2209"/>
                  </a:cubicBezTo>
                  <a:lnTo>
                    <a:pt x="597" y="2209"/>
                  </a:lnTo>
                  <a:cubicBezTo>
                    <a:pt x="472" y="2209"/>
                    <a:pt x="375" y="2112"/>
                    <a:pt x="375" y="1987"/>
                  </a:cubicBezTo>
                  <a:cubicBezTo>
                    <a:pt x="375" y="1862"/>
                    <a:pt x="472" y="1751"/>
                    <a:pt x="597" y="1751"/>
                  </a:cubicBezTo>
                  <a:close/>
                  <a:moveTo>
                    <a:pt x="1235" y="0"/>
                  </a:moveTo>
                  <a:cubicBezTo>
                    <a:pt x="1221" y="0"/>
                    <a:pt x="1207" y="2"/>
                    <a:pt x="1193" y="4"/>
                  </a:cubicBezTo>
                  <a:cubicBezTo>
                    <a:pt x="1110" y="32"/>
                    <a:pt x="1054" y="101"/>
                    <a:pt x="1054" y="184"/>
                  </a:cubicBezTo>
                  <a:lnTo>
                    <a:pt x="1054" y="1432"/>
                  </a:lnTo>
                  <a:cubicBezTo>
                    <a:pt x="985" y="1404"/>
                    <a:pt x="902" y="1391"/>
                    <a:pt x="832" y="1391"/>
                  </a:cubicBezTo>
                  <a:lnTo>
                    <a:pt x="610" y="1391"/>
                  </a:lnTo>
                  <a:cubicBezTo>
                    <a:pt x="277" y="1391"/>
                    <a:pt x="0" y="1668"/>
                    <a:pt x="0" y="2001"/>
                  </a:cubicBezTo>
                  <a:cubicBezTo>
                    <a:pt x="15" y="2319"/>
                    <a:pt x="277" y="2583"/>
                    <a:pt x="597" y="2583"/>
                  </a:cubicBezTo>
                  <a:lnTo>
                    <a:pt x="832" y="2583"/>
                  </a:lnTo>
                  <a:cubicBezTo>
                    <a:pt x="1152" y="2583"/>
                    <a:pt x="1429" y="2319"/>
                    <a:pt x="1429" y="1987"/>
                  </a:cubicBezTo>
                  <a:lnTo>
                    <a:pt x="1429" y="586"/>
                  </a:lnTo>
                  <a:cubicBezTo>
                    <a:pt x="1470" y="614"/>
                    <a:pt x="1540" y="642"/>
                    <a:pt x="1595" y="655"/>
                  </a:cubicBezTo>
                  <a:cubicBezTo>
                    <a:pt x="1790" y="711"/>
                    <a:pt x="1831" y="849"/>
                    <a:pt x="1831" y="849"/>
                  </a:cubicBezTo>
                  <a:cubicBezTo>
                    <a:pt x="1831" y="849"/>
                    <a:pt x="1845" y="864"/>
                    <a:pt x="1845" y="877"/>
                  </a:cubicBezTo>
                  <a:cubicBezTo>
                    <a:pt x="1879" y="946"/>
                    <a:pt x="1951" y="995"/>
                    <a:pt x="2022" y="995"/>
                  </a:cubicBezTo>
                  <a:cubicBezTo>
                    <a:pt x="2037" y="995"/>
                    <a:pt x="2052" y="993"/>
                    <a:pt x="2067" y="988"/>
                  </a:cubicBezTo>
                  <a:cubicBezTo>
                    <a:pt x="2178" y="947"/>
                    <a:pt x="2233" y="849"/>
                    <a:pt x="2191" y="753"/>
                  </a:cubicBezTo>
                  <a:cubicBezTo>
                    <a:pt x="2163" y="628"/>
                    <a:pt x="2025" y="406"/>
                    <a:pt x="1706" y="309"/>
                  </a:cubicBezTo>
                  <a:cubicBezTo>
                    <a:pt x="1498" y="239"/>
                    <a:pt x="1415" y="101"/>
                    <a:pt x="1401" y="87"/>
                  </a:cubicBezTo>
                  <a:cubicBezTo>
                    <a:pt x="1366" y="29"/>
                    <a:pt x="1303" y="0"/>
                    <a:pt x="123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4"/>
            <p:cNvSpPr/>
            <p:nvPr/>
          </p:nvSpPr>
          <p:spPr>
            <a:xfrm>
              <a:off x="1477913" y="1549557"/>
              <a:ext cx="19407" cy="17547"/>
            </a:xfrm>
            <a:custGeom>
              <a:avLst/>
              <a:gdLst/>
              <a:ahLst/>
              <a:cxnLst/>
              <a:rect l="l" t="t" r="r" b="b"/>
              <a:pathLst>
                <a:path w="407" h="368" extrusionOk="0">
                  <a:moveTo>
                    <a:pt x="181" y="0"/>
                  </a:moveTo>
                  <a:cubicBezTo>
                    <a:pt x="171" y="0"/>
                    <a:pt x="162" y="1"/>
                    <a:pt x="152" y="2"/>
                  </a:cubicBezTo>
                  <a:cubicBezTo>
                    <a:pt x="83" y="17"/>
                    <a:pt x="13" y="85"/>
                    <a:pt x="13" y="169"/>
                  </a:cubicBezTo>
                  <a:cubicBezTo>
                    <a:pt x="0" y="239"/>
                    <a:pt x="41" y="322"/>
                    <a:pt x="111" y="350"/>
                  </a:cubicBezTo>
                  <a:cubicBezTo>
                    <a:pt x="136" y="362"/>
                    <a:pt x="162" y="368"/>
                    <a:pt x="188" y="368"/>
                  </a:cubicBezTo>
                  <a:cubicBezTo>
                    <a:pt x="303" y="368"/>
                    <a:pt x="406" y="252"/>
                    <a:pt x="361" y="128"/>
                  </a:cubicBezTo>
                  <a:cubicBezTo>
                    <a:pt x="336" y="53"/>
                    <a:pt x="266" y="0"/>
                    <a:pt x="1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46"/>
          <p:cNvSpPr txBox="1">
            <a:spLocks noGrp="1"/>
          </p:cNvSpPr>
          <p:nvPr>
            <p:ph type="title"/>
          </p:nvPr>
        </p:nvSpPr>
        <p:spPr>
          <a:xfrm>
            <a:off x="1998350" y="540000"/>
            <a:ext cx="6425700" cy="47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Mood-DNA Feature Dictionary</a:t>
            </a:r>
            <a:endParaRPr/>
          </a:p>
        </p:txBody>
      </p:sp>
      <p:grpSp>
        <p:nvGrpSpPr>
          <p:cNvPr id="1343" name="Google Shape;1343;p46"/>
          <p:cNvGrpSpPr/>
          <p:nvPr/>
        </p:nvGrpSpPr>
        <p:grpSpPr>
          <a:xfrm>
            <a:off x="723837" y="552000"/>
            <a:ext cx="1218671" cy="1640915"/>
            <a:chOff x="723837" y="552000"/>
            <a:chExt cx="1218671" cy="1640915"/>
          </a:xfrm>
        </p:grpSpPr>
        <p:sp>
          <p:nvSpPr>
            <p:cNvPr id="1344" name="Google Shape;1344;p46"/>
            <p:cNvSpPr/>
            <p:nvPr/>
          </p:nvSpPr>
          <p:spPr>
            <a:xfrm>
              <a:off x="729625" y="552000"/>
              <a:ext cx="98100" cy="98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46"/>
            <p:cNvSpPr/>
            <p:nvPr/>
          </p:nvSpPr>
          <p:spPr>
            <a:xfrm>
              <a:off x="882900" y="552000"/>
              <a:ext cx="98100" cy="98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46"/>
            <p:cNvSpPr/>
            <p:nvPr/>
          </p:nvSpPr>
          <p:spPr>
            <a:xfrm>
              <a:off x="1036175" y="552000"/>
              <a:ext cx="98100" cy="98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46"/>
            <p:cNvSpPr/>
            <p:nvPr/>
          </p:nvSpPr>
          <p:spPr>
            <a:xfrm>
              <a:off x="1379968" y="618464"/>
              <a:ext cx="255633" cy="250348"/>
            </a:xfrm>
            <a:custGeom>
              <a:avLst/>
              <a:gdLst/>
              <a:ahLst/>
              <a:cxnLst/>
              <a:rect l="l" t="t" r="r" b="b"/>
              <a:pathLst>
                <a:path w="11027" h="10799" extrusionOk="0">
                  <a:moveTo>
                    <a:pt x="5504" y="1"/>
                  </a:moveTo>
                  <a:cubicBezTo>
                    <a:pt x="5436" y="1"/>
                    <a:pt x="5367" y="2"/>
                    <a:pt x="5298" y="4"/>
                  </a:cubicBezTo>
                  <a:cubicBezTo>
                    <a:pt x="2331" y="130"/>
                    <a:pt x="1" y="2639"/>
                    <a:pt x="126" y="5621"/>
                  </a:cubicBezTo>
                  <a:cubicBezTo>
                    <a:pt x="234" y="8525"/>
                    <a:pt x="2618" y="10799"/>
                    <a:pt x="5498" y="10799"/>
                  </a:cubicBezTo>
                  <a:cubicBezTo>
                    <a:pt x="5575" y="10799"/>
                    <a:pt x="5652" y="10797"/>
                    <a:pt x="5729" y="10794"/>
                  </a:cubicBezTo>
                  <a:cubicBezTo>
                    <a:pt x="8710" y="10683"/>
                    <a:pt x="11027" y="8173"/>
                    <a:pt x="10916" y="5191"/>
                  </a:cubicBezTo>
                  <a:cubicBezTo>
                    <a:pt x="10793" y="2279"/>
                    <a:pt x="8395" y="1"/>
                    <a:pt x="55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46"/>
            <p:cNvSpPr/>
            <p:nvPr/>
          </p:nvSpPr>
          <p:spPr>
            <a:xfrm>
              <a:off x="1483960" y="686786"/>
              <a:ext cx="47650" cy="117350"/>
            </a:xfrm>
            <a:custGeom>
              <a:avLst/>
              <a:gdLst/>
              <a:ahLst/>
              <a:cxnLst/>
              <a:rect l="l" t="t" r="r" b="b"/>
              <a:pathLst>
                <a:path w="1906" h="4694" extrusionOk="0">
                  <a:moveTo>
                    <a:pt x="1906" y="0"/>
                  </a:moveTo>
                  <a:lnTo>
                    <a:pt x="0" y="2347"/>
                  </a:lnTo>
                  <a:lnTo>
                    <a:pt x="1857" y="4694"/>
                  </a:ln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9" name="Google Shape;1349;p46"/>
            <p:cNvSpPr/>
            <p:nvPr/>
          </p:nvSpPr>
          <p:spPr>
            <a:xfrm flipH="1">
              <a:off x="1686874" y="618464"/>
              <a:ext cx="255633" cy="250348"/>
            </a:xfrm>
            <a:custGeom>
              <a:avLst/>
              <a:gdLst/>
              <a:ahLst/>
              <a:cxnLst/>
              <a:rect l="l" t="t" r="r" b="b"/>
              <a:pathLst>
                <a:path w="11027" h="10799" extrusionOk="0">
                  <a:moveTo>
                    <a:pt x="5504" y="1"/>
                  </a:moveTo>
                  <a:cubicBezTo>
                    <a:pt x="5436" y="1"/>
                    <a:pt x="5367" y="2"/>
                    <a:pt x="5298" y="4"/>
                  </a:cubicBezTo>
                  <a:cubicBezTo>
                    <a:pt x="2331" y="130"/>
                    <a:pt x="1" y="2639"/>
                    <a:pt x="126" y="5621"/>
                  </a:cubicBezTo>
                  <a:cubicBezTo>
                    <a:pt x="234" y="8525"/>
                    <a:pt x="2618" y="10799"/>
                    <a:pt x="5498" y="10799"/>
                  </a:cubicBezTo>
                  <a:cubicBezTo>
                    <a:pt x="5575" y="10799"/>
                    <a:pt x="5652" y="10797"/>
                    <a:pt x="5729" y="10794"/>
                  </a:cubicBezTo>
                  <a:cubicBezTo>
                    <a:pt x="8710" y="10683"/>
                    <a:pt x="11027" y="8173"/>
                    <a:pt x="10916" y="5191"/>
                  </a:cubicBezTo>
                  <a:cubicBezTo>
                    <a:pt x="10793" y="2279"/>
                    <a:pt x="8395" y="1"/>
                    <a:pt x="55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46"/>
            <p:cNvSpPr/>
            <p:nvPr/>
          </p:nvSpPr>
          <p:spPr>
            <a:xfrm flipH="1">
              <a:off x="1790866" y="686786"/>
              <a:ext cx="47650" cy="117350"/>
            </a:xfrm>
            <a:custGeom>
              <a:avLst/>
              <a:gdLst/>
              <a:ahLst/>
              <a:cxnLst/>
              <a:rect l="l" t="t" r="r" b="b"/>
              <a:pathLst>
                <a:path w="1906" h="4694" extrusionOk="0">
                  <a:moveTo>
                    <a:pt x="1906" y="0"/>
                  </a:moveTo>
                  <a:lnTo>
                    <a:pt x="0" y="2347"/>
                  </a:lnTo>
                  <a:lnTo>
                    <a:pt x="1857" y="4694"/>
                  </a:ln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51" name="Google Shape;1351;p46"/>
            <p:cNvGrpSpPr/>
            <p:nvPr/>
          </p:nvGrpSpPr>
          <p:grpSpPr>
            <a:xfrm>
              <a:off x="729630" y="1968358"/>
              <a:ext cx="255615" cy="224557"/>
              <a:chOff x="6184139" y="1980808"/>
              <a:chExt cx="451696" cy="396814"/>
            </a:xfrm>
          </p:grpSpPr>
          <p:sp>
            <p:nvSpPr>
              <p:cNvPr id="1352" name="Google Shape;1352;p46"/>
              <p:cNvSpPr/>
              <p:nvPr/>
            </p:nvSpPr>
            <p:spPr>
              <a:xfrm>
                <a:off x="6184139" y="1980808"/>
                <a:ext cx="451696" cy="396814"/>
              </a:xfrm>
              <a:custGeom>
                <a:avLst/>
                <a:gdLst/>
                <a:ahLst/>
                <a:cxnLst/>
                <a:rect l="l" t="t" r="r" b="b"/>
                <a:pathLst>
                  <a:path w="9473" h="8322" extrusionOk="0">
                    <a:moveTo>
                      <a:pt x="4272" y="361"/>
                    </a:moveTo>
                    <a:cubicBezTo>
                      <a:pt x="4675" y="361"/>
                      <a:pt x="5063" y="583"/>
                      <a:pt x="5257" y="943"/>
                    </a:cubicBezTo>
                    <a:cubicBezTo>
                      <a:pt x="5285" y="1013"/>
                      <a:pt x="5354" y="1041"/>
                      <a:pt x="5437" y="1041"/>
                    </a:cubicBezTo>
                    <a:cubicBezTo>
                      <a:pt x="5466" y="1038"/>
                      <a:pt x="5495" y="1036"/>
                      <a:pt x="5524" y="1036"/>
                    </a:cubicBezTo>
                    <a:cubicBezTo>
                      <a:pt x="5868" y="1036"/>
                      <a:pt x="6196" y="1263"/>
                      <a:pt x="6324" y="1596"/>
                    </a:cubicBezTo>
                    <a:cubicBezTo>
                      <a:pt x="6349" y="1657"/>
                      <a:pt x="6408" y="1709"/>
                      <a:pt x="6480" y="1709"/>
                    </a:cubicBezTo>
                    <a:cubicBezTo>
                      <a:pt x="6489" y="1709"/>
                      <a:pt x="6497" y="1708"/>
                      <a:pt x="6505" y="1707"/>
                    </a:cubicBezTo>
                    <a:cubicBezTo>
                      <a:pt x="6521" y="1705"/>
                      <a:pt x="6536" y="1704"/>
                      <a:pt x="6552" y="1704"/>
                    </a:cubicBezTo>
                    <a:cubicBezTo>
                      <a:pt x="6838" y="1704"/>
                      <a:pt x="7088" y="1944"/>
                      <a:pt x="7088" y="2234"/>
                    </a:cubicBezTo>
                    <a:cubicBezTo>
                      <a:pt x="7088" y="2524"/>
                      <a:pt x="6851" y="2760"/>
                      <a:pt x="6561" y="2760"/>
                    </a:cubicBezTo>
                    <a:lnTo>
                      <a:pt x="6311" y="2760"/>
                    </a:lnTo>
                    <a:lnTo>
                      <a:pt x="6311" y="2178"/>
                    </a:lnTo>
                    <a:cubicBezTo>
                      <a:pt x="6311" y="2073"/>
                      <a:pt x="6222" y="1988"/>
                      <a:pt x="6120" y="1988"/>
                    </a:cubicBezTo>
                    <a:cubicBezTo>
                      <a:pt x="6101" y="1988"/>
                      <a:pt x="6081" y="1991"/>
                      <a:pt x="6061" y="1997"/>
                    </a:cubicBezTo>
                    <a:lnTo>
                      <a:pt x="4064" y="2566"/>
                    </a:lnTo>
                    <a:cubicBezTo>
                      <a:pt x="3981" y="2594"/>
                      <a:pt x="3926" y="2677"/>
                      <a:pt x="3939" y="2760"/>
                    </a:cubicBezTo>
                    <a:lnTo>
                      <a:pt x="3066" y="2760"/>
                    </a:lnTo>
                    <a:cubicBezTo>
                      <a:pt x="2678" y="2760"/>
                      <a:pt x="2345" y="2413"/>
                      <a:pt x="2373" y="2025"/>
                    </a:cubicBezTo>
                    <a:cubicBezTo>
                      <a:pt x="2373" y="1886"/>
                      <a:pt x="2441" y="1720"/>
                      <a:pt x="2552" y="1609"/>
                    </a:cubicBezTo>
                    <a:cubicBezTo>
                      <a:pt x="2678" y="1470"/>
                      <a:pt x="2830" y="1401"/>
                      <a:pt x="3011" y="1387"/>
                    </a:cubicBezTo>
                    <a:cubicBezTo>
                      <a:pt x="3094" y="1374"/>
                      <a:pt x="3163" y="1318"/>
                      <a:pt x="3177" y="1235"/>
                    </a:cubicBezTo>
                    <a:cubicBezTo>
                      <a:pt x="3232" y="999"/>
                      <a:pt x="3371" y="777"/>
                      <a:pt x="3565" y="610"/>
                    </a:cubicBezTo>
                    <a:cubicBezTo>
                      <a:pt x="3773" y="444"/>
                      <a:pt x="4009" y="361"/>
                      <a:pt x="4272" y="361"/>
                    </a:cubicBezTo>
                    <a:close/>
                    <a:moveTo>
                      <a:pt x="5936" y="2413"/>
                    </a:moveTo>
                    <a:lnTo>
                      <a:pt x="5936" y="2816"/>
                    </a:lnTo>
                    <a:lnTo>
                      <a:pt x="4300" y="3301"/>
                    </a:lnTo>
                    <a:lnTo>
                      <a:pt x="4300" y="2885"/>
                    </a:lnTo>
                    <a:lnTo>
                      <a:pt x="5936" y="2413"/>
                    </a:lnTo>
                    <a:close/>
                    <a:moveTo>
                      <a:pt x="5618" y="4493"/>
                    </a:moveTo>
                    <a:cubicBezTo>
                      <a:pt x="5797" y="4493"/>
                      <a:pt x="5936" y="4632"/>
                      <a:pt x="5936" y="4813"/>
                    </a:cubicBezTo>
                    <a:lnTo>
                      <a:pt x="5936" y="4826"/>
                    </a:lnTo>
                    <a:lnTo>
                      <a:pt x="5936" y="4841"/>
                    </a:lnTo>
                    <a:cubicBezTo>
                      <a:pt x="5936" y="5007"/>
                      <a:pt x="5797" y="5146"/>
                      <a:pt x="5618" y="5146"/>
                    </a:cubicBezTo>
                    <a:lnTo>
                      <a:pt x="5326" y="5146"/>
                    </a:lnTo>
                    <a:cubicBezTo>
                      <a:pt x="5146" y="5146"/>
                      <a:pt x="5007" y="5007"/>
                      <a:pt x="5007" y="4841"/>
                    </a:cubicBezTo>
                    <a:lnTo>
                      <a:pt x="5007" y="4813"/>
                    </a:lnTo>
                    <a:cubicBezTo>
                      <a:pt x="5007" y="4632"/>
                      <a:pt x="5146" y="4493"/>
                      <a:pt x="5326" y="4493"/>
                    </a:cubicBezTo>
                    <a:close/>
                    <a:moveTo>
                      <a:pt x="3621" y="4909"/>
                    </a:moveTo>
                    <a:cubicBezTo>
                      <a:pt x="3800" y="4909"/>
                      <a:pt x="3939" y="5048"/>
                      <a:pt x="3939" y="5215"/>
                    </a:cubicBezTo>
                    <a:lnTo>
                      <a:pt x="3939" y="5229"/>
                    </a:lnTo>
                    <a:lnTo>
                      <a:pt x="3939" y="5242"/>
                    </a:lnTo>
                    <a:cubicBezTo>
                      <a:pt x="3939" y="5409"/>
                      <a:pt x="3800" y="5547"/>
                      <a:pt x="3621" y="5547"/>
                    </a:cubicBezTo>
                    <a:lnTo>
                      <a:pt x="3316" y="5547"/>
                    </a:lnTo>
                    <a:cubicBezTo>
                      <a:pt x="3149" y="5547"/>
                      <a:pt x="3011" y="5409"/>
                      <a:pt x="3011" y="5242"/>
                    </a:cubicBezTo>
                    <a:lnTo>
                      <a:pt x="3011" y="5215"/>
                    </a:lnTo>
                    <a:cubicBezTo>
                      <a:pt x="3011" y="5048"/>
                      <a:pt x="3149" y="4909"/>
                      <a:pt x="3316" y="4909"/>
                    </a:cubicBezTo>
                    <a:close/>
                    <a:moveTo>
                      <a:pt x="7615" y="2483"/>
                    </a:moveTo>
                    <a:lnTo>
                      <a:pt x="7615" y="6200"/>
                    </a:lnTo>
                    <a:lnTo>
                      <a:pt x="1873" y="6200"/>
                    </a:lnTo>
                    <a:lnTo>
                      <a:pt x="1873" y="2483"/>
                    </a:lnTo>
                    <a:lnTo>
                      <a:pt x="2081" y="2483"/>
                    </a:lnTo>
                    <a:cubicBezTo>
                      <a:pt x="2247" y="2871"/>
                      <a:pt x="2636" y="3134"/>
                      <a:pt x="3066" y="3134"/>
                    </a:cubicBezTo>
                    <a:lnTo>
                      <a:pt x="3939" y="3134"/>
                    </a:lnTo>
                    <a:lnTo>
                      <a:pt x="3939" y="4619"/>
                    </a:lnTo>
                    <a:cubicBezTo>
                      <a:pt x="3843" y="4563"/>
                      <a:pt x="3732" y="4536"/>
                      <a:pt x="3621" y="4536"/>
                    </a:cubicBezTo>
                    <a:lnTo>
                      <a:pt x="3316" y="4536"/>
                    </a:lnTo>
                    <a:cubicBezTo>
                      <a:pt x="2941" y="4536"/>
                      <a:pt x="2636" y="4841"/>
                      <a:pt x="2636" y="5215"/>
                    </a:cubicBezTo>
                    <a:lnTo>
                      <a:pt x="2636" y="5242"/>
                    </a:lnTo>
                    <a:cubicBezTo>
                      <a:pt x="2636" y="5617"/>
                      <a:pt x="2941" y="5922"/>
                      <a:pt x="3316" y="5922"/>
                    </a:cubicBezTo>
                    <a:lnTo>
                      <a:pt x="3621" y="5922"/>
                    </a:lnTo>
                    <a:cubicBezTo>
                      <a:pt x="4009" y="5922"/>
                      <a:pt x="4300" y="5590"/>
                      <a:pt x="4300" y="5215"/>
                    </a:cubicBezTo>
                    <a:lnTo>
                      <a:pt x="4300" y="3676"/>
                    </a:lnTo>
                    <a:lnTo>
                      <a:pt x="5936" y="3204"/>
                    </a:lnTo>
                    <a:lnTo>
                      <a:pt x="5936" y="4203"/>
                    </a:lnTo>
                    <a:cubicBezTo>
                      <a:pt x="5840" y="4161"/>
                      <a:pt x="5742" y="4133"/>
                      <a:pt x="5618" y="4133"/>
                    </a:cubicBezTo>
                    <a:lnTo>
                      <a:pt x="5326" y="4133"/>
                    </a:lnTo>
                    <a:cubicBezTo>
                      <a:pt x="4952" y="4133"/>
                      <a:pt x="4647" y="4438"/>
                      <a:pt x="4647" y="4813"/>
                    </a:cubicBezTo>
                    <a:lnTo>
                      <a:pt x="4647" y="4841"/>
                    </a:lnTo>
                    <a:cubicBezTo>
                      <a:pt x="4647" y="5215"/>
                      <a:pt x="4952" y="5520"/>
                      <a:pt x="5326" y="5520"/>
                    </a:cubicBezTo>
                    <a:lnTo>
                      <a:pt x="5618" y="5520"/>
                    </a:lnTo>
                    <a:cubicBezTo>
                      <a:pt x="6006" y="5520"/>
                      <a:pt x="6311" y="5187"/>
                      <a:pt x="6311" y="4813"/>
                    </a:cubicBezTo>
                    <a:lnTo>
                      <a:pt x="6311" y="3134"/>
                    </a:lnTo>
                    <a:lnTo>
                      <a:pt x="6561" y="3134"/>
                    </a:lnTo>
                    <a:cubicBezTo>
                      <a:pt x="6962" y="3134"/>
                      <a:pt x="7323" y="2857"/>
                      <a:pt x="7434" y="2483"/>
                    </a:cubicBezTo>
                    <a:close/>
                    <a:moveTo>
                      <a:pt x="8044" y="1664"/>
                    </a:moveTo>
                    <a:cubicBezTo>
                      <a:pt x="8253" y="1664"/>
                      <a:pt x="8432" y="1831"/>
                      <a:pt x="8432" y="2053"/>
                    </a:cubicBezTo>
                    <a:lnTo>
                      <a:pt x="8432" y="6629"/>
                    </a:lnTo>
                    <a:cubicBezTo>
                      <a:pt x="8432" y="6838"/>
                      <a:pt x="8253" y="7017"/>
                      <a:pt x="8044" y="7017"/>
                    </a:cubicBezTo>
                    <a:lnTo>
                      <a:pt x="1443" y="7017"/>
                    </a:lnTo>
                    <a:cubicBezTo>
                      <a:pt x="1221" y="7017"/>
                      <a:pt x="1055" y="6838"/>
                      <a:pt x="1055" y="6629"/>
                    </a:cubicBezTo>
                    <a:lnTo>
                      <a:pt x="1055" y="2053"/>
                    </a:lnTo>
                    <a:cubicBezTo>
                      <a:pt x="1055" y="1831"/>
                      <a:pt x="1221" y="1664"/>
                      <a:pt x="1443" y="1664"/>
                    </a:cubicBezTo>
                    <a:lnTo>
                      <a:pt x="2081" y="1664"/>
                    </a:lnTo>
                    <a:cubicBezTo>
                      <a:pt x="2025" y="1803"/>
                      <a:pt x="1998" y="1956"/>
                      <a:pt x="1998" y="2108"/>
                    </a:cubicBezTo>
                    <a:lnTo>
                      <a:pt x="1679" y="2108"/>
                    </a:lnTo>
                    <a:cubicBezTo>
                      <a:pt x="1582" y="2108"/>
                      <a:pt x="1498" y="2191"/>
                      <a:pt x="1498" y="2289"/>
                    </a:cubicBezTo>
                    <a:lnTo>
                      <a:pt x="1498" y="6394"/>
                    </a:lnTo>
                    <a:cubicBezTo>
                      <a:pt x="1498" y="6490"/>
                      <a:pt x="1582" y="6574"/>
                      <a:pt x="1679" y="6574"/>
                    </a:cubicBezTo>
                    <a:lnTo>
                      <a:pt x="7794" y="6574"/>
                    </a:lnTo>
                    <a:cubicBezTo>
                      <a:pt x="7905" y="6574"/>
                      <a:pt x="7989" y="6490"/>
                      <a:pt x="7989" y="6394"/>
                    </a:cubicBezTo>
                    <a:lnTo>
                      <a:pt x="7989" y="2289"/>
                    </a:lnTo>
                    <a:cubicBezTo>
                      <a:pt x="7989" y="2191"/>
                      <a:pt x="7905" y="2108"/>
                      <a:pt x="7794" y="2108"/>
                    </a:cubicBezTo>
                    <a:lnTo>
                      <a:pt x="7448" y="2108"/>
                    </a:lnTo>
                    <a:cubicBezTo>
                      <a:pt x="7434" y="1942"/>
                      <a:pt x="7365" y="1790"/>
                      <a:pt x="7254" y="1664"/>
                    </a:cubicBezTo>
                    <a:close/>
                    <a:moveTo>
                      <a:pt x="4272" y="0"/>
                    </a:moveTo>
                    <a:cubicBezTo>
                      <a:pt x="3926" y="0"/>
                      <a:pt x="3593" y="111"/>
                      <a:pt x="3329" y="320"/>
                    </a:cubicBezTo>
                    <a:cubicBezTo>
                      <a:pt x="3107" y="514"/>
                      <a:pt x="2941" y="749"/>
                      <a:pt x="2844" y="1026"/>
                    </a:cubicBezTo>
                    <a:cubicBezTo>
                      <a:pt x="2663" y="1069"/>
                      <a:pt x="2484" y="1165"/>
                      <a:pt x="2345" y="1290"/>
                    </a:cubicBezTo>
                    <a:lnTo>
                      <a:pt x="1443" y="1290"/>
                    </a:lnTo>
                    <a:cubicBezTo>
                      <a:pt x="1027" y="1290"/>
                      <a:pt x="681" y="1637"/>
                      <a:pt x="681" y="2053"/>
                    </a:cubicBezTo>
                    <a:lnTo>
                      <a:pt x="681" y="6629"/>
                    </a:lnTo>
                    <a:cubicBezTo>
                      <a:pt x="681" y="6768"/>
                      <a:pt x="722" y="6906"/>
                      <a:pt x="792" y="7017"/>
                    </a:cubicBezTo>
                    <a:lnTo>
                      <a:pt x="195" y="7017"/>
                    </a:lnTo>
                    <a:cubicBezTo>
                      <a:pt x="84" y="7017"/>
                      <a:pt x="1" y="7101"/>
                      <a:pt x="1" y="7198"/>
                    </a:cubicBezTo>
                    <a:lnTo>
                      <a:pt x="1" y="7642"/>
                    </a:lnTo>
                    <a:cubicBezTo>
                      <a:pt x="1" y="8016"/>
                      <a:pt x="320" y="8321"/>
                      <a:pt x="694" y="8321"/>
                    </a:cubicBezTo>
                    <a:lnTo>
                      <a:pt x="3926" y="8321"/>
                    </a:lnTo>
                    <a:cubicBezTo>
                      <a:pt x="4037" y="8321"/>
                      <a:pt x="4120" y="8238"/>
                      <a:pt x="4120" y="8141"/>
                    </a:cubicBezTo>
                    <a:cubicBezTo>
                      <a:pt x="4120" y="8030"/>
                      <a:pt x="4037" y="7947"/>
                      <a:pt x="3926" y="7947"/>
                    </a:cubicBezTo>
                    <a:lnTo>
                      <a:pt x="694" y="7947"/>
                    </a:lnTo>
                    <a:cubicBezTo>
                      <a:pt x="514" y="7947"/>
                      <a:pt x="376" y="7808"/>
                      <a:pt x="376" y="7642"/>
                    </a:cubicBezTo>
                    <a:lnTo>
                      <a:pt x="376" y="7392"/>
                    </a:lnTo>
                    <a:lnTo>
                      <a:pt x="9098" y="7392"/>
                    </a:lnTo>
                    <a:lnTo>
                      <a:pt x="9098" y="7642"/>
                    </a:lnTo>
                    <a:cubicBezTo>
                      <a:pt x="9098" y="7808"/>
                      <a:pt x="8959" y="7947"/>
                      <a:pt x="8793" y="7947"/>
                    </a:cubicBezTo>
                    <a:lnTo>
                      <a:pt x="5562" y="7947"/>
                    </a:lnTo>
                    <a:cubicBezTo>
                      <a:pt x="5451" y="7947"/>
                      <a:pt x="5368" y="8030"/>
                      <a:pt x="5368" y="8141"/>
                    </a:cubicBezTo>
                    <a:cubicBezTo>
                      <a:pt x="5368" y="8238"/>
                      <a:pt x="5451" y="8321"/>
                      <a:pt x="5562" y="8321"/>
                    </a:cubicBezTo>
                    <a:lnTo>
                      <a:pt x="8793" y="8321"/>
                    </a:lnTo>
                    <a:cubicBezTo>
                      <a:pt x="9168" y="8321"/>
                      <a:pt x="9473" y="8016"/>
                      <a:pt x="9473" y="7642"/>
                    </a:cubicBezTo>
                    <a:lnTo>
                      <a:pt x="9473" y="7198"/>
                    </a:lnTo>
                    <a:cubicBezTo>
                      <a:pt x="9473" y="7101"/>
                      <a:pt x="9390" y="7017"/>
                      <a:pt x="9292" y="7017"/>
                    </a:cubicBezTo>
                    <a:lnTo>
                      <a:pt x="8696" y="7017"/>
                    </a:lnTo>
                    <a:cubicBezTo>
                      <a:pt x="8765" y="6906"/>
                      <a:pt x="8793" y="6768"/>
                      <a:pt x="8793" y="6629"/>
                    </a:cubicBezTo>
                    <a:lnTo>
                      <a:pt x="8793" y="2053"/>
                    </a:lnTo>
                    <a:cubicBezTo>
                      <a:pt x="8793" y="1637"/>
                      <a:pt x="8460" y="1290"/>
                      <a:pt x="8044" y="1290"/>
                    </a:cubicBezTo>
                    <a:lnTo>
                      <a:pt x="6588" y="1290"/>
                    </a:lnTo>
                    <a:cubicBezTo>
                      <a:pt x="6367" y="915"/>
                      <a:pt x="5964" y="666"/>
                      <a:pt x="5520" y="666"/>
                    </a:cubicBezTo>
                    <a:cubicBezTo>
                      <a:pt x="5243" y="250"/>
                      <a:pt x="4771" y="0"/>
                      <a:pt x="42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46"/>
              <p:cNvSpPr/>
              <p:nvPr/>
            </p:nvSpPr>
            <p:spPr>
              <a:xfrm>
                <a:off x="6400384" y="2359892"/>
                <a:ext cx="19216" cy="17499"/>
              </a:xfrm>
              <a:custGeom>
                <a:avLst/>
                <a:gdLst/>
                <a:ahLst/>
                <a:cxnLst/>
                <a:rect l="l" t="t" r="r" b="b"/>
                <a:pathLst>
                  <a:path w="403" h="367" extrusionOk="0">
                    <a:moveTo>
                      <a:pt x="192" y="0"/>
                    </a:moveTo>
                    <a:cubicBezTo>
                      <a:pt x="147" y="0"/>
                      <a:pt x="103" y="19"/>
                      <a:pt x="70" y="53"/>
                    </a:cubicBezTo>
                    <a:cubicBezTo>
                      <a:pt x="14" y="121"/>
                      <a:pt x="1" y="219"/>
                      <a:pt x="56" y="288"/>
                    </a:cubicBezTo>
                    <a:cubicBezTo>
                      <a:pt x="89" y="342"/>
                      <a:pt x="142" y="366"/>
                      <a:pt x="197" y="366"/>
                    </a:cubicBezTo>
                    <a:cubicBezTo>
                      <a:pt x="283" y="366"/>
                      <a:pt x="372" y="306"/>
                      <a:pt x="389" y="205"/>
                    </a:cubicBezTo>
                    <a:cubicBezTo>
                      <a:pt x="403" y="136"/>
                      <a:pt x="362" y="53"/>
                      <a:pt x="278" y="25"/>
                    </a:cubicBezTo>
                    <a:cubicBezTo>
                      <a:pt x="251" y="8"/>
                      <a:pt x="221" y="0"/>
                      <a:pt x="19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54" name="Google Shape;1354;p46"/>
            <p:cNvGrpSpPr/>
            <p:nvPr/>
          </p:nvGrpSpPr>
          <p:grpSpPr>
            <a:xfrm>
              <a:off x="729630" y="975085"/>
              <a:ext cx="255615" cy="254967"/>
              <a:chOff x="6184139" y="1220827"/>
              <a:chExt cx="451696" cy="450552"/>
            </a:xfrm>
          </p:grpSpPr>
          <p:sp>
            <p:nvSpPr>
              <p:cNvPr id="1355" name="Google Shape;1355;p46"/>
              <p:cNvSpPr/>
              <p:nvPr/>
            </p:nvSpPr>
            <p:spPr>
              <a:xfrm>
                <a:off x="6353416" y="1390104"/>
                <a:ext cx="117776" cy="137087"/>
              </a:xfrm>
              <a:custGeom>
                <a:avLst/>
                <a:gdLst/>
                <a:ahLst/>
                <a:cxnLst/>
                <a:rect l="l" t="t" r="r" b="b"/>
                <a:pathLst>
                  <a:path w="2470" h="2875" extrusionOk="0">
                    <a:moveTo>
                      <a:pt x="916" y="1946"/>
                    </a:moveTo>
                    <a:cubicBezTo>
                      <a:pt x="1069" y="1946"/>
                      <a:pt x="1193" y="2070"/>
                      <a:pt x="1193" y="2224"/>
                    </a:cubicBezTo>
                    <a:cubicBezTo>
                      <a:pt x="1193" y="2376"/>
                      <a:pt x="1069" y="2501"/>
                      <a:pt x="916" y="2501"/>
                    </a:cubicBezTo>
                    <a:lnTo>
                      <a:pt x="666" y="2501"/>
                    </a:lnTo>
                    <a:cubicBezTo>
                      <a:pt x="500" y="2501"/>
                      <a:pt x="376" y="2376"/>
                      <a:pt x="376" y="2224"/>
                    </a:cubicBezTo>
                    <a:cubicBezTo>
                      <a:pt x="376" y="2070"/>
                      <a:pt x="500" y="1946"/>
                      <a:pt x="666" y="1946"/>
                    </a:cubicBezTo>
                    <a:close/>
                    <a:moveTo>
                      <a:pt x="1383" y="1"/>
                    </a:moveTo>
                    <a:cubicBezTo>
                      <a:pt x="1371" y="1"/>
                      <a:pt x="1358" y="2"/>
                      <a:pt x="1347" y="5"/>
                    </a:cubicBezTo>
                    <a:cubicBezTo>
                      <a:pt x="1263" y="18"/>
                      <a:pt x="1193" y="101"/>
                      <a:pt x="1193" y="184"/>
                    </a:cubicBezTo>
                    <a:lnTo>
                      <a:pt x="1193" y="1627"/>
                    </a:lnTo>
                    <a:cubicBezTo>
                      <a:pt x="1110" y="1599"/>
                      <a:pt x="1014" y="1571"/>
                      <a:pt x="916" y="1571"/>
                    </a:cubicBezTo>
                    <a:lnTo>
                      <a:pt x="666" y="1571"/>
                    </a:lnTo>
                    <a:cubicBezTo>
                      <a:pt x="320" y="1571"/>
                      <a:pt x="15" y="1849"/>
                      <a:pt x="15" y="2209"/>
                    </a:cubicBezTo>
                    <a:cubicBezTo>
                      <a:pt x="1" y="2570"/>
                      <a:pt x="293" y="2875"/>
                      <a:pt x="666" y="2875"/>
                    </a:cubicBezTo>
                    <a:lnTo>
                      <a:pt x="916" y="2875"/>
                    </a:lnTo>
                    <a:cubicBezTo>
                      <a:pt x="1277" y="2875"/>
                      <a:pt x="1568" y="2584"/>
                      <a:pt x="1568" y="2224"/>
                    </a:cubicBezTo>
                    <a:lnTo>
                      <a:pt x="1568" y="600"/>
                    </a:lnTo>
                    <a:cubicBezTo>
                      <a:pt x="1637" y="628"/>
                      <a:pt x="1707" y="670"/>
                      <a:pt x="1804" y="698"/>
                    </a:cubicBezTo>
                    <a:cubicBezTo>
                      <a:pt x="2026" y="767"/>
                      <a:pt x="2081" y="920"/>
                      <a:pt x="2081" y="933"/>
                    </a:cubicBezTo>
                    <a:lnTo>
                      <a:pt x="2095" y="948"/>
                    </a:lnTo>
                    <a:cubicBezTo>
                      <a:pt x="2118" y="1025"/>
                      <a:pt x="2183" y="1067"/>
                      <a:pt x="2259" y="1067"/>
                    </a:cubicBezTo>
                    <a:cubicBezTo>
                      <a:pt x="2278" y="1067"/>
                      <a:pt x="2297" y="1064"/>
                      <a:pt x="2317" y="1059"/>
                    </a:cubicBezTo>
                    <a:cubicBezTo>
                      <a:pt x="2414" y="1031"/>
                      <a:pt x="2469" y="933"/>
                      <a:pt x="2442" y="822"/>
                    </a:cubicBezTo>
                    <a:cubicBezTo>
                      <a:pt x="2401" y="698"/>
                      <a:pt x="2247" y="448"/>
                      <a:pt x="1915" y="337"/>
                    </a:cubicBezTo>
                    <a:cubicBezTo>
                      <a:pt x="1665" y="268"/>
                      <a:pt x="1554" y="101"/>
                      <a:pt x="1541" y="88"/>
                    </a:cubicBezTo>
                    <a:cubicBezTo>
                      <a:pt x="1506" y="30"/>
                      <a:pt x="1443" y="1"/>
                      <a:pt x="13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356;p46"/>
              <p:cNvSpPr/>
              <p:nvPr/>
            </p:nvSpPr>
            <p:spPr>
              <a:xfrm>
                <a:off x="6184139" y="1227598"/>
                <a:ext cx="451696" cy="443781"/>
              </a:xfrm>
              <a:custGeom>
                <a:avLst/>
                <a:gdLst/>
                <a:ahLst/>
                <a:cxnLst/>
                <a:rect l="l" t="t" r="r" b="b"/>
                <a:pathLst>
                  <a:path w="9473" h="9307" extrusionOk="0">
                    <a:moveTo>
                      <a:pt x="4672" y="2941"/>
                    </a:moveTo>
                    <a:cubicBezTo>
                      <a:pt x="5194" y="2941"/>
                      <a:pt x="5714" y="3135"/>
                      <a:pt x="6103" y="3524"/>
                    </a:cubicBezTo>
                    <a:cubicBezTo>
                      <a:pt x="6894" y="4313"/>
                      <a:pt x="6894" y="5604"/>
                      <a:pt x="6103" y="6394"/>
                    </a:cubicBezTo>
                    <a:cubicBezTo>
                      <a:pt x="5708" y="6789"/>
                      <a:pt x="5188" y="6987"/>
                      <a:pt x="4667" y="6987"/>
                    </a:cubicBezTo>
                    <a:cubicBezTo>
                      <a:pt x="4147" y="6987"/>
                      <a:pt x="3627" y="6789"/>
                      <a:pt x="3232" y="6394"/>
                    </a:cubicBezTo>
                    <a:cubicBezTo>
                      <a:pt x="2441" y="5604"/>
                      <a:pt x="2441" y="4313"/>
                      <a:pt x="3232" y="3524"/>
                    </a:cubicBezTo>
                    <a:cubicBezTo>
                      <a:pt x="3627" y="3135"/>
                      <a:pt x="4151" y="2941"/>
                      <a:pt x="4672" y="2941"/>
                    </a:cubicBezTo>
                    <a:close/>
                    <a:moveTo>
                      <a:pt x="2726" y="6554"/>
                    </a:moveTo>
                    <a:cubicBezTo>
                      <a:pt x="2820" y="6554"/>
                      <a:pt x="2913" y="6588"/>
                      <a:pt x="2983" y="6658"/>
                    </a:cubicBezTo>
                    <a:cubicBezTo>
                      <a:pt x="3121" y="6796"/>
                      <a:pt x="3121" y="7018"/>
                      <a:pt x="2983" y="7157"/>
                    </a:cubicBezTo>
                    <a:lnTo>
                      <a:pt x="1720" y="8418"/>
                    </a:lnTo>
                    <a:lnTo>
                      <a:pt x="1208" y="7919"/>
                    </a:lnTo>
                    <a:lnTo>
                      <a:pt x="2469" y="6658"/>
                    </a:lnTo>
                    <a:cubicBezTo>
                      <a:pt x="2538" y="6588"/>
                      <a:pt x="2632" y="6554"/>
                      <a:pt x="2726" y="6554"/>
                    </a:cubicBezTo>
                    <a:close/>
                    <a:moveTo>
                      <a:pt x="944" y="8183"/>
                    </a:moveTo>
                    <a:lnTo>
                      <a:pt x="1457" y="8682"/>
                    </a:lnTo>
                    <a:lnTo>
                      <a:pt x="1304" y="8834"/>
                    </a:lnTo>
                    <a:cubicBezTo>
                      <a:pt x="1235" y="8904"/>
                      <a:pt x="1145" y="8938"/>
                      <a:pt x="1055" y="8938"/>
                    </a:cubicBezTo>
                    <a:cubicBezTo>
                      <a:pt x="964" y="8938"/>
                      <a:pt x="874" y="8904"/>
                      <a:pt x="805" y="8834"/>
                    </a:cubicBezTo>
                    <a:cubicBezTo>
                      <a:pt x="666" y="8696"/>
                      <a:pt x="666" y="8474"/>
                      <a:pt x="805" y="8335"/>
                    </a:cubicBezTo>
                    <a:lnTo>
                      <a:pt x="944" y="8183"/>
                    </a:lnTo>
                    <a:close/>
                    <a:moveTo>
                      <a:pt x="4718" y="1"/>
                    </a:moveTo>
                    <a:cubicBezTo>
                      <a:pt x="4642" y="1"/>
                      <a:pt x="4571" y="51"/>
                      <a:pt x="4549" y="125"/>
                    </a:cubicBezTo>
                    <a:cubicBezTo>
                      <a:pt x="4508" y="223"/>
                      <a:pt x="4564" y="320"/>
                      <a:pt x="4660" y="362"/>
                    </a:cubicBezTo>
                    <a:cubicBezTo>
                      <a:pt x="5146" y="541"/>
                      <a:pt x="5548" y="889"/>
                      <a:pt x="5797" y="1346"/>
                    </a:cubicBezTo>
                    <a:cubicBezTo>
                      <a:pt x="5834" y="1394"/>
                      <a:pt x="5890" y="1432"/>
                      <a:pt x="5950" y="1432"/>
                    </a:cubicBezTo>
                    <a:cubicBezTo>
                      <a:pt x="5959" y="1432"/>
                      <a:pt x="5969" y="1431"/>
                      <a:pt x="5978" y="1429"/>
                    </a:cubicBezTo>
                    <a:lnTo>
                      <a:pt x="6130" y="1429"/>
                    </a:lnTo>
                    <a:cubicBezTo>
                      <a:pt x="6824" y="1429"/>
                      <a:pt x="7462" y="1873"/>
                      <a:pt x="7711" y="2511"/>
                    </a:cubicBezTo>
                    <a:cubicBezTo>
                      <a:pt x="7739" y="2594"/>
                      <a:pt x="7822" y="2636"/>
                      <a:pt x="7905" y="2636"/>
                    </a:cubicBezTo>
                    <a:cubicBezTo>
                      <a:pt x="7947" y="2636"/>
                      <a:pt x="7975" y="2622"/>
                      <a:pt x="8016" y="2622"/>
                    </a:cubicBezTo>
                    <a:cubicBezTo>
                      <a:pt x="8613" y="2622"/>
                      <a:pt x="9098" y="3121"/>
                      <a:pt x="9098" y="3718"/>
                    </a:cubicBezTo>
                    <a:cubicBezTo>
                      <a:pt x="9098" y="4328"/>
                      <a:pt x="8613" y="4813"/>
                      <a:pt x="8016" y="4813"/>
                    </a:cubicBezTo>
                    <a:lnTo>
                      <a:pt x="7073" y="4813"/>
                    </a:lnTo>
                    <a:cubicBezTo>
                      <a:pt x="7004" y="3870"/>
                      <a:pt x="6380" y="3024"/>
                      <a:pt x="5492" y="2705"/>
                    </a:cubicBezTo>
                    <a:cubicBezTo>
                      <a:pt x="5230" y="2611"/>
                      <a:pt x="4957" y="2565"/>
                      <a:pt x="4687" y="2565"/>
                    </a:cubicBezTo>
                    <a:cubicBezTo>
                      <a:pt x="4001" y="2565"/>
                      <a:pt x="3329" y="2857"/>
                      <a:pt x="2872" y="3385"/>
                    </a:cubicBezTo>
                    <a:cubicBezTo>
                      <a:pt x="2705" y="3579"/>
                      <a:pt x="2567" y="3787"/>
                      <a:pt x="2456" y="4023"/>
                    </a:cubicBezTo>
                    <a:cubicBezTo>
                      <a:pt x="2358" y="4272"/>
                      <a:pt x="2289" y="4550"/>
                      <a:pt x="2275" y="4813"/>
                    </a:cubicBezTo>
                    <a:lnTo>
                      <a:pt x="1762" y="4813"/>
                    </a:lnTo>
                    <a:cubicBezTo>
                      <a:pt x="999" y="4813"/>
                      <a:pt x="376" y="4189"/>
                      <a:pt x="376" y="3426"/>
                    </a:cubicBezTo>
                    <a:cubicBezTo>
                      <a:pt x="376" y="2719"/>
                      <a:pt x="944" y="2109"/>
                      <a:pt x="1651" y="2054"/>
                    </a:cubicBezTo>
                    <a:cubicBezTo>
                      <a:pt x="1735" y="2039"/>
                      <a:pt x="1803" y="1984"/>
                      <a:pt x="1818" y="1900"/>
                    </a:cubicBezTo>
                    <a:cubicBezTo>
                      <a:pt x="1984" y="1194"/>
                      <a:pt x="2484" y="611"/>
                      <a:pt x="3177" y="362"/>
                    </a:cubicBezTo>
                    <a:cubicBezTo>
                      <a:pt x="3273" y="334"/>
                      <a:pt x="3316" y="223"/>
                      <a:pt x="3273" y="125"/>
                    </a:cubicBezTo>
                    <a:cubicBezTo>
                      <a:pt x="3251" y="48"/>
                      <a:pt x="3176" y="6"/>
                      <a:pt x="3098" y="6"/>
                    </a:cubicBezTo>
                    <a:cubicBezTo>
                      <a:pt x="3078" y="6"/>
                      <a:pt x="3058" y="9"/>
                      <a:pt x="3038" y="14"/>
                    </a:cubicBezTo>
                    <a:cubicBezTo>
                      <a:pt x="2650" y="153"/>
                      <a:pt x="2303" y="403"/>
                      <a:pt x="2025" y="722"/>
                    </a:cubicBezTo>
                    <a:cubicBezTo>
                      <a:pt x="1776" y="1000"/>
                      <a:pt x="1596" y="1332"/>
                      <a:pt x="1498" y="1693"/>
                    </a:cubicBezTo>
                    <a:cubicBezTo>
                      <a:pt x="653" y="1832"/>
                      <a:pt x="1" y="2581"/>
                      <a:pt x="1" y="3426"/>
                    </a:cubicBezTo>
                    <a:cubicBezTo>
                      <a:pt x="1" y="4397"/>
                      <a:pt x="792" y="5188"/>
                      <a:pt x="1762" y="5188"/>
                    </a:cubicBezTo>
                    <a:lnTo>
                      <a:pt x="2289" y="5188"/>
                    </a:lnTo>
                    <a:cubicBezTo>
                      <a:pt x="2317" y="5534"/>
                      <a:pt x="2428" y="5881"/>
                      <a:pt x="2608" y="6186"/>
                    </a:cubicBezTo>
                    <a:cubicBezTo>
                      <a:pt x="2469" y="6214"/>
                      <a:pt x="2330" y="6283"/>
                      <a:pt x="2206" y="6394"/>
                    </a:cubicBezTo>
                    <a:lnTo>
                      <a:pt x="542" y="8072"/>
                    </a:lnTo>
                    <a:cubicBezTo>
                      <a:pt x="250" y="8350"/>
                      <a:pt x="250" y="8807"/>
                      <a:pt x="542" y="9099"/>
                    </a:cubicBezTo>
                    <a:cubicBezTo>
                      <a:pt x="681" y="9237"/>
                      <a:pt x="868" y="9307"/>
                      <a:pt x="1055" y="9307"/>
                    </a:cubicBezTo>
                    <a:cubicBezTo>
                      <a:pt x="1242" y="9307"/>
                      <a:pt x="1430" y="9237"/>
                      <a:pt x="1568" y="9099"/>
                    </a:cubicBezTo>
                    <a:lnTo>
                      <a:pt x="3232" y="7420"/>
                    </a:lnTo>
                    <a:cubicBezTo>
                      <a:pt x="3343" y="7309"/>
                      <a:pt x="3412" y="7170"/>
                      <a:pt x="3440" y="7018"/>
                    </a:cubicBezTo>
                    <a:cubicBezTo>
                      <a:pt x="3815" y="7240"/>
                      <a:pt x="4244" y="7364"/>
                      <a:pt x="4675" y="7364"/>
                    </a:cubicBezTo>
                    <a:cubicBezTo>
                      <a:pt x="5285" y="7364"/>
                      <a:pt x="5895" y="7129"/>
                      <a:pt x="6367" y="6658"/>
                    </a:cubicBezTo>
                    <a:cubicBezTo>
                      <a:pt x="6783" y="6242"/>
                      <a:pt x="7004" y="5728"/>
                      <a:pt x="7060" y="5188"/>
                    </a:cubicBezTo>
                    <a:lnTo>
                      <a:pt x="8016" y="5188"/>
                    </a:lnTo>
                    <a:cubicBezTo>
                      <a:pt x="8821" y="5188"/>
                      <a:pt x="9473" y="4522"/>
                      <a:pt x="9473" y="3718"/>
                    </a:cubicBezTo>
                    <a:cubicBezTo>
                      <a:pt x="9473" y="2913"/>
                      <a:pt x="8821" y="2261"/>
                      <a:pt x="8016" y="2261"/>
                    </a:cubicBezTo>
                    <a:lnTo>
                      <a:pt x="8003" y="2261"/>
                    </a:lnTo>
                    <a:cubicBezTo>
                      <a:pt x="7670" y="1540"/>
                      <a:pt x="6935" y="1055"/>
                      <a:pt x="6130" y="1055"/>
                    </a:cubicBezTo>
                    <a:lnTo>
                      <a:pt x="6061" y="1055"/>
                    </a:lnTo>
                    <a:cubicBezTo>
                      <a:pt x="5770" y="569"/>
                      <a:pt x="5313" y="209"/>
                      <a:pt x="4786" y="14"/>
                    </a:cubicBezTo>
                    <a:cubicBezTo>
                      <a:pt x="4763" y="5"/>
                      <a:pt x="4740" y="1"/>
                      <a:pt x="47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46"/>
              <p:cNvSpPr/>
              <p:nvPr/>
            </p:nvSpPr>
            <p:spPr>
              <a:xfrm>
                <a:off x="6361570" y="1220827"/>
                <a:ext cx="19025" cy="17690"/>
              </a:xfrm>
              <a:custGeom>
                <a:avLst/>
                <a:gdLst/>
                <a:ahLst/>
                <a:cxnLst/>
                <a:rect l="l" t="t" r="r" b="b"/>
                <a:pathLst>
                  <a:path w="399" h="371" extrusionOk="0">
                    <a:moveTo>
                      <a:pt x="187" y="1"/>
                    </a:moveTo>
                    <a:cubicBezTo>
                      <a:pt x="174" y="1"/>
                      <a:pt x="161" y="2"/>
                      <a:pt x="149" y="4"/>
                    </a:cubicBezTo>
                    <a:cubicBezTo>
                      <a:pt x="79" y="32"/>
                      <a:pt x="24" y="101"/>
                      <a:pt x="11" y="171"/>
                    </a:cubicBezTo>
                    <a:cubicBezTo>
                      <a:pt x="1" y="288"/>
                      <a:pt x="101" y="370"/>
                      <a:pt x="200" y="370"/>
                    </a:cubicBezTo>
                    <a:cubicBezTo>
                      <a:pt x="241" y="370"/>
                      <a:pt x="283" y="356"/>
                      <a:pt x="316" y="323"/>
                    </a:cubicBezTo>
                    <a:cubicBezTo>
                      <a:pt x="385" y="267"/>
                      <a:pt x="399" y="156"/>
                      <a:pt x="357" y="88"/>
                    </a:cubicBezTo>
                    <a:cubicBezTo>
                      <a:pt x="323" y="30"/>
                      <a:pt x="250" y="1"/>
                      <a:pt x="1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58" name="Google Shape;1358;p46"/>
            <p:cNvGrpSpPr/>
            <p:nvPr/>
          </p:nvGrpSpPr>
          <p:grpSpPr>
            <a:xfrm>
              <a:off x="723837" y="1482615"/>
              <a:ext cx="267223" cy="233165"/>
              <a:chOff x="6908262" y="1240186"/>
              <a:chExt cx="472209" cy="412024"/>
            </a:xfrm>
          </p:grpSpPr>
          <p:sp>
            <p:nvSpPr>
              <p:cNvPr id="1359" name="Google Shape;1359;p46"/>
              <p:cNvSpPr/>
              <p:nvPr/>
            </p:nvSpPr>
            <p:spPr>
              <a:xfrm>
                <a:off x="7105958" y="1594618"/>
                <a:ext cx="76769" cy="17929"/>
              </a:xfrm>
              <a:custGeom>
                <a:avLst/>
                <a:gdLst/>
                <a:ahLst/>
                <a:cxnLst/>
                <a:rect l="l" t="t" r="r" b="b"/>
                <a:pathLst>
                  <a:path w="1610" h="376" extrusionOk="0">
                    <a:moveTo>
                      <a:pt x="181" y="0"/>
                    </a:moveTo>
                    <a:cubicBezTo>
                      <a:pt x="84" y="0"/>
                      <a:pt x="1" y="84"/>
                      <a:pt x="1" y="181"/>
                    </a:cubicBezTo>
                    <a:cubicBezTo>
                      <a:pt x="1" y="292"/>
                      <a:pt x="84" y="375"/>
                      <a:pt x="181" y="375"/>
                    </a:cubicBezTo>
                    <a:lnTo>
                      <a:pt x="1429" y="375"/>
                    </a:lnTo>
                    <a:cubicBezTo>
                      <a:pt x="1540" y="375"/>
                      <a:pt x="1609" y="292"/>
                      <a:pt x="1609" y="181"/>
                    </a:cubicBezTo>
                    <a:cubicBezTo>
                      <a:pt x="1609" y="84"/>
                      <a:pt x="1540" y="0"/>
                      <a:pt x="14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46"/>
              <p:cNvSpPr/>
              <p:nvPr/>
            </p:nvSpPr>
            <p:spPr>
              <a:xfrm>
                <a:off x="7080209" y="1365642"/>
                <a:ext cx="136229" cy="159593"/>
              </a:xfrm>
              <a:custGeom>
                <a:avLst/>
                <a:gdLst/>
                <a:ahLst/>
                <a:cxnLst/>
                <a:rect l="l" t="t" r="r" b="b"/>
                <a:pathLst>
                  <a:path w="2857" h="3347" extrusionOk="0">
                    <a:moveTo>
                      <a:pt x="1054" y="2237"/>
                    </a:moveTo>
                    <a:cubicBezTo>
                      <a:pt x="1262" y="2237"/>
                      <a:pt x="1415" y="2404"/>
                      <a:pt x="1415" y="2598"/>
                    </a:cubicBezTo>
                    <a:lnTo>
                      <a:pt x="1415" y="2611"/>
                    </a:lnTo>
                    <a:cubicBezTo>
                      <a:pt x="1415" y="2820"/>
                      <a:pt x="1262" y="2972"/>
                      <a:pt x="1054" y="2972"/>
                    </a:cubicBezTo>
                    <a:lnTo>
                      <a:pt x="735" y="2972"/>
                    </a:lnTo>
                    <a:cubicBezTo>
                      <a:pt x="541" y="2972"/>
                      <a:pt x="374" y="2820"/>
                      <a:pt x="374" y="2611"/>
                    </a:cubicBezTo>
                    <a:lnTo>
                      <a:pt x="374" y="2598"/>
                    </a:lnTo>
                    <a:cubicBezTo>
                      <a:pt x="374" y="2404"/>
                      <a:pt x="541" y="2237"/>
                      <a:pt x="735" y="2237"/>
                    </a:cubicBezTo>
                    <a:close/>
                    <a:moveTo>
                      <a:pt x="1594" y="1"/>
                    </a:moveTo>
                    <a:cubicBezTo>
                      <a:pt x="1580" y="1"/>
                      <a:pt x="1567" y="2"/>
                      <a:pt x="1553" y="4"/>
                    </a:cubicBezTo>
                    <a:cubicBezTo>
                      <a:pt x="1470" y="32"/>
                      <a:pt x="1415" y="102"/>
                      <a:pt x="1415" y="185"/>
                    </a:cubicBezTo>
                    <a:lnTo>
                      <a:pt x="1415" y="1960"/>
                    </a:lnTo>
                    <a:cubicBezTo>
                      <a:pt x="1317" y="1904"/>
                      <a:pt x="1193" y="1862"/>
                      <a:pt x="1054" y="1862"/>
                    </a:cubicBezTo>
                    <a:lnTo>
                      <a:pt x="735" y="1862"/>
                    </a:lnTo>
                    <a:cubicBezTo>
                      <a:pt x="333" y="1862"/>
                      <a:pt x="0" y="2195"/>
                      <a:pt x="0" y="2598"/>
                    </a:cubicBezTo>
                    <a:lnTo>
                      <a:pt x="0" y="2611"/>
                    </a:lnTo>
                    <a:cubicBezTo>
                      <a:pt x="0" y="3014"/>
                      <a:pt x="333" y="3347"/>
                      <a:pt x="735" y="3347"/>
                    </a:cubicBezTo>
                    <a:lnTo>
                      <a:pt x="1054" y="3347"/>
                    </a:lnTo>
                    <a:cubicBezTo>
                      <a:pt x="1456" y="3347"/>
                      <a:pt x="1789" y="3014"/>
                      <a:pt x="1789" y="2611"/>
                    </a:cubicBezTo>
                    <a:lnTo>
                      <a:pt x="1789" y="2598"/>
                    </a:lnTo>
                    <a:lnTo>
                      <a:pt x="1789" y="614"/>
                    </a:lnTo>
                    <a:cubicBezTo>
                      <a:pt x="1872" y="670"/>
                      <a:pt x="1983" y="725"/>
                      <a:pt x="2108" y="767"/>
                    </a:cubicBezTo>
                    <a:cubicBezTo>
                      <a:pt x="2399" y="850"/>
                      <a:pt x="2469" y="1058"/>
                      <a:pt x="2469" y="1058"/>
                    </a:cubicBezTo>
                    <a:lnTo>
                      <a:pt x="2482" y="1086"/>
                    </a:lnTo>
                    <a:cubicBezTo>
                      <a:pt x="2505" y="1154"/>
                      <a:pt x="2575" y="1204"/>
                      <a:pt x="2645" y="1204"/>
                    </a:cubicBezTo>
                    <a:cubicBezTo>
                      <a:pt x="2661" y="1204"/>
                      <a:pt x="2676" y="1202"/>
                      <a:pt x="2691" y="1197"/>
                    </a:cubicBezTo>
                    <a:cubicBezTo>
                      <a:pt x="2802" y="1183"/>
                      <a:pt x="2857" y="1072"/>
                      <a:pt x="2829" y="975"/>
                    </a:cubicBezTo>
                    <a:lnTo>
                      <a:pt x="2829" y="961"/>
                    </a:lnTo>
                    <a:cubicBezTo>
                      <a:pt x="2787" y="808"/>
                      <a:pt x="2607" y="531"/>
                      <a:pt x="2219" y="407"/>
                    </a:cubicBezTo>
                    <a:cubicBezTo>
                      <a:pt x="1914" y="309"/>
                      <a:pt x="1775" y="115"/>
                      <a:pt x="1761" y="87"/>
                    </a:cubicBezTo>
                    <a:cubicBezTo>
                      <a:pt x="1726" y="30"/>
                      <a:pt x="1663" y="1"/>
                      <a:pt x="15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46"/>
              <p:cNvSpPr/>
              <p:nvPr/>
            </p:nvSpPr>
            <p:spPr>
              <a:xfrm>
                <a:off x="7019365" y="1240186"/>
                <a:ext cx="249999" cy="412024"/>
              </a:xfrm>
              <a:custGeom>
                <a:avLst/>
                <a:gdLst/>
                <a:ahLst/>
                <a:cxnLst/>
                <a:rect l="l" t="t" r="r" b="b"/>
                <a:pathLst>
                  <a:path w="5243" h="8641" extrusionOk="0">
                    <a:moveTo>
                      <a:pt x="3578" y="361"/>
                    </a:moveTo>
                    <a:lnTo>
                      <a:pt x="3578" y="403"/>
                    </a:lnTo>
                    <a:lnTo>
                      <a:pt x="3578" y="666"/>
                    </a:lnTo>
                    <a:cubicBezTo>
                      <a:pt x="3578" y="736"/>
                      <a:pt x="3523" y="791"/>
                      <a:pt x="3453" y="791"/>
                    </a:cubicBezTo>
                    <a:lnTo>
                      <a:pt x="1803" y="791"/>
                    </a:lnTo>
                    <a:cubicBezTo>
                      <a:pt x="1720" y="791"/>
                      <a:pt x="1665" y="736"/>
                      <a:pt x="1665" y="666"/>
                    </a:cubicBezTo>
                    <a:lnTo>
                      <a:pt x="1665" y="403"/>
                    </a:lnTo>
                    <a:lnTo>
                      <a:pt x="1665" y="361"/>
                    </a:lnTo>
                    <a:close/>
                    <a:moveTo>
                      <a:pt x="832" y="0"/>
                    </a:moveTo>
                    <a:cubicBezTo>
                      <a:pt x="374" y="0"/>
                      <a:pt x="0" y="375"/>
                      <a:pt x="0" y="832"/>
                    </a:cubicBezTo>
                    <a:lnTo>
                      <a:pt x="0" y="1636"/>
                    </a:lnTo>
                    <a:cubicBezTo>
                      <a:pt x="0" y="1747"/>
                      <a:pt x="84" y="1831"/>
                      <a:pt x="180" y="1831"/>
                    </a:cubicBezTo>
                    <a:cubicBezTo>
                      <a:pt x="291" y="1831"/>
                      <a:pt x="374" y="1747"/>
                      <a:pt x="374" y="1636"/>
                    </a:cubicBezTo>
                    <a:lnTo>
                      <a:pt x="374" y="832"/>
                    </a:lnTo>
                    <a:cubicBezTo>
                      <a:pt x="374" y="569"/>
                      <a:pt x="568" y="361"/>
                      <a:pt x="832" y="361"/>
                    </a:cubicBezTo>
                    <a:lnTo>
                      <a:pt x="1262" y="361"/>
                    </a:lnTo>
                    <a:cubicBezTo>
                      <a:pt x="1276" y="361"/>
                      <a:pt x="1290" y="388"/>
                      <a:pt x="1290" y="403"/>
                    </a:cubicBezTo>
                    <a:lnTo>
                      <a:pt x="1290" y="666"/>
                    </a:lnTo>
                    <a:cubicBezTo>
                      <a:pt x="1290" y="943"/>
                      <a:pt x="1526" y="1165"/>
                      <a:pt x="1803" y="1165"/>
                    </a:cubicBezTo>
                    <a:lnTo>
                      <a:pt x="3453" y="1165"/>
                    </a:lnTo>
                    <a:cubicBezTo>
                      <a:pt x="3730" y="1165"/>
                      <a:pt x="3952" y="943"/>
                      <a:pt x="3952" y="666"/>
                    </a:cubicBezTo>
                    <a:lnTo>
                      <a:pt x="3952" y="403"/>
                    </a:lnTo>
                    <a:cubicBezTo>
                      <a:pt x="3952" y="388"/>
                      <a:pt x="3967" y="361"/>
                      <a:pt x="3994" y="361"/>
                    </a:cubicBezTo>
                    <a:lnTo>
                      <a:pt x="4410" y="361"/>
                    </a:lnTo>
                    <a:cubicBezTo>
                      <a:pt x="4673" y="361"/>
                      <a:pt x="4882" y="569"/>
                      <a:pt x="4882" y="832"/>
                    </a:cubicBezTo>
                    <a:lnTo>
                      <a:pt x="4882" y="7808"/>
                    </a:lnTo>
                    <a:cubicBezTo>
                      <a:pt x="4882" y="8058"/>
                      <a:pt x="4673" y="8265"/>
                      <a:pt x="4410" y="8265"/>
                    </a:cubicBezTo>
                    <a:lnTo>
                      <a:pt x="832" y="8265"/>
                    </a:lnTo>
                    <a:cubicBezTo>
                      <a:pt x="583" y="8265"/>
                      <a:pt x="374" y="8058"/>
                      <a:pt x="374" y="7808"/>
                    </a:cubicBezTo>
                    <a:lnTo>
                      <a:pt x="374" y="3273"/>
                    </a:lnTo>
                    <a:cubicBezTo>
                      <a:pt x="374" y="3162"/>
                      <a:pt x="291" y="3079"/>
                      <a:pt x="180" y="3079"/>
                    </a:cubicBezTo>
                    <a:cubicBezTo>
                      <a:pt x="84" y="3079"/>
                      <a:pt x="0" y="3162"/>
                      <a:pt x="0" y="3273"/>
                    </a:cubicBezTo>
                    <a:lnTo>
                      <a:pt x="0" y="7808"/>
                    </a:lnTo>
                    <a:cubicBezTo>
                      <a:pt x="0" y="8265"/>
                      <a:pt x="374" y="8640"/>
                      <a:pt x="832" y="8640"/>
                    </a:cubicBezTo>
                    <a:lnTo>
                      <a:pt x="4410" y="8640"/>
                    </a:lnTo>
                    <a:cubicBezTo>
                      <a:pt x="4882" y="8640"/>
                      <a:pt x="5242" y="8265"/>
                      <a:pt x="5242" y="7808"/>
                    </a:cubicBezTo>
                    <a:lnTo>
                      <a:pt x="5242" y="832"/>
                    </a:lnTo>
                    <a:cubicBezTo>
                      <a:pt x="5242" y="375"/>
                      <a:pt x="4882" y="0"/>
                      <a:pt x="44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46"/>
              <p:cNvSpPr/>
              <p:nvPr/>
            </p:nvSpPr>
            <p:spPr>
              <a:xfrm>
                <a:off x="6955183" y="1401691"/>
                <a:ext cx="41722" cy="97606"/>
              </a:xfrm>
              <a:custGeom>
                <a:avLst/>
                <a:gdLst/>
                <a:ahLst/>
                <a:cxnLst/>
                <a:rect l="l" t="t" r="r" b="b"/>
                <a:pathLst>
                  <a:path w="875" h="2047" extrusionOk="0">
                    <a:moveTo>
                      <a:pt x="668" y="1"/>
                    </a:moveTo>
                    <a:cubicBezTo>
                      <a:pt x="621" y="1"/>
                      <a:pt x="576" y="18"/>
                      <a:pt x="542" y="52"/>
                    </a:cubicBezTo>
                    <a:cubicBezTo>
                      <a:pt x="1" y="594"/>
                      <a:pt x="1" y="1454"/>
                      <a:pt x="542" y="1994"/>
                    </a:cubicBezTo>
                    <a:cubicBezTo>
                      <a:pt x="576" y="2029"/>
                      <a:pt x="625" y="2046"/>
                      <a:pt x="673" y="2046"/>
                    </a:cubicBezTo>
                    <a:cubicBezTo>
                      <a:pt x="722" y="2046"/>
                      <a:pt x="771" y="2029"/>
                      <a:pt x="805" y="1994"/>
                    </a:cubicBezTo>
                    <a:cubicBezTo>
                      <a:pt x="875" y="1911"/>
                      <a:pt x="875" y="1800"/>
                      <a:pt x="805" y="1731"/>
                    </a:cubicBezTo>
                    <a:cubicBezTo>
                      <a:pt x="417" y="1343"/>
                      <a:pt x="417" y="705"/>
                      <a:pt x="805" y="316"/>
                    </a:cubicBezTo>
                    <a:cubicBezTo>
                      <a:pt x="875" y="246"/>
                      <a:pt x="875" y="122"/>
                      <a:pt x="805" y="52"/>
                    </a:cubicBezTo>
                    <a:cubicBezTo>
                      <a:pt x="763" y="18"/>
                      <a:pt x="715" y="1"/>
                      <a:pt x="6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46"/>
              <p:cNvSpPr/>
              <p:nvPr/>
            </p:nvSpPr>
            <p:spPr>
              <a:xfrm>
                <a:off x="6908262" y="1371269"/>
                <a:ext cx="58220" cy="158592"/>
              </a:xfrm>
              <a:custGeom>
                <a:avLst/>
                <a:gdLst/>
                <a:ahLst/>
                <a:cxnLst/>
                <a:rect l="l" t="t" r="r" b="b"/>
                <a:pathLst>
                  <a:path w="1221" h="3326" extrusionOk="0">
                    <a:moveTo>
                      <a:pt x="1014" y="1"/>
                    </a:moveTo>
                    <a:cubicBezTo>
                      <a:pt x="967" y="1"/>
                      <a:pt x="922" y="18"/>
                      <a:pt x="888" y="52"/>
                    </a:cubicBezTo>
                    <a:cubicBezTo>
                      <a:pt x="1" y="940"/>
                      <a:pt x="1" y="2382"/>
                      <a:pt x="888" y="3270"/>
                    </a:cubicBezTo>
                    <a:cubicBezTo>
                      <a:pt x="916" y="3297"/>
                      <a:pt x="971" y="3325"/>
                      <a:pt x="1012" y="3325"/>
                    </a:cubicBezTo>
                    <a:cubicBezTo>
                      <a:pt x="1068" y="3325"/>
                      <a:pt x="1110" y="3297"/>
                      <a:pt x="1151" y="3270"/>
                    </a:cubicBezTo>
                    <a:cubicBezTo>
                      <a:pt x="1221" y="3201"/>
                      <a:pt x="1221" y="3076"/>
                      <a:pt x="1151" y="3007"/>
                    </a:cubicBezTo>
                    <a:cubicBezTo>
                      <a:pt x="402" y="2258"/>
                      <a:pt x="402" y="1051"/>
                      <a:pt x="1151" y="316"/>
                    </a:cubicBezTo>
                    <a:cubicBezTo>
                      <a:pt x="1221" y="247"/>
                      <a:pt x="1221" y="122"/>
                      <a:pt x="1151" y="52"/>
                    </a:cubicBezTo>
                    <a:cubicBezTo>
                      <a:pt x="1109" y="18"/>
                      <a:pt x="1061" y="1"/>
                      <a:pt x="10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46"/>
              <p:cNvSpPr/>
              <p:nvPr/>
            </p:nvSpPr>
            <p:spPr>
              <a:xfrm>
                <a:off x="7291781" y="1401691"/>
                <a:ext cx="41722" cy="97606"/>
              </a:xfrm>
              <a:custGeom>
                <a:avLst/>
                <a:gdLst/>
                <a:ahLst/>
                <a:cxnLst/>
                <a:rect l="l" t="t" r="r" b="b"/>
                <a:pathLst>
                  <a:path w="875" h="2047" extrusionOk="0">
                    <a:moveTo>
                      <a:pt x="210" y="1"/>
                    </a:moveTo>
                    <a:cubicBezTo>
                      <a:pt x="163" y="1"/>
                      <a:pt x="119" y="18"/>
                      <a:pt x="84" y="52"/>
                    </a:cubicBezTo>
                    <a:cubicBezTo>
                      <a:pt x="1" y="122"/>
                      <a:pt x="1" y="246"/>
                      <a:pt x="84" y="316"/>
                    </a:cubicBezTo>
                    <a:cubicBezTo>
                      <a:pt x="472" y="705"/>
                      <a:pt x="472" y="1343"/>
                      <a:pt x="84" y="1731"/>
                    </a:cubicBezTo>
                    <a:cubicBezTo>
                      <a:pt x="1" y="1800"/>
                      <a:pt x="1" y="1911"/>
                      <a:pt x="84" y="1994"/>
                    </a:cubicBezTo>
                    <a:cubicBezTo>
                      <a:pt x="119" y="2029"/>
                      <a:pt x="163" y="2046"/>
                      <a:pt x="210" y="2046"/>
                    </a:cubicBezTo>
                    <a:cubicBezTo>
                      <a:pt x="257" y="2046"/>
                      <a:pt x="305" y="2029"/>
                      <a:pt x="347" y="1994"/>
                    </a:cubicBezTo>
                    <a:cubicBezTo>
                      <a:pt x="874" y="1454"/>
                      <a:pt x="874" y="594"/>
                      <a:pt x="347" y="52"/>
                    </a:cubicBezTo>
                    <a:cubicBezTo>
                      <a:pt x="305" y="18"/>
                      <a:pt x="257" y="1"/>
                      <a:pt x="2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46"/>
              <p:cNvSpPr/>
              <p:nvPr/>
            </p:nvSpPr>
            <p:spPr>
              <a:xfrm>
                <a:off x="7322871" y="1371269"/>
                <a:ext cx="57600" cy="158449"/>
              </a:xfrm>
              <a:custGeom>
                <a:avLst/>
                <a:gdLst/>
                <a:ahLst/>
                <a:cxnLst/>
                <a:rect l="l" t="t" r="r" b="b"/>
                <a:pathLst>
                  <a:path w="1208" h="3323" extrusionOk="0">
                    <a:moveTo>
                      <a:pt x="196" y="1"/>
                    </a:moveTo>
                    <a:cubicBezTo>
                      <a:pt x="149" y="1"/>
                      <a:pt x="104" y="18"/>
                      <a:pt x="70" y="52"/>
                    </a:cubicBezTo>
                    <a:cubicBezTo>
                      <a:pt x="0" y="122"/>
                      <a:pt x="0" y="247"/>
                      <a:pt x="70" y="316"/>
                    </a:cubicBezTo>
                    <a:cubicBezTo>
                      <a:pt x="805" y="1051"/>
                      <a:pt x="805" y="2258"/>
                      <a:pt x="70" y="3007"/>
                    </a:cubicBezTo>
                    <a:cubicBezTo>
                      <a:pt x="0" y="3076"/>
                      <a:pt x="0" y="3201"/>
                      <a:pt x="70" y="3270"/>
                    </a:cubicBezTo>
                    <a:cubicBezTo>
                      <a:pt x="104" y="3305"/>
                      <a:pt x="149" y="3322"/>
                      <a:pt x="196" y="3322"/>
                    </a:cubicBezTo>
                    <a:cubicBezTo>
                      <a:pt x="243" y="3322"/>
                      <a:pt x="291" y="3305"/>
                      <a:pt x="333" y="3270"/>
                    </a:cubicBezTo>
                    <a:cubicBezTo>
                      <a:pt x="1207" y="2382"/>
                      <a:pt x="1207" y="940"/>
                      <a:pt x="333" y="52"/>
                    </a:cubicBezTo>
                    <a:cubicBezTo>
                      <a:pt x="291" y="18"/>
                      <a:pt x="243" y="1"/>
                      <a:pt x="1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46"/>
              <p:cNvSpPr/>
              <p:nvPr/>
            </p:nvSpPr>
            <p:spPr>
              <a:xfrm>
                <a:off x="7018030" y="1348476"/>
                <a:ext cx="19502" cy="17786"/>
              </a:xfrm>
              <a:custGeom>
                <a:avLst/>
                <a:gdLst/>
                <a:ahLst/>
                <a:cxnLst/>
                <a:rect l="l" t="t" r="r" b="b"/>
                <a:pathLst>
                  <a:path w="409" h="373" extrusionOk="0">
                    <a:moveTo>
                      <a:pt x="207" y="1"/>
                    </a:moveTo>
                    <a:cubicBezTo>
                      <a:pt x="168" y="1"/>
                      <a:pt x="128" y="14"/>
                      <a:pt x="97" y="46"/>
                    </a:cubicBezTo>
                    <a:cubicBezTo>
                      <a:pt x="14" y="101"/>
                      <a:pt x="1" y="212"/>
                      <a:pt x="56" y="295"/>
                    </a:cubicBezTo>
                    <a:cubicBezTo>
                      <a:pt x="93" y="348"/>
                      <a:pt x="148" y="373"/>
                      <a:pt x="204" y="373"/>
                    </a:cubicBezTo>
                    <a:cubicBezTo>
                      <a:pt x="292" y="373"/>
                      <a:pt x="380" y="309"/>
                      <a:pt x="389" y="198"/>
                    </a:cubicBezTo>
                    <a:cubicBezTo>
                      <a:pt x="409" y="88"/>
                      <a:pt x="307" y="1"/>
                      <a:pt x="2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367" name="Google Shape;1367;p46"/>
            <p:cNvCxnSpPr/>
            <p:nvPr/>
          </p:nvCxnSpPr>
          <p:spPr>
            <a:xfrm>
              <a:off x="729625" y="1355100"/>
              <a:ext cx="255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68" name="Google Shape;1368;p46"/>
            <p:cNvCxnSpPr/>
            <p:nvPr/>
          </p:nvCxnSpPr>
          <p:spPr>
            <a:xfrm>
              <a:off x="729625" y="1845525"/>
              <a:ext cx="255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aphicFrame>
        <p:nvGraphicFramePr>
          <p:cNvPr id="1369" name="Google Shape;1369;p46"/>
          <p:cNvGraphicFramePr/>
          <p:nvPr/>
        </p:nvGraphicFramePr>
        <p:xfrm>
          <a:off x="1397500" y="1547685"/>
          <a:ext cx="7026475" cy="3163740"/>
        </p:xfrm>
        <a:graphic>
          <a:graphicData uri="http://schemas.openxmlformats.org/drawingml/2006/table">
            <a:tbl>
              <a:tblPr>
                <a:noFill/>
                <a:tableStyleId>{22240428-C398-4949-BAB7-9F0D0C128908}</a:tableStyleId>
              </a:tblPr>
              <a:tblGrid>
                <a:gridCol w="3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6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6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4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9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 Deca Medium"/>
                          <a:ea typeface="Lexend Deca Medium"/>
                          <a:cs typeface="Lexend Deca Medium"/>
                          <a:sym typeface="Lexend Deca Medium"/>
                        </a:rPr>
                        <a:t>#</a:t>
                      </a:r>
                      <a:endParaRPr>
                        <a:solidFill>
                          <a:schemeClr val="dk1"/>
                        </a:solidFill>
                        <a:latin typeface="Lexend Deca Medium"/>
                        <a:ea typeface="Lexend Deca Medium"/>
                        <a:cs typeface="Lexend Deca Medium"/>
                        <a:sym typeface="Lexend Deca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 Deca Medium"/>
                          <a:ea typeface="Lexend Deca Medium"/>
                          <a:cs typeface="Lexend Deca Medium"/>
                          <a:sym typeface="Lexend Deca Medium"/>
                        </a:rPr>
                        <a:t>Feature</a:t>
                      </a:r>
                      <a:endParaRPr>
                        <a:solidFill>
                          <a:schemeClr val="dk1"/>
                        </a:solidFill>
                        <a:latin typeface="Lexend Deca Medium"/>
                        <a:ea typeface="Lexend Deca Medium"/>
                        <a:cs typeface="Lexend Deca Medium"/>
                        <a:sym typeface="Lexend Deca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 Deca Medium"/>
                          <a:ea typeface="Lexend Deca Medium"/>
                          <a:cs typeface="Lexend Deca Medium"/>
                          <a:sym typeface="Lexend Deca Medium"/>
                        </a:rPr>
                        <a:t>Range</a:t>
                      </a:r>
                      <a:endParaRPr>
                        <a:solidFill>
                          <a:schemeClr val="dk1"/>
                        </a:solidFill>
                        <a:latin typeface="Lexend Deca Medium"/>
                        <a:ea typeface="Lexend Deca Medium"/>
                        <a:cs typeface="Lexend Deca Medium"/>
                        <a:sym typeface="Lexend Deca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 Deca Medium"/>
                          <a:ea typeface="Lexend Deca Medium"/>
                          <a:cs typeface="Lexend Deca Medium"/>
                          <a:sym typeface="Lexend Deca Medium"/>
                        </a:rPr>
                        <a:t>Role</a:t>
                      </a:r>
                      <a:endParaRPr>
                        <a:solidFill>
                          <a:schemeClr val="dk1"/>
                        </a:solidFill>
                        <a:latin typeface="Lexend Deca Medium"/>
                        <a:ea typeface="Lexend Deca Medium"/>
                        <a:cs typeface="Lexend Deca Medium"/>
                        <a:sym typeface="Lexend Deca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 Deca Medium"/>
                          <a:ea typeface="Lexend Deca Medium"/>
                          <a:cs typeface="Lexend Deca Medium"/>
                          <a:sym typeface="Lexend Deca Medium"/>
                        </a:rPr>
                        <a:t>Notes</a:t>
                      </a:r>
                      <a:endParaRPr>
                        <a:solidFill>
                          <a:schemeClr val="dk1"/>
                        </a:solidFill>
                        <a:latin typeface="Lexend Deca Medium"/>
                        <a:ea typeface="Lexend Deca Medium"/>
                        <a:cs typeface="Lexend Deca Medium"/>
                        <a:sym typeface="Lexend Deca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energy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0.0–1.0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Core axis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Intensity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valence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0.0–1.0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Core axis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Happy vs. sad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danceability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0.0–1.0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Texture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Rhythm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acousticness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0.0–1.0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Texture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Acoustic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loudness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-46 to +1 dB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Intensity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Scale first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6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tempo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0-239 BPM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Intensity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Scale first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2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mode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0 or 1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Weak signal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Major/minor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370" name="Google Shape;1370;p46"/>
          <p:cNvGrpSpPr/>
          <p:nvPr/>
        </p:nvGrpSpPr>
        <p:grpSpPr>
          <a:xfrm>
            <a:off x="1397508" y="1036845"/>
            <a:ext cx="350048" cy="342810"/>
            <a:chOff x="5548725" y="1996100"/>
            <a:chExt cx="275650" cy="269950"/>
          </a:xfrm>
        </p:grpSpPr>
        <p:sp>
          <p:nvSpPr>
            <p:cNvPr id="1371" name="Google Shape;1371;p46"/>
            <p:cNvSpPr/>
            <p:nvPr/>
          </p:nvSpPr>
          <p:spPr>
            <a:xfrm>
              <a:off x="5548725" y="1996100"/>
              <a:ext cx="275650" cy="269950"/>
            </a:xfrm>
            <a:custGeom>
              <a:avLst/>
              <a:gdLst/>
              <a:ahLst/>
              <a:cxnLst/>
              <a:rect l="l" t="t" r="r" b="b"/>
              <a:pathLst>
                <a:path w="11026" h="10798" extrusionOk="0">
                  <a:moveTo>
                    <a:pt x="5503" y="1"/>
                  </a:moveTo>
                  <a:cubicBezTo>
                    <a:pt x="5435" y="1"/>
                    <a:pt x="5367" y="2"/>
                    <a:pt x="5298" y="4"/>
                  </a:cubicBezTo>
                  <a:cubicBezTo>
                    <a:pt x="2330" y="130"/>
                    <a:pt x="0" y="2639"/>
                    <a:pt x="126" y="5607"/>
                  </a:cubicBezTo>
                  <a:cubicBezTo>
                    <a:pt x="247" y="8521"/>
                    <a:pt x="2646" y="10798"/>
                    <a:pt x="5524" y="10798"/>
                  </a:cubicBezTo>
                  <a:cubicBezTo>
                    <a:pt x="5592" y="10798"/>
                    <a:pt x="5660" y="10796"/>
                    <a:pt x="5728" y="10794"/>
                  </a:cubicBezTo>
                  <a:cubicBezTo>
                    <a:pt x="8709" y="10670"/>
                    <a:pt x="11026" y="8159"/>
                    <a:pt x="10915" y="5191"/>
                  </a:cubicBezTo>
                  <a:cubicBezTo>
                    <a:pt x="10792" y="2279"/>
                    <a:pt x="8394" y="1"/>
                    <a:pt x="5503" y="1"/>
                  </a:cubicBezTo>
                  <a:close/>
                </a:path>
              </a:pathLst>
            </a:custGeom>
            <a:solidFill>
              <a:srgbClr val="FF6A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46"/>
            <p:cNvSpPr/>
            <p:nvPr/>
          </p:nvSpPr>
          <p:spPr>
            <a:xfrm>
              <a:off x="5652025" y="2075800"/>
              <a:ext cx="100250" cy="122700"/>
            </a:xfrm>
            <a:custGeom>
              <a:avLst/>
              <a:gdLst/>
              <a:ahLst/>
              <a:cxnLst/>
              <a:rect l="l" t="t" r="r" b="b"/>
              <a:pathLst>
                <a:path w="4010" h="4908" extrusionOk="0">
                  <a:moveTo>
                    <a:pt x="30" y="1"/>
                  </a:moveTo>
                  <a:cubicBezTo>
                    <a:pt x="16" y="1"/>
                    <a:pt x="1" y="14"/>
                    <a:pt x="1" y="34"/>
                  </a:cubicBezTo>
                  <a:lnTo>
                    <a:pt x="1" y="4874"/>
                  </a:lnTo>
                  <a:cubicBezTo>
                    <a:pt x="1" y="4895"/>
                    <a:pt x="16" y="4907"/>
                    <a:pt x="30" y="4907"/>
                  </a:cubicBezTo>
                  <a:cubicBezTo>
                    <a:pt x="35" y="4907"/>
                    <a:pt x="39" y="4906"/>
                    <a:pt x="43" y="4902"/>
                  </a:cubicBezTo>
                  <a:lnTo>
                    <a:pt x="3995" y="2475"/>
                  </a:lnTo>
                  <a:cubicBezTo>
                    <a:pt x="4009" y="2461"/>
                    <a:pt x="4009" y="2447"/>
                    <a:pt x="3995" y="2434"/>
                  </a:cubicBezTo>
                  <a:lnTo>
                    <a:pt x="43" y="6"/>
                  </a:lnTo>
                  <a:cubicBezTo>
                    <a:pt x="39" y="3"/>
                    <a:pt x="35" y="1"/>
                    <a:pt x="30" y="1"/>
                  </a:cubicBezTo>
                  <a:close/>
                </a:path>
              </a:pathLst>
            </a:custGeom>
            <a:solidFill>
              <a:srgbClr val="E8EA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3" name="Google Shape;1373;p46"/>
          <p:cNvSpPr/>
          <p:nvPr/>
        </p:nvSpPr>
        <p:spPr>
          <a:xfrm>
            <a:off x="1906895" y="1154173"/>
            <a:ext cx="123000" cy="117600"/>
          </a:xfrm>
          <a:prstGeom prst="hear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74" name="Google Shape;1374;p46"/>
          <p:cNvGrpSpPr/>
          <p:nvPr/>
        </p:nvGrpSpPr>
        <p:grpSpPr>
          <a:xfrm>
            <a:off x="2189234" y="1129550"/>
            <a:ext cx="168300" cy="168300"/>
            <a:chOff x="2118163" y="1129550"/>
            <a:chExt cx="168300" cy="168300"/>
          </a:xfrm>
        </p:grpSpPr>
        <p:sp>
          <p:nvSpPr>
            <p:cNvPr id="1375" name="Google Shape;1375;p46"/>
            <p:cNvSpPr/>
            <p:nvPr/>
          </p:nvSpPr>
          <p:spPr>
            <a:xfrm>
              <a:off x="2118163" y="1129550"/>
              <a:ext cx="168300" cy="168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76" name="Google Shape;1376;p46"/>
            <p:cNvGrpSpPr/>
            <p:nvPr/>
          </p:nvGrpSpPr>
          <p:grpSpPr>
            <a:xfrm>
              <a:off x="2158188" y="1173325"/>
              <a:ext cx="88275" cy="84325"/>
              <a:chOff x="2158175" y="1161225"/>
              <a:chExt cx="88275" cy="84325"/>
            </a:xfrm>
          </p:grpSpPr>
          <p:sp>
            <p:nvSpPr>
              <p:cNvPr id="1377" name="Google Shape;1377;p46"/>
              <p:cNvSpPr/>
              <p:nvPr/>
            </p:nvSpPr>
            <p:spPr>
              <a:xfrm>
                <a:off x="2158175" y="1191400"/>
                <a:ext cx="88275" cy="54150"/>
              </a:xfrm>
              <a:custGeom>
                <a:avLst/>
                <a:gdLst/>
                <a:ahLst/>
                <a:cxnLst/>
                <a:rect l="l" t="t" r="r" b="b"/>
                <a:pathLst>
                  <a:path w="3531" h="2166" extrusionOk="0">
                    <a:moveTo>
                      <a:pt x="0" y="68"/>
                    </a:moveTo>
                    <a:lnTo>
                      <a:pt x="1742" y="2166"/>
                    </a:lnTo>
                    <a:lnTo>
                      <a:pt x="3531" y="0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1378" name="Google Shape;1378;p46"/>
              <p:cNvCxnSpPr/>
              <p:nvPr/>
            </p:nvCxnSpPr>
            <p:spPr>
              <a:xfrm rot="10800000">
                <a:off x="2201725" y="1161225"/>
                <a:ext cx="0" cy="825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379" name="Google Shape;1379;p46"/>
          <p:cNvGrpSpPr/>
          <p:nvPr/>
        </p:nvGrpSpPr>
        <p:grpSpPr>
          <a:xfrm>
            <a:off x="2516425" y="1185150"/>
            <a:ext cx="207450" cy="39000"/>
            <a:chOff x="2479175" y="1185150"/>
            <a:chExt cx="207450" cy="39000"/>
          </a:xfrm>
        </p:grpSpPr>
        <p:sp>
          <p:nvSpPr>
            <p:cNvPr id="1380" name="Google Shape;1380;p46"/>
            <p:cNvSpPr/>
            <p:nvPr/>
          </p:nvSpPr>
          <p:spPr>
            <a:xfrm>
              <a:off x="2479175" y="1185150"/>
              <a:ext cx="39000" cy="39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46"/>
            <p:cNvSpPr/>
            <p:nvPr/>
          </p:nvSpPr>
          <p:spPr>
            <a:xfrm>
              <a:off x="2563400" y="1185150"/>
              <a:ext cx="39000" cy="39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46"/>
            <p:cNvSpPr/>
            <p:nvPr/>
          </p:nvSpPr>
          <p:spPr>
            <a:xfrm>
              <a:off x="2647625" y="1185150"/>
              <a:ext cx="39000" cy="39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3" name="Google Shape;1383;p46"/>
          <p:cNvGrpSpPr/>
          <p:nvPr/>
        </p:nvGrpSpPr>
        <p:grpSpPr>
          <a:xfrm>
            <a:off x="7091927" y="1145975"/>
            <a:ext cx="170342" cy="170086"/>
            <a:chOff x="6665552" y="1145975"/>
            <a:chExt cx="170342" cy="170086"/>
          </a:xfrm>
        </p:grpSpPr>
        <p:sp>
          <p:nvSpPr>
            <p:cNvPr id="1384" name="Google Shape;1384;p46"/>
            <p:cNvSpPr/>
            <p:nvPr/>
          </p:nvSpPr>
          <p:spPr>
            <a:xfrm>
              <a:off x="6665552" y="1145975"/>
              <a:ext cx="135600" cy="135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85" name="Google Shape;1385;p46"/>
            <p:cNvCxnSpPr>
              <a:stCxn id="1384" idx="5"/>
            </p:cNvCxnSpPr>
            <p:nvPr/>
          </p:nvCxnSpPr>
          <p:spPr>
            <a:xfrm>
              <a:off x="6781294" y="1261461"/>
              <a:ext cx="54600" cy="54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386" name="Google Shape;1386;p46"/>
          <p:cNvSpPr txBox="1">
            <a:spLocks noGrp="1"/>
          </p:cNvSpPr>
          <p:nvPr>
            <p:ph idx="4294967295"/>
          </p:nvPr>
        </p:nvSpPr>
        <p:spPr>
          <a:xfrm>
            <a:off x="7291175" y="1143600"/>
            <a:ext cx="913800" cy="168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Lexend Deca Medium"/>
                <a:ea typeface="Lexend Deca Medium"/>
                <a:cs typeface="Lexend Deca Medium"/>
                <a:sym typeface="Lexend Deca Medium"/>
              </a:rPr>
              <a:t>7 features</a:t>
            </a:r>
            <a:endParaRPr sz="1200">
              <a:latin typeface="Lexend Deca Medium"/>
              <a:ea typeface="Lexend Deca Medium"/>
              <a:cs typeface="Lexend Deca Medium"/>
              <a:sym typeface="Lexend Deca Medium"/>
            </a:endParaRPr>
          </a:p>
        </p:txBody>
      </p:sp>
      <p:sp>
        <p:nvSpPr>
          <p:cNvPr id="1387" name="Google Shape;1387;p46"/>
          <p:cNvSpPr/>
          <p:nvPr/>
        </p:nvSpPr>
        <p:spPr>
          <a:xfrm>
            <a:off x="8204984" y="1213950"/>
            <a:ext cx="88275" cy="54150"/>
          </a:xfrm>
          <a:custGeom>
            <a:avLst/>
            <a:gdLst/>
            <a:ahLst/>
            <a:cxnLst/>
            <a:rect l="l" t="t" r="r" b="b"/>
            <a:pathLst>
              <a:path w="3531" h="2166" extrusionOk="0">
                <a:moveTo>
                  <a:pt x="0" y="68"/>
                </a:moveTo>
                <a:lnTo>
                  <a:pt x="1742" y="2166"/>
                </a:lnTo>
                <a:lnTo>
                  <a:pt x="3531" y="0"/>
                </a:lnTo>
              </a:path>
            </a:pathLst>
          </a:custGeom>
          <a:noFill/>
          <a:ln w="9525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1388" name="Google Shape;1388;p46"/>
          <p:cNvGrpSpPr/>
          <p:nvPr/>
        </p:nvGrpSpPr>
        <p:grpSpPr>
          <a:xfrm>
            <a:off x="1875526" y="4321000"/>
            <a:ext cx="223538" cy="197796"/>
            <a:chOff x="1044755" y="4177543"/>
            <a:chExt cx="452322" cy="400153"/>
          </a:xfrm>
        </p:grpSpPr>
        <p:sp>
          <p:nvSpPr>
            <p:cNvPr id="1389" name="Google Shape;1389;p46"/>
            <p:cNvSpPr/>
            <p:nvPr/>
          </p:nvSpPr>
          <p:spPr>
            <a:xfrm>
              <a:off x="1044755" y="4256888"/>
              <a:ext cx="450361" cy="320808"/>
            </a:xfrm>
            <a:custGeom>
              <a:avLst/>
              <a:gdLst/>
              <a:ahLst/>
              <a:cxnLst/>
              <a:rect l="l" t="t" r="r" b="b"/>
              <a:pathLst>
                <a:path w="9445" h="6728" extrusionOk="0">
                  <a:moveTo>
                    <a:pt x="7627" y="376"/>
                  </a:moveTo>
                  <a:cubicBezTo>
                    <a:pt x="8141" y="376"/>
                    <a:pt x="8570" y="792"/>
                    <a:pt x="8585" y="1304"/>
                  </a:cubicBezTo>
                  <a:lnTo>
                    <a:pt x="8141" y="1304"/>
                  </a:lnTo>
                  <a:cubicBezTo>
                    <a:pt x="8043" y="1304"/>
                    <a:pt x="7960" y="1388"/>
                    <a:pt x="7960" y="1499"/>
                  </a:cubicBezTo>
                  <a:cubicBezTo>
                    <a:pt x="7960" y="1596"/>
                    <a:pt x="8043" y="1679"/>
                    <a:pt x="8141" y="1679"/>
                  </a:cubicBezTo>
                  <a:lnTo>
                    <a:pt x="8585" y="1679"/>
                  </a:lnTo>
                  <a:lnTo>
                    <a:pt x="8585" y="2053"/>
                  </a:lnTo>
                  <a:lnTo>
                    <a:pt x="8141" y="2053"/>
                  </a:lnTo>
                  <a:cubicBezTo>
                    <a:pt x="8043" y="2053"/>
                    <a:pt x="7960" y="2123"/>
                    <a:pt x="7960" y="2234"/>
                  </a:cubicBezTo>
                  <a:cubicBezTo>
                    <a:pt x="7960" y="2331"/>
                    <a:pt x="8043" y="2414"/>
                    <a:pt x="8141" y="2414"/>
                  </a:cubicBezTo>
                  <a:lnTo>
                    <a:pt x="8585" y="2414"/>
                  </a:lnTo>
                  <a:lnTo>
                    <a:pt x="8585" y="2844"/>
                  </a:lnTo>
                  <a:lnTo>
                    <a:pt x="6657" y="2844"/>
                  </a:lnTo>
                  <a:lnTo>
                    <a:pt x="6657" y="2414"/>
                  </a:lnTo>
                  <a:lnTo>
                    <a:pt x="7100" y="2414"/>
                  </a:lnTo>
                  <a:cubicBezTo>
                    <a:pt x="7198" y="2414"/>
                    <a:pt x="7281" y="2331"/>
                    <a:pt x="7281" y="2234"/>
                  </a:cubicBezTo>
                  <a:cubicBezTo>
                    <a:pt x="7281" y="2123"/>
                    <a:pt x="7198" y="2053"/>
                    <a:pt x="7100" y="2053"/>
                  </a:cubicBezTo>
                  <a:lnTo>
                    <a:pt x="6657" y="2053"/>
                  </a:lnTo>
                  <a:lnTo>
                    <a:pt x="6657" y="1679"/>
                  </a:lnTo>
                  <a:lnTo>
                    <a:pt x="7100" y="1679"/>
                  </a:lnTo>
                  <a:cubicBezTo>
                    <a:pt x="7198" y="1679"/>
                    <a:pt x="7281" y="1596"/>
                    <a:pt x="7281" y="1499"/>
                  </a:cubicBezTo>
                  <a:cubicBezTo>
                    <a:pt x="7281" y="1388"/>
                    <a:pt x="7198" y="1304"/>
                    <a:pt x="7100" y="1304"/>
                  </a:cubicBezTo>
                  <a:lnTo>
                    <a:pt x="6657" y="1304"/>
                  </a:lnTo>
                  <a:cubicBezTo>
                    <a:pt x="6671" y="792"/>
                    <a:pt x="7100" y="376"/>
                    <a:pt x="7627" y="376"/>
                  </a:cubicBezTo>
                  <a:close/>
                  <a:moveTo>
                    <a:pt x="9070" y="3205"/>
                  </a:moveTo>
                  <a:lnTo>
                    <a:pt x="9070" y="3676"/>
                  </a:lnTo>
                  <a:lnTo>
                    <a:pt x="6172" y="3676"/>
                  </a:lnTo>
                  <a:lnTo>
                    <a:pt x="6172" y="3205"/>
                  </a:lnTo>
                  <a:close/>
                  <a:moveTo>
                    <a:pt x="8585" y="4050"/>
                  </a:moveTo>
                  <a:lnTo>
                    <a:pt x="8585" y="4272"/>
                  </a:lnTo>
                  <a:cubicBezTo>
                    <a:pt x="8585" y="4522"/>
                    <a:pt x="8376" y="4730"/>
                    <a:pt x="8127" y="4730"/>
                  </a:cubicBezTo>
                  <a:lnTo>
                    <a:pt x="7115" y="4730"/>
                  </a:lnTo>
                  <a:cubicBezTo>
                    <a:pt x="6865" y="4730"/>
                    <a:pt x="6657" y="4522"/>
                    <a:pt x="6657" y="4272"/>
                  </a:cubicBezTo>
                  <a:lnTo>
                    <a:pt x="6657" y="4050"/>
                  </a:lnTo>
                  <a:close/>
                  <a:moveTo>
                    <a:pt x="7864" y="5104"/>
                  </a:moveTo>
                  <a:lnTo>
                    <a:pt x="7864" y="5604"/>
                  </a:lnTo>
                  <a:lnTo>
                    <a:pt x="7378" y="5604"/>
                  </a:lnTo>
                  <a:lnTo>
                    <a:pt x="7378" y="5104"/>
                  </a:lnTo>
                  <a:close/>
                  <a:moveTo>
                    <a:pt x="8363" y="5979"/>
                  </a:moveTo>
                  <a:cubicBezTo>
                    <a:pt x="8487" y="5979"/>
                    <a:pt x="8598" y="6089"/>
                    <a:pt x="8598" y="6214"/>
                  </a:cubicBezTo>
                  <a:lnTo>
                    <a:pt x="8598" y="6367"/>
                  </a:lnTo>
                  <a:lnTo>
                    <a:pt x="6671" y="6367"/>
                  </a:lnTo>
                  <a:lnTo>
                    <a:pt x="6671" y="6214"/>
                  </a:lnTo>
                  <a:cubicBezTo>
                    <a:pt x="6671" y="6089"/>
                    <a:pt x="6768" y="5979"/>
                    <a:pt x="6906" y="5979"/>
                  </a:cubicBezTo>
                  <a:close/>
                  <a:moveTo>
                    <a:pt x="7627" y="1"/>
                  </a:moveTo>
                  <a:cubicBezTo>
                    <a:pt x="6906" y="1"/>
                    <a:pt x="6311" y="583"/>
                    <a:pt x="6296" y="1304"/>
                  </a:cubicBezTo>
                  <a:lnTo>
                    <a:pt x="4591" y="1304"/>
                  </a:lnTo>
                  <a:cubicBezTo>
                    <a:pt x="4493" y="1304"/>
                    <a:pt x="4410" y="1388"/>
                    <a:pt x="4410" y="1485"/>
                  </a:cubicBezTo>
                  <a:cubicBezTo>
                    <a:pt x="4410" y="1582"/>
                    <a:pt x="4493" y="1665"/>
                    <a:pt x="4591" y="1665"/>
                  </a:cubicBezTo>
                  <a:lnTo>
                    <a:pt x="6296" y="1665"/>
                  </a:lnTo>
                  <a:lnTo>
                    <a:pt x="6296" y="2844"/>
                  </a:lnTo>
                  <a:lnTo>
                    <a:pt x="5991" y="2844"/>
                  </a:lnTo>
                  <a:cubicBezTo>
                    <a:pt x="5894" y="2844"/>
                    <a:pt x="5811" y="2928"/>
                    <a:pt x="5811" y="3024"/>
                  </a:cubicBezTo>
                  <a:lnTo>
                    <a:pt x="5811" y="3871"/>
                  </a:lnTo>
                  <a:cubicBezTo>
                    <a:pt x="5811" y="3967"/>
                    <a:pt x="5894" y="4050"/>
                    <a:pt x="5991" y="4050"/>
                  </a:cubicBezTo>
                  <a:lnTo>
                    <a:pt x="6296" y="4050"/>
                  </a:lnTo>
                  <a:lnTo>
                    <a:pt x="6296" y="4272"/>
                  </a:lnTo>
                  <a:lnTo>
                    <a:pt x="6296" y="4314"/>
                  </a:lnTo>
                  <a:lnTo>
                    <a:pt x="999" y="4314"/>
                  </a:lnTo>
                  <a:cubicBezTo>
                    <a:pt x="652" y="4314"/>
                    <a:pt x="361" y="4023"/>
                    <a:pt x="361" y="3676"/>
                  </a:cubicBezTo>
                  <a:lnTo>
                    <a:pt x="361" y="2317"/>
                  </a:lnTo>
                  <a:cubicBezTo>
                    <a:pt x="361" y="1957"/>
                    <a:pt x="652" y="1665"/>
                    <a:pt x="999" y="1665"/>
                  </a:cubicBezTo>
                  <a:lnTo>
                    <a:pt x="2954" y="1665"/>
                  </a:lnTo>
                  <a:cubicBezTo>
                    <a:pt x="3065" y="1665"/>
                    <a:pt x="3149" y="1582"/>
                    <a:pt x="3149" y="1485"/>
                  </a:cubicBezTo>
                  <a:cubicBezTo>
                    <a:pt x="3149" y="1388"/>
                    <a:pt x="3065" y="1304"/>
                    <a:pt x="2954" y="1304"/>
                  </a:cubicBezTo>
                  <a:lnTo>
                    <a:pt x="999" y="1304"/>
                  </a:lnTo>
                  <a:cubicBezTo>
                    <a:pt x="444" y="1304"/>
                    <a:pt x="0" y="1763"/>
                    <a:pt x="0" y="2317"/>
                  </a:cubicBezTo>
                  <a:lnTo>
                    <a:pt x="0" y="3676"/>
                  </a:lnTo>
                  <a:cubicBezTo>
                    <a:pt x="0" y="4231"/>
                    <a:pt x="444" y="4688"/>
                    <a:pt x="999" y="4688"/>
                  </a:cubicBezTo>
                  <a:lnTo>
                    <a:pt x="6407" y="4688"/>
                  </a:lnTo>
                  <a:cubicBezTo>
                    <a:pt x="6532" y="4897"/>
                    <a:pt x="6754" y="5063"/>
                    <a:pt x="7004" y="5091"/>
                  </a:cubicBezTo>
                  <a:lnTo>
                    <a:pt x="7004" y="5604"/>
                  </a:lnTo>
                  <a:lnTo>
                    <a:pt x="6906" y="5604"/>
                  </a:lnTo>
                  <a:cubicBezTo>
                    <a:pt x="6573" y="5604"/>
                    <a:pt x="6296" y="5881"/>
                    <a:pt x="6296" y="6214"/>
                  </a:cubicBezTo>
                  <a:lnTo>
                    <a:pt x="6296" y="6547"/>
                  </a:lnTo>
                  <a:cubicBezTo>
                    <a:pt x="6296" y="6644"/>
                    <a:pt x="6379" y="6727"/>
                    <a:pt x="6477" y="6727"/>
                  </a:cubicBezTo>
                  <a:lnTo>
                    <a:pt x="8779" y="6727"/>
                  </a:lnTo>
                  <a:cubicBezTo>
                    <a:pt x="8890" y="6727"/>
                    <a:pt x="8973" y="6644"/>
                    <a:pt x="8973" y="6547"/>
                  </a:cubicBezTo>
                  <a:lnTo>
                    <a:pt x="8973" y="6214"/>
                  </a:lnTo>
                  <a:cubicBezTo>
                    <a:pt x="8973" y="5881"/>
                    <a:pt x="8696" y="5604"/>
                    <a:pt x="8363" y="5604"/>
                  </a:cubicBezTo>
                  <a:lnTo>
                    <a:pt x="8238" y="5604"/>
                  </a:lnTo>
                  <a:lnTo>
                    <a:pt x="8238" y="5091"/>
                  </a:lnTo>
                  <a:cubicBezTo>
                    <a:pt x="8640" y="5036"/>
                    <a:pt x="8959" y="4688"/>
                    <a:pt x="8959" y="4272"/>
                  </a:cubicBezTo>
                  <a:lnTo>
                    <a:pt x="8959" y="4050"/>
                  </a:lnTo>
                  <a:lnTo>
                    <a:pt x="9251" y="4050"/>
                  </a:lnTo>
                  <a:cubicBezTo>
                    <a:pt x="9361" y="4050"/>
                    <a:pt x="9445" y="3967"/>
                    <a:pt x="9445" y="3871"/>
                  </a:cubicBezTo>
                  <a:lnTo>
                    <a:pt x="9445" y="3024"/>
                  </a:lnTo>
                  <a:cubicBezTo>
                    <a:pt x="9445" y="2928"/>
                    <a:pt x="9361" y="2844"/>
                    <a:pt x="9251" y="2844"/>
                  </a:cubicBezTo>
                  <a:lnTo>
                    <a:pt x="8959" y="2844"/>
                  </a:lnTo>
                  <a:lnTo>
                    <a:pt x="8959" y="1332"/>
                  </a:lnTo>
                  <a:cubicBezTo>
                    <a:pt x="8959" y="611"/>
                    <a:pt x="8349" y="1"/>
                    <a:pt x="76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46"/>
            <p:cNvSpPr/>
            <p:nvPr/>
          </p:nvSpPr>
          <p:spPr>
            <a:xfrm>
              <a:off x="1091724" y="4361410"/>
              <a:ext cx="38384" cy="76721"/>
            </a:xfrm>
            <a:custGeom>
              <a:avLst/>
              <a:gdLst/>
              <a:ahLst/>
              <a:cxnLst/>
              <a:rect l="l" t="t" r="r" b="b"/>
              <a:pathLst>
                <a:path w="805" h="1609" extrusionOk="0">
                  <a:moveTo>
                    <a:pt x="194" y="0"/>
                  </a:moveTo>
                  <a:cubicBezTo>
                    <a:pt x="83" y="0"/>
                    <a:pt x="0" y="83"/>
                    <a:pt x="0" y="181"/>
                  </a:cubicBezTo>
                  <a:lnTo>
                    <a:pt x="0" y="1415"/>
                  </a:lnTo>
                  <a:cubicBezTo>
                    <a:pt x="0" y="1512"/>
                    <a:pt x="69" y="1581"/>
                    <a:pt x="152" y="1595"/>
                  </a:cubicBezTo>
                  <a:cubicBezTo>
                    <a:pt x="167" y="1609"/>
                    <a:pt x="485" y="1609"/>
                    <a:pt x="624" y="1609"/>
                  </a:cubicBezTo>
                  <a:cubicBezTo>
                    <a:pt x="721" y="1609"/>
                    <a:pt x="805" y="1526"/>
                    <a:pt x="805" y="1415"/>
                  </a:cubicBezTo>
                  <a:cubicBezTo>
                    <a:pt x="805" y="1318"/>
                    <a:pt x="721" y="1235"/>
                    <a:pt x="624" y="1235"/>
                  </a:cubicBezTo>
                  <a:lnTo>
                    <a:pt x="374" y="1235"/>
                  </a:lnTo>
                  <a:lnTo>
                    <a:pt x="374" y="181"/>
                  </a:lnTo>
                  <a:cubicBezTo>
                    <a:pt x="374" y="83"/>
                    <a:pt x="291" y="0"/>
                    <a:pt x="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46"/>
            <p:cNvSpPr/>
            <p:nvPr/>
          </p:nvSpPr>
          <p:spPr>
            <a:xfrm>
              <a:off x="1146560" y="4361410"/>
              <a:ext cx="17261" cy="76721"/>
            </a:xfrm>
            <a:custGeom>
              <a:avLst/>
              <a:gdLst/>
              <a:ahLst/>
              <a:cxnLst/>
              <a:rect l="l" t="t" r="r" b="b"/>
              <a:pathLst>
                <a:path w="362" h="1609" extrusionOk="0">
                  <a:moveTo>
                    <a:pt x="182" y="0"/>
                  </a:moveTo>
                  <a:cubicBezTo>
                    <a:pt x="84" y="0"/>
                    <a:pt x="1" y="83"/>
                    <a:pt x="1" y="181"/>
                  </a:cubicBezTo>
                  <a:lnTo>
                    <a:pt x="1" y="1415"/>
                  </a:lnTo>
                  <a:cubicBezTo>
                    <a:pt x="1" y="1526"/>
                    <a:pt x="84" y="1609"/>
                    <a:pt x="182" y="1609"/>
                  </a:cubicBezTo>
                  <a:cubicBezTo>
                    <a:pt x="278" y="1609"/>
                    <a:pt x="361" y="1526"/>
                    <a:pt x="361" y="1415"/>
                  </a:cubicBezTo>
                  <a:lnTo>
                    <a:pt x="361" y="181"/>
                  </a:lnTo>
                  <a:cubicBezTo>
                    <a:pt x="361" y="83"/>
                    <a:pt x="278" y="0"/>
                    <a:pt x="1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46"/>
            <p:cNvSpPr/>
            <p:nvPr/>
          </p:nvSpPr>
          <p:spPr>
            <a:xfrm>
              <a:off x="1256327" y="4361410"/>
              <a:ext cx="42390" cy="76721"/>
            </a:xfrm>
            <a:custGeom>
              <a:avLst/>
              <a:gdLst/>
              <a:ahLst/>
              <a:cxnLst/>
              <a:rect l="l" t="t" r="r" b="b"/>
              <a:pathLst>
                <a:path w="889" h="1609" extrusionOk="0">
                  <a:moveTo>
                    <a:pt x="182" y="0"/>
                  </a:moveTo>
                  <a:cubicBezTo>
                    <a:pt x="84" y="0"/>
                    <a:pt x="1" y="83"/>
                    <a:pt x="1" y="194"/>
                  </a:cubicBezTo>
                  <a:lnTo>
                    <a:pt x="1" y="1415"/>
                  </a:lnTo>
                  <a:cubicBezTo>
                    <a:pt x="1" y="1526"/>
                    <a:pt x="84" y="1609"/>
                    <a:pt x="182" y="1609"/>
                  </a:cubicBezTo>
                  <a:lnTo>
                    <a:pt x="709" y="1609"/>
                  </a:lnTo>
                  <a:cubicBezTo>
                    <a:pt x="805" y="1609"/>
                    <a:pt x="888" y="1526"/>
                    <a:pt x="888" y="1415"/>
                  </a:cubicBezTo>
                  <a:cubicBezTo>
                    <a:pt x="888" y="1318"/>
                    <a:pt x="805" y="1235"/>
                    <a:pt x="709" y="1235"/>
                  </a:cubicBezTo>
                  <a:lnTo>
                    <a:pt x="376" y="1235"/>
                  </a:lnTo>
                  <a:lnTo>
                    <a:pt x="376" y="985"/>
                  </a:lnTo>
                  <a:lnTo>
                    <a:pt x="666" y="985"/>
                  </a:lnTo>
                  <a:cubicBezTo>
                    <a:pt x="764" y="985"/>
                    <a:pt x="847" y="902"/>
                    <a:pt x="847" y="804"/>
                  </a:cubicBezTo>
                  <a:cubicBezTo>
                    <a:pt x="847" y="708"/>
                    <a:pt x="764" y="625"/>
                    <a:pt x="666" y="625"/>
                  </a:cubicBezTo>
                  <a:lnTo>
                    <a:pt x="376" y="625"/>
                  </a:lnTo>
                  <a:lnTo>
                    <a:pt x="376" y="375"/>
                  </a:lnTo>
                  <a:lnTo>
                    <a:pt x="709" y="375"/>
                  </a:lnTo>
                  <a:cubicBezTo>
                    <a:pt x="805" y="375"/>
                    <a:pt x="888" y="292"/>
                    <a:pt x="888" y="194"/>
                  </a:cubicBezTo>
                  <a:cubicBezTo>
                    <a:pt x="888" y="83"/>
                    <a:pt x="805" y="0"/>
                    <a:pt x="7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46"/>
            <p:cNvSpPr/>
            <p:nvPr/>
          </p:nvSpPr>
          <p:spPr>
            <a:xfrm>
              <a:off x="1178985" y="4361029"/>
              <a:ext cx="62226" cy="77103"/>
            </a:xfrm>
            <a:custGeom>
              <a:avLst/>
              <a:gdLst/>
              <a:ahLst/>
              <a:cxnLst/>
              <a:rect l="l" t="t" r="r" b="b"/>
              <a:pathLst>
                <a:path w="1305" h="1617" extrusionOk="0">
                  <a:moveTo>
                    <a:pt x="203" y="1"/>
                  </a:moveTo>
                  <a:cubicBezTo>
                    <a:pt x="187" y="1"/>
                    <a:pt x="170" y="3"/>
                    <a:pt x="153" y="8"/>
                  </a:cubicBezTo>
                  <a:cubicBezTo>
                    <a:pt x="56" y="50"/>
                    <a:pt x="1" y="147"/>
                    <a:pt x="42" y="244"/>
                  </a:cubicBezTo>
                  <a:lnTo>
                    <a:pt x="458" y="1478"/>
                  </a:lnTo>
                  <a:cubicBezTo>
                    <a:pt x="486" y="1561"/>
                    <a:pt x="569" y="1617"/>
                    <a:pt x="666" y="1617"/>
                  </a:cubicBezTo>
                  <a:cubicBezTo>
                    <a:pt x="750" y="1617"/>
                    <a:pt x="833" y="1548"/>
                    <a:pt x="861" y="1465"/>
                  </a:cubicBezTo>
                  <a:lnTo>
                    <a:pt x="1262" y="244"/>
                  </a:lnTo>
                  <a:cubicBezTo>
                    <a:pt x="1304" y="147"/>
                    <a:pt x="1249" y="50"/>
                    <a:pt x="1151" y="8"/>
                  </a:cubicBezTo>
                  <a:cubicBezTo>
                    <a:pt x="1134" y="3"/>
                    <a:pt x="1117" y="1"/>
                    <a:pt x="1100" y="1"/>
                  </a:cubicBezTo>
                  <a:cubicBezTo>
                    <a:pt x="1019" y="1"/>
                    <a:pt x="939" y="53"/>
                    <a:pt x="916" y="133"/>
                  </a:cubicBezTo>
                  <a:lnTo>
                    <a:pt x="652" y="910"/>
                  </a:lnTo>
                  <a:lnTo>
                    <a:pt x="389" y="133"/>
                  </a:lnTo>
                  <a:cubicBezTo>
                    <a:pt x="354" y="53"/>
                    <a:pt x="282" y="1"/>
                    <a:pt x="2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46"/>
            <p:cNvSpPr/>
            <p:nvPr/>
          </p:nvSpPr>
          <p:spPr>
            <a:xfrm>
              <a:off x="1216035" y="4319258"/>
              <a:ext cx="19216" cy="17786"/>
            </a:xfrm>
            <a:custGeom>
              <a:avLst/>
              <a:gdLst/>
              <a:ahLst/>
              <a:cxnLst/>
              <a:rect l="l" t="t" r="r" b="b"/>
              <a:pathLst>
                <a:path w="403" h="373" extrusionOk="0">
                  <a:moveTo>
                    <a:pt x="205" y="0"/>
                  </a:moveTo>
                  <a:cubicBezTo>
                    <a:pt x="161" y="0"/>
                    <a:pt x="117" y="18"/>
                    <a:pt x="84" y="52"/>
                  </a:cubicBezTo>
                  <a:cubicBezTo>
                    <a:pt x="14" y="107"/>
                    <a:pt x="0" y="218"/>
                    <a:pt x="41" y="288"/>
                  </a:cubicBezTo>
                  <a:cubicBezTo>
                    <a:pt x="82" y="346"/>
                    <a:pt x="142" y="373"/>
                    <a:pt x="200" y="373"/>
                  </a:cubicBezTo>
                  <a:cubicBezTo>
                    <a:pt x="281" y="373"/>
                    <a:pt x="358" y="321"/>
                    <a:pt x="374" y="233"/>
                  </a:cubicBezTo>
                  <a:cubicBezTo>
                    <a:pt x="402" y="150"/>
                    <a:pt x="361" y="66"/>
                    <a:pt x="291" y="24"/>
                  </a:cubicBezTo>
                  <a:cubicBezTo>
                    <a:pt x="264" y="8"/>
                    <a:pt x="234" y="0"/>
                    <a:pt x="2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46"/>
            <p:cNvSpPr/>
            <p:nvPr/>
          </p:nvSpPr>
          <p:spPr>
            <a:xfrm>
              <a:off x="1353554" y="4216595"/>
              <a:ext cx="109145" cy="33235"/>
            </a:xfrm>
            <a:custGeom>
              <a:avLst/>
              <a:gdLst/>
              <a:ahLst/>
              <a:cxnLst/>
              <a:rect l="l" t="t" r="r" b="b"/>
              <a:pathLst>
                <a:path w="2289" h="697" extrusionOk="0">
                  <a:moveTo>
                    <a:pt x="1151" y="0"/>
                  </a:moveTo>
                  <a:cubicBezTo>
                    <a:pt x="750" y="0"/>
                    <a:pt x="375" y="125"/>
                    <a:pt x="84" y="361"/>
                  </a:cubicBezTo>
                  <a:cubicBezTo>
                    <a:pt x="14" y="430"/>
                    <a:pt x="1" y="555"/>
                    <a:pt x="70" y="624"/>
                  </a:cubicBezTo>
                  <a:cubicBezTo>
                    <a:pt x="109" y="671"/>
                    <a:pt x="162" y="696"/>
                    <a:pt x="216" y="696"/>
                  </a:cubicBezTo>
                  <a:cubicBezTo>
                    <a:pt x="257" y="696"/>
                    <a:pt x="298" y="682"/>
                    <a:pt x="334" y="652"/>
                  </a:cubicBezTo>
                  <a:cubicBezTo>
                    <a:pt x="556" y="458"/>
                    <a:pt x="850" y="361"/>
                    <a:pt x="1147" y="361"/>
                  </a:cubicBezTo>
                  <a:cubicBezTo>
                    <a:pt x="1443" y="361"/>
                    <a:pt x="1741" y="458"/>
                    <a:pt x="1970" y="652"/>
                  </a:cubicBezTo>
                  <a:cubicBezTo>
                    <a:pt x="2001" y="677"/>
                    <a:pt x="2043" y="690"/>
                    <a:pt x="2086" y="690"/>
                  </a:cubicBezTo>
                  <a:cubicBezTo>
                    <a:pt x="2138" y="690"/>
                    <a:pt x="2189" y="670"/>
                    <a:pt x="2220" y="624"/>
                  </a:cubicBezTo>
                  <a:cubicBezTo>
                    <a:pt x="2289" y="555"/>
                    <a:pt x="2289" y="430"/>
                    <a:pt x="2205" y="361"/>
                  </a:cubicBezTo>
                  <a:cubicBezTo>
                    <a:pt x="1915" y="125"/>
                    <a:pt x="1540" y="0"/>
                    <a:pt x="1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46"/>
            <p:cNvSpPr/>
            <p:nvPr/>
          </p:nvSpPr>
          <p:spPr>
            <a:xfrm>
              <a:off x="1319842" y="4177543"/>
              <a:ext cx="177236" cy="45728"/>
            </a:xfrm>
            <a:custGeom>
              <a:avLst/>
              <a:gdLst/>
              <a:ahLst/>
              <a:cxnLst/>
              <a:rect l="l" t="t" r="r" b="b"/>
              <a:pathLst>
                <a:path w="3717" h="959" extrusionOk="0">
                  <a:moveTo>
                    <a:pt x="1858" y="1"/>
                  </a:moveTo>
                  <a:cubicBezTo>
                    <a:pt x="1193" y="1"/>
                    <a:pt x="555" y="223"/>
                    <a:pt x="83" y="625"/>
                  </a:cubicBezTo>
                  <a:cubicBezTo>
                    <a:pt x="0" y="694"/>
                    <a:pt x="0" y="819"/>
                    <a:pt x="56" y="888"/>
                  </a:cubicBezTo>
                  <a:cubicBezTo>
                    <a:pt x="94" y="934"/>
                    <a:pt x="145" y="955"/>
                    <a:pt x="197" y="955"/>
                  </a:cubicBezTo>
                  <a:cubicBezTo>
                    <a:pt x="239" y="955"/>
                    <a:pt x="282" y="941"/>
                    <a:pt x="320" y="916"/>
                  </a:cubicBezTo>
                  <a:cubicBezTo>
                    <a:pt x="742" y="555"/>
                    <a:pt x="1297" y="375"/>
                    <a:pt x="1852" y="375"/>
                  </a:cubicBezTo>
                  <a:cubicBezTo>
                    <a:pt x="2406" y="375"/>
                    <a:pt x="2961" y="555"/>
                    <a:pt x="3384" y="916"/>
                  </a:cubicBezTo>
                  <a:cubicBezTo>
                    <a:pt x="3426" y="944"/>
                    <a:pt x="3467" y="958"/>
                    <a:pt x="3509" y="958"/>
                  </a:cubicBezTo>
                  <a:cubicBezTo>
                    <a:pt x="3565" y="958"/>
                    <a:pt x="3606" y="930"/>
                    <a:pt x="3648" y="888"/>
                  </a:cubicBezTo>
                  <a:cubicBezTo>
                    <a:pt x="3717" y="819"/>
                    <a:pt x="3703" y="694"/>
                    <a:pt x="3620" y="625"/>
                  </a:cubicBezTo>
                  <a:cubicBezTo>
                    <a:pt x="3149" y="223"/>
                    <a:pt x="2524" y="1"/>
                    <a:pt x="18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7" name="Google Shape;1397;p46"/>
          <p:cNvGrpSpPr/>
          <p:nvPr/>
        </p:nvGrpSpPr>
        <p:grpSpPr>
          <a:xfrm>
            <a:off x="1886779" y="3926292"/>
            <a:ext cx="201031" cy="222972"/>
            <a:chOff x="1801208" y="4152413"/>
            <a:chExt cx="406782" cy="451086"/>
          </a:xfrm>
        </p:grpSpPr>
        <p:sp>
          <p:nvSpPr>
            <p:cNvPr id="1398" name="Google Shape;1398;p46"/>
            <p:cNvSpPr/>
            <p:nvPr/>
          </p:nvSpPr>
          <p:spPr>
            <a:xfrm>
              <a:off x="1899102" y="4152413"/>
              <a:ext cx="308887" cy="451029"/>
            </a:xfrm>
            <a:custGeom>
              <a:avLst/>
              <a:gdLst/>
              <a:ahLst/>
              <a:cxnLst/>
              <a:rect l="l" t="t" r="r" b="b"/>
              <a:pathLst>
                <a:path w="6478" h="9459" extrusionOk="0">
                  <a:moveTo>
                    <a:pt x="5923" y="4244"/>
                  </a:moveTo>
                  <a:cubicBezTo>
                    <a:pt x="6019" y="4244"/>
                    <a:pt x="6102" y="4314"/>
                    <a:pt x="6102" y="4411"/>
                  </a:cubicBezTo>
                  <a:lnTo>
                    <a:pt x="6102" y="5035"/>
                  </a:lnTo>
                  <a:cubicBezTo>
                    <a:pt x="6102" y="5132"/>
                    <a:pt x="6019" y="5215"/>
                    <a:pt x="5923" y="5215"/>
                  </a:cubicBezTo>
                  <a:lnTo>
                    <a:pt x="5839" y="5215"/>
                  </a:lnTo>
                  <a:cubicBezTo>
                    <a:pt x="5728" y="5215"/>
                    <a:pt x="5659" y="5132"/>
                    <a:pt x="5659" y="5035"/>
                  </a:cubicBezTo>
                  <a:lnTo>
                    <a:pt x="5659" y="4411"/>
                  </a:lnTo>
                  <a:cubicBezTo>
                    <a:pt x="5659" y="4314"/>
                    <a:pt x="5728" y="4244"/>
                    <a:pt x="5839" y="4244"/>
                  </a:cubicBezTo>
                  <a:close/>
                  <a:moveTo>
                    <a:pt x="3745" y="2234"/>
                  </a:moveTo>
                  <a:cubicBezTo>
                    <a:pt x="4577" y="2234"/>
                    <a:pt x="5285" y="2941"/>
                    <a:pt x="5285" y="3773"/>
                  </a:cubicBezTo>
                  <a:lnTo>
                    <a:pt x="5285" y="5603"/>
                  </a:lnTo>
                  <a:cubicBezTo>
                    <a:pt x="5285" y="6450"/>
                    <a:pt x="4577" y="7143"/>
                    <a:pt x="3745" y="7143"/>
                  </a:cubicBezTo>
                  <a:lnTo>
                    <a:pt x="1914" y="7143"/>
                  </a:lnTo>
                  <a:cubicBezTo>
                    <a:pt x="1069" y="7143"/>
                    <a:pt x="375" y="6450"/>
                    <a:pt x="375" y="5603"/>
                  </a:cubicBezTo>
                  <a:lnTo>
                    <a:pt x="375" y="3773"/>
                  </a:lnTo>
                  <a:cubicBezTo>
                    <a:pt x="375" y="3288"/>
                    <a:pt x="611" y="2830"/>
                    <a:pt x="999" y="2539"/>
                  </a:cubicBezTo>
                  <a:cubicBezTo>
                    <a:pt x="1263" y="2345"/>
                    <a:pt x="1581" y="2234"/>
                    <a:pt x="1914" y="2234"/>
                  </a:cubicBezTo>
                  <a:close/>
                  <a:moveTo>
                    <a:pt x="1138" y="1"/>
                  </a:moveTo>
                  <a:cubicBezTo>
                    <a:pt x="1027" y="1"/>
                    <a:pt x="943" y="84"/>
                    <a:pt x="943" y="182"/>
                  </a:cubicBezTo>
                  <a:lnTo>
                    <a:pt x="943" y="861"/>
                  </a:lnTo>
                  <a:cubicBezTo>
                    <a:pt x="943" y="1125"/>
                    <a:pt x="875" y="1388"/>
                    <a:pt x="722" y="1609"/>
                  </a:cubicBezTo>
                  <a:cubicBezTo>
                    <a:pt x="459" y="1998"/>
                    <a:pt x="139" y="2636"/>
                    <a:pt x="43" y="3412"/>
                  </a:cubicBezTo>
                  <a:cubicBezTo>
                    <a:pt x="15" y="3538"/>
                    <a:pt x="0" y="3649"/>
                    <a:pt x="0" y="3773"/>
                  </a:cubicBezTo>
                  <a:lnTo>
                    <a:pt x="0" y="5603"/>
                  </a:lnTo>
                  <a:cubicBezTo>
                    <a:pt x="0" y="5687"/>
                    <a:pt x="0" y="5770"/>
                    <a:pt x="15" y="5853"/>
                  </a:cubicBezTo>
                  <a:cubicBezTo>
                    <a:pt x="84" y="6713"/>
                    <a:pt x="431" y="7421"/>
                    <a:pt x="722" y="7850"/>
                  </a:cubicBezTo>
                  <a:cubicBezTo>
                    <a:pt x="875" y="8072"/>
                    <a:pt x="943" y="8336"/>
                    <a:pt x="943" y="8599"/>
                  </a:cubicBezTo>
                  <a:lnTo>
                    <a:pt x="943" y="9279"/>
                  </a:lnTo>
                  <a:cubicBezTo>
                    <a:pt x="943" y="9376"/>
                    <a:pt x="1027" y="9459"/>
                    <a:pt x="1138" y="9459"/>
                  </a:cubicBezTo>
                  <a:cubicBezTo>
                    <a:pt x="1235" y="9459"/>
                    <a:pt x="1318" y="9376"/>
                    <a:pt x="1318" y="9279"/>
                  </a:cubicBezTo>
                  <a:lnTo>
                    <a:pt x="1318" y="8599"/>
                  </a:lnTo>
                  <a:cubicBezTo>
                    <a:pt x="1318" y="8253"/>
                    <a:pt x="1221" y="7933"/>
                    <a:pt x="1027" y="7643"/>
                  </a:cubicBezTo>
                  <a:cubicBezTo>
                    <a:pt x="930" y="7489"/>
                    <a:pt x="833" y="7323"/>
                    <a:pt x="736" y="7116"/>
                  </a:cubicBezTo>
                  <a:lnTo>
                    <a:pt x="736" y="7116"/>
                  </a:lnTo>
                  <a:cubicBezTo>
                    <a:pt x="1069" y="7379"/>
                    <a:pt x="1485" y="7517"/>
                    <a:pt x="1914" y="7517"/>
                  </a:cubicBezTo>
                  <a:lnTo>
                    <a:pt x="3745" y="7517"/>
                  </a:lnTo>
                  <a:cubicBezTo>
                    <a:pt x="4175" y="7517"/>
                    <a:pt x="4591" y="7379"/>
                    <a:pt x="4937" y="7101"/>
                  </a:cubicBezTo>
                  <a:lnTo>
                    <a:pt x="4937" y="7101"/>
                  </a:lnTo>
                  <a:cubicBezTo>
                    <a:pt x="4841" y="7310"/>
                    <a:pt x="4730" y="7489"/>
                    <a:pt x="4632" y="7643"/>
                  </a:cubicBezTo>
                  <a:cubicBezTo>
                    <a:pt x="4480" y="7878"/>
                    <a:pt x="4383" y="8155"/>
                    <a:pt x="4355" y="8447"/>
                  </a:cubicBezTo>
                  <a:cubicBezTo>
                    <a:pt x="4342" y="8543"/>
                    <a:pt x="4425" y="8641"/>
                    <a:pt x="4521" y="8641"/>
                  </a:cubicBezTo>
                  <a:cubicBezTo>
                    <a:pt x="4529" y="8642"/>
                    <a:pt x="4538" y="8643"/>
                    <a:pt x="4546" y="8643"/>
                  </a:cubicBezTo>
                  <a:cubicBezTo>
                    <a:pt x="4634" y="8643"/>
                    <a:pt x="4716" y="8576"/>
                    <a:pt x="4716" y="8475"/>
                  </a:cubicBezTo>
                  <a:cubicBezTo>
                    <a:pt x="4743" y="8253"/>
                    <a:pt x="4813" y="8031"/>
                    <a:pt x="4937" y="7850"/>
                  </a:cubicBezTo>
                  <a:cubicBezTo>
                    <a:pt x="5381" y="7171"/>
                    <a:pt x="5659" y="6367"/>
                    <a:pt x="5659" y="5562"/>
                  </a:cubicBezTo>
                  <a:cubicBezTo>
                    <a:pt x="5714" y="5576"/>
                    <a:pt x="5769" y="5590"/>
                    <a:pt x="5839" y="5590"/>
                  </a:cubicBezTo>
                  <a:lnTo>
                    <a:pt x="5923" y="5590"/>
                  </a:lnTo>
                  <a:cubicBezTo>
                    <a:pt x="6228" y="5590"/>
                    <a:pt x="6477" y="5340"/>
                    <a:pt x="6477" y="5035"/>
                  </a:cubicBezTo>
                  <a:lnTo>
                    <a:pt x="6477" y="4411"/>
                  </a:lnTo>
                  <a:cubicBezTo>
                    <a:pt x="6477" y="4120"/>
                    <a:pt x="6228" y="3870"/>
                    <a:pt x="5923" y="3870"/>
                  </a:cubicBezTo>
                  <a:lnTo>
                    <a:pt x="5839" y="3870"/>
                  </a:lnTo>
                  <a:cubicBezTo>
                    <a:pt x="5769" y="3870"/>
                    <a:pt x="5714" y="3884"/>
                    <a:pt x="5659" y="3898"/>
                  </a:cubicBezTo>
                  <a:lnTo>
                    <a:pt x="5659" y="3773"/>
                  </a:lnTo>
                  <a:cubicBezTo>
                    <a:pt x="5659" y="3676"/>
                    <a:pt x="5645" y="3593"/>
                    <a:pt x="5631" y="3495"/>
                  </a:cubicBezTo>
                  <a:cubicBezTo>
                    <a:pt x="5548" y="2678"/>
                    <a:pt x="5215" y="2012"/>
                    <a:pt x="4937" y="1609"/>
                  </a:cubicBezTo>
                  <a:cubicBezTo>
                    <a:pt x="4799" y="1388"/>
                    <a:pt x="4716" y="1125"/>
                    <a:pt x="4716" y="861"/>
                  </a:cubicBezTo>
                  <a:lnTo>
                    <a:pt x="4716" y="182"/>
                  </a:lnTo>
                  <a:cubicBezTo>
                    <a:pt x="4716" y="84"/>
                    <a:pt x="4632" y="1"/>
                    <a:pt x="4536" y="1"/>
                  </a:cubicBezTo>
                  <a:cubicBezTo>
                    <a:pt x="4425" y="1"/>
                    <a:pt x="4342" y="84"/>
                    <a:pt x="4342" y="182"/>
                  </a:cubicBezTo>
                  <a:lnTo>
                    <a:pt x="4342" y="861"/>
                  </a:lnTo>
                  <a:cubicBezTo>
                    <a:pt x="4342" y="1193"/>
                    <a:pt x="4438" y="1526"/>
                    <a:pt x="4632" y="1818"/>
                  </a:cubicBezTo>
                  <a:cubicBezTo>
                    <a:pt x="4716" y="1929"/>
                    <a:pt x="4799" y="2081"/>
                    <a:pt x="4882" y="2234"/>
                  </a:cubicBezTo>
                  <a:cubicBezTo>
                    <a:pt x="4549" y="1998"/>
                    <a:pt x="4147" y="1873"/>
                    <a:pt x="3745" y="1873"/>
                  </a:cubicBezTo>
                  <a:lnTo>
                    <a:pt x="1914" y="1873"/>
                  </a:lnTo>
                  <a:cubicBezTo>
                    <a:pt x="1513" y="1873"/>
                    <a:pt x="1110" y="1998"/>
                    <a:pt x="791" y="2234"/>
                  </a:cubicBezTo>
                  <a:cubicBezTo>
                    <a:pt x="860" y="2068"/>
                    <a:pt x="958" y="1929"/>
                    <a:pt x="1027" y="1818"/>
                  </a:cubicBezTo>
                  <a:cubicBezTo>
                    <a:pt x="1221" y="1526"/>
                    <a:pt x="1318" y="1193"/>
                    <a:pt x="1318" y="861"/>
                  </a:cubicBezTo>
                  <a:lnTo>
                    <a:pt x="1318" y="182"/>
                  </a:lnTo>
                  <a:cubicBezTo>
                    <a:pt x="1318" y="84"/>
                    <a:pt x="1235" y="1"/>
                    <a:pt x="11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46"/>
            <p:cNvSpPr/>
            <p:nvPr/>
          </p:nvSpPr>
          <p:spPr>
            <a:xfrm>
              <a:off x="1965907" y="4295512"/>
              <a:ext cx="135609" cy="159164"/>
            </a:xfrm>
            <a:custGeom>
              <a:avLst/>
              <a:gdLst/>
              <a:ahLst/>
              <a:cxnLst/>
              <a:rect l="l" t="t" r="r" b="b"/>
              <a:pathLst>
                <a:path w="2844" h="3338" extrusionOk="0">
                  <a:moveTo>
                    <a:pt x="1040" y="2229"/>
                  </a:moveTo>
                  <a:cubicBezTo>
                    <a:pt x="1249" y="2229"/>
                    <a:pt x="1415" y="2395"/>
                    <a:pt x="1415" y="2589"/>
                  </a:cubicBezTo>
                  <a:lnTo>
                    <a:pt x="1415" y="2602"/>
                  </a:lnTo>
                  <a:lnTo>
                    <a:pt x="1415" y="2617"/>
                  </a:lnTo>
                  <a:cubicBezTo>
                    <a:pt x="1415" y="2811"/>
                    <a:pt x="1249" y="2977"/>
                    <a:pt x="1040" y="2977"/>
                  </a:cubicBezTo>
                  <a:lnTo>
                    <a:pt x="722" y="2977"/>
                  </a:lnTo>
                  <a:cubicBezTo>
                    <a:pt x="528" y="2977"/>
                    <a:pt x="361" y="2811"/>
                    <a:pt x="361" y="2617"/>
                  </a:cubicBezTo>
                  <a:lnTo>
                    <a:pt x="361" y="2589"/>
                  </a:lnTo>
                  <a:cubicBezTo>
                    <a:pt x="361" y="2395"/>
                    <a:pt x="528" y="2229"/>
                    <a:pt x="722" y="2229"/>
                  </a:cubicBezTo>
                  <a:close/>
                  <a:moveTo>
                    <a:pt x="1600" y="1"/>
                  </a:moveTo>
                  <a:cubicBezTo>
                    <a:pt x="1584" y="1"/>
                    <a:pt x="1569" y="4"/>
                    <a:pt x="1554" y="10"/>
                  </a:cubicBezTo>
                  <a:cubicBezTo>
                    <a:pt x="1471" y="23"/>
                    <a:pt x="1415" y="106"/>
                    <a:pt x="1415" y="189"/>
                  </a:cubicBezTo>
                  <a:lnTo>
                    <a:pt x="1415" y="1964"/>
                  </a:lnTo>
                  <a:cubicBezTo>
                    <a:pt x="1304" y="1896"/>
                    <a:pt x="1179" y="1868"/>
                    <a:pt x="1040" y="1868"/>
                  </a:cubicBezTo>
                  <a:lnTo>
                    <a:pt x="722" y="1868"/>
                  </a:lnTo>
                  <a:cubicBezTo>
                    <a:pt x="319" y="1868"/>
                    <a:pt x="1" y="2186"/>
                    <a:pt x="1" y="2589"/>
                  </a:cubicBezTo>
                  <a:lnTo>
                    <a:pt x="1" y="2617"/>
                  </a:lnTo>
                  <a:cubicBezTo>
                    <a:pt x="1" y="3018"/>
                    <a:pt x="319" y="3338"/>
                    <a:pt x="722" y="3338"/>
                  </a:cubicBezTo>
                  <a:lnTo>
                    <a:pt x="1040" y="3338"/>
                  </a:lnTo>
                  <a:cubicBezTo>
                    <a:pt x="1456" y="3338"/>
                    <a:pt x="1776" y="3018"/>
                    <a:pt x="1776" y="2617"/>
                  </a:cubicBezTo>
                  <a:lnTo>
                    <a:pt x="1776" y="2602"/>
                  </a:lnTo>
                  <a:lnTo>
                    <a:pt x="1776" y="2589"/>
                  </a:lnTo>
                  <a:lnTo>
                    <a:pt x="1776" y="605"/>
                  </a:lnTo>
                  <a:cubicBezTo>
                    <a:pt x="1872" y="661"/>
                    <a:pt x="1970" y="716"/>
                    <a:pt x="2094" y="759"/>
                  </a:cubicBezTo>
                  <a:cubicBezTo>
                    <a:pt x="2386" y="842"/>
                    <a:pt x="2455" y="1049"/>
                    <a:pt x="2455" y="1064"/>
                  </a:cubicBezTo>
                  <a:cubicBezTo>
                    <a:pt x="2490" y="1143"/>
                    <a:pt x="2561" y="1195"/>
                    <a:pt x="2640" y="1195"/>
                  </a:cubicBezTo>
                  <a:cubicBezTo>
                    <a:pt x="2657" y="1195"/>
                    <a:pt x="2674" y="1193"/>
                    <a:pt x="2691" y="1188"/>
                  </a:cubicBezTo>
                  <a:cubicBezTo>
                    <a:pt x="2788" y="1160"/>
                    <a:pt x="2843" y="1049"/>
                    <a:pt x="2815" y="953"/>
                  </a:cubicBezTo>
                  <a:cubicBezTo>
                    <a:pt x="2774" y="814"/>
                    <a:pt x="2593" y="522"/>
                    <a:pt x="2205" y="398"/>
                  </a:cubicBezTo>
                  <a:cubicBezTo>
                    <a:pt x="1900" y="315"/>
                    <a:pt x="1761" y="106"/>
                    <a:pt x="1748" y="93"/>
                  </a:cubicBezTo>
                  <a:cubicBezTo>
                    <a:pt x="1715" y="38"/>
                    <a:pt x="1657" y="1"/>
                    <a:pt x="16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46"/>
            <p:cNvSpPr/>
            <p:nvPr/>
          </p:nvSpPr>
          <p:spPr>
            <a:xfrm>
              <a:off x="1844218" y="4326506"/>
              <a:ext cx="35094" cy="97606"/>
            </a:xfrm>
            <a:custGeom>
              <a:avLst/>
              <a:gdLst/>
              <a:ahLst/>
              <a:cxnLst/>
              <a:rect l="l" t="t" r="r" b="b"/>
              <a:pathLst>
                <a:path w="736" h="2047" extrusionOk="0">
                  <a:moveTo>
                    <a:pt x="535" y="1"/>
                  </a:moveTo>
                  <a:cubicBezTo>
                    <a:pt x="486" y="1"/>
                    <a:pt x="438" y="18"/>
                    <a:pt x="403" y="53"/>
                  </a:cubicBezTo>
                  <a:cubicBezTo>
                    <a:pt x="140" y="316"/>
                    <a:pt x="1" y="649"/>
                    <a:pt x="1" y="1024"/>
                  </a:cubicBezTo>
                  <a:cubicBezTo>
                    <a:pt x="1" y="1384"/>
                    <a:pt x="140" y="1731"/>
                    <a:pt x="403" y="1995"/>
                  </a:cubicBezTo>
                  <a:cubicBezTo>
                    <a:pt x="438" y="2029"/>
                    <a:pt x="486" y="2046"/>
                    <a:pt x="535" y="2046"/>
                  </a:cubicBezTo>
                  <a:cubicBezTo>
                    <a:pt x="583" y="2046"/>
                    <a:pt x="632" y="2029"/>
                    <a:pt x="667" y="1995"/>
                  </a:cubicBezTo>
                  <a:cubicBezTo>
                    <a:pt x="735" y="1911"/>
                    <a:pt x="735" y="1800"/>
                    <a:pt x="667" y="1731"/>
                  </a:cubicBezTo>
                  <a:cubicBezTo>
                    <a:pt x="472" y="1536"/>
                    <a:pt x="375" y="1287"/>
                    <a:pt x="375" y="1024"/>
                  </a:cubicBezTo>
                  <a:cubicBezTo>
                    <a:pt x="375" y="760"/>
                    <a:pt x="472" y="510"/>
                    <a:pt x="667" y="316"/>
                  </a:cubicBezTo>
                  <a:cubicBezTo>
                    <a:pt x="735" y="247"/>
                    <a:pt x="735" y="122"/>
                    <a:pt x="667" y="53"/>
                  </a:cubicBezTo>
                  <a:cubicBezTo>
                    <a:pt x="632" y="18"/>
                    <a:pt x="583" y="1"/>
                    <a:pt x="5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46"/>
            <p:cNvSpPr/>
            <p:nvPr/>
          </p:nvSpPr>
          <p:spPr>
            <a:xfrm>
              <a:off x="1801208" y="4296084"/>
              <a:ext cx="47683" cy="158592"/>
            </a:xfrm>
            <a:custGeom>
              <a:avLst/>
              <a:gdLst/>
              <a:ahLst/>
              <a:cxnLst/>
              <a:rect l="l" t="t" r="r" b="b"/>
              <a:pathLst>
                <a:path w="1000" h="3326" extrusionOk="0">
                  <a:moveTo>
                    <a:pt x="799" y="1"/>
                  </a:moveTo>
                  <a:cubicBezTo>
                    <a:pt x="750" y="1"/>
                    <a:pt x="702" y="18"/>
                    <a:pt x="667" y="53"/>
                  </a:cubicBezTo>
                  <a:cubicBezTo>
                    <a:pt x="237" y="482"/>
                    <a:pt x="1" y="1052"/>
                    <a:pt x="1" y="1662"/>
                  </a:cubicBezTo>
                  <a:cubicBezTo>
                    <a:pt x="1" y="2272"/>
                    <a:pt x="237" y="2840"/>
                    <a:pt x="667" y="3271"/>
                  </a:cubicBezTo>
                  <a:cubicBezTo>
                    <a:pt x="709" y="3298"/>
                    <a:pt x="750" y="3326"/>
                    <a:pt x="792" y="3326"/>
                  </a:cubicBezTo>
                  <a:cubicBezTo>
                    <a:pt x="847" y="3326"/>
                    <a:pt x="889" y="3298"/>
                    <a:pt x="931" y="3271"/>
                  </a:cubicBezTo>
                  <a:cubicBezTo>
                    <a:pt x="999" y="3187"/>
                    <a:pt x="999" y="3076"/>
                    <a:pt x="931" y="3006"/>
                  </a:cubicBezTo>
                  <a:cubicBezTo>
                    <a:pt x="182" y="2258"/>
                    <a:pt x="182" y="1052"/>
                    <a:pt x="931" y="316"/>
                  </a:cubicBezTo>
                  <a:cubicBezTo>
                    <a:pt x="999" y="247"/>
                    <a:pt x="999" y="122"/>
                    <a:pt x="931" y="53"/>
                  </a:cubicBezTo>
                  <a:cubicBezTo>
                    <a:pt x="896" y="18"/>
                    <a:pt x="847" y="1"/>
                    <a:pt x="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46"/>
            <p:cNvSpPr/>
            <p:nvPr/>
          </p:nvSpPr>
          <p:spPr>
            <a:xfrm>
              <a:off x="2104761" y="4585952"/>
              <a:ext cx="20551" cy="17547"/>
            </a:xfrm>
            <a:custGeom>
              <a:avLst/>
              <a:gdLst/>
              <a:ahLst/>
              <a:cxnLst/>
              <a:rect l="l" t="t" r="r" b="b"/>
              <a:pathLst>
                <a:path w="431" h="368" extrusionOk="0">
                  <a:moveTo>
                    <a:pt x="224" y="1"/>
                  </a:moveTo>
                  <a:cubicBezTo>
                    <a:pt x="185" y="1"/>
                    <a:pt x="145" y="12"/>
                    <a:pt x="112" y="34"/>
                  </a:cubicBezTo>
                  <a:cubicBezTo>
                    <a:pt x="29" y="89"/>
                    <a:pt x="1" y="200"/>
                    <a:pt x="56" y="284"/>
                  </a:cubicBezTo>
                  <a:cubicBezTo>
                    <a:pt x="101" y="337"/>
                    <a:pt x="163" y="368"/>
                    <a:pt x="224" y="368"/>
                  </a:cubicBezTo>
                  <a:cubicBezTo>
                    <a:pt x="257" y="368"/>
                    <a:pt x="290" y="359"/>
                    <a:pt x="319" y="339"/>
                  </a:cubicBezTo>
                  <a:cubicBezTo>
                    <a:pt x="403" y="284"/>
                    <a:pt x="430" y="173"/>
                    <a:pt x="375" y="76"/>
                  </a:cubicBezTo>
                  <a:cubicBezTo>
                    <a:pt x="341" y="26"/>
                    <a:pt x="283" y="1"/>
                    <a:pt x="2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3" name="Google Shape;1403;p46"/>
          <p:cNvGrpSpPr/>
          <p:nvPr/>
        </p:nvGrpSpPr>
        <p:grpSpPr>
          <a:xfrm>
            <a:off x="1875669" y="3556121"/>
            <a:ext cx="223252" cy="198436"/>
            <a:chOff x="2512742" y="4176923"/>
            <a:chExt cx="451744" cy="401448"/>
          </a:xfrm>
        </p:grpSpPr>
        <p:sp>
          <p:nvSpPr>
            <p:cNvPr id="1404" name="Google Shape;1404;p46"/>
            <p:cNvSpPr/>
            <p:nvPr/>
          </p:nvSpPr>
          <p:spPr>
            <a:xfrm>
              <a:off x="2512742" y="4176923"/>
              <a:ext cx="451744" cy="401391"/>
            </a:xfrm>
            <a:custGeom>
              <a:avLst/>
              <a:gdLst/>
              <a:ahLst/>
              <a:cxnLst/>
              <a:rect l="l" t="t" r="r" b="b"/>
              <a:pathLst>
                <a:path w="9474" h="8418" extrusionOk="0">
                  <a:moveTo>
                    <a:pt x="8281" y="2344"/>
                  </a:moveTo>
                  <a:lnTo>
                    <a:pt x="8281" y="2829"/>
                  </a:lnTo>
                  <a:lnTo>
                    <a:pt x="1236" y="2829"/>
                  </a:lnTo>
                  <a:lnTo>
                    <a:pt x="1236" y="2344"/>
                  </a:lnTo>
                  <a:close/>
                  <a:moveTo>
                    <a:pt x="2802" y="374"/>
                  </a:moveTo>
                  <a:cubicBezTo>
                    <a:pt x="2983" y="374"/>
                    <a:pt x="3149" y="458"/>
                    <a:pt x="3246" y="596"/>
                  </a:cubicBezTo>
                  <a:lnTo>
                    <a:pt x="3607" y="1082"/>
                  </a:lnTo>
                  <a:cubicBezTo>
                    <a:pt x="3773" y="1317"/>
                    <a:pt x="4050" y="1456"/>
                    <a:pt x="4342" y="1456"/>
                  </a:cubicBezTo>
                  <a:lnTo>
                    <a:pt x="8558" y="1456"/>
                  </a:lnTo>
                  <a:cubicBezTo>
                    <a:pt x="8849" y="1456"/>
                    <a:pt x="9098" y="1692"/>
                    <a:pt x="9098" y="1997"/>
                  </a:cubicBezTo>
                  <a:lnTo>
                    <a:pt x="9098" y="2829"/>
                  </a:lnTo>
                  <a:lnTo>
                    <a:pt x="8641" y="2829"/>
                  </a:lnTo>
                  <a:lnTo>
                    <a:pt x="8641" y="2164"/>
                  </a:lnTo>
                  <a:cubicBezTo>
                    <a:pt x="8641" y="2053"/>
                    <a:pt x="8558" y="1970"/>
                    <a:pt x="8460" y="1970"/>
                  </a:cubicBezTo>
                  <a:lnTo>
                    <a:pt x="1042" y="1970"/>
                  </a:lnTo>
                  <a:cubicBezTo>
                    <a:pt x="944" y="1970"/>
                    <a:pt x="861" y="2053"/>
                    <a:pt x="861" y="2164"/>
                  </a:cubicBezTo>
                  <a:lnTo>
                    <a:pt x="861" y="2829"/>
                  </a:lnTo>
                  <a:lnTo>
                    <a:pt x="376" y="2829"/>
                  </a:lnTo>
                  <a:lnTo>
                    <a:pt x="376" y="929"/>
                  </a:lnTo>
                  <a:cubicBezTo>
                    <a:pt x="376" y="624"/>
                    <a:pt x="625" y="374"/>
                    <a:pt x="931" y="374"/>
                  </a:cubicBezTo>
                  <a:close/>
                  <a:moveTo>
                    <a:pt x="931" y="0"/>
                  </a:moveTo>
                  <a:cubicBezTo>
                    <a:pt x="417" y="0"/>
                    <a:pt x="1" y="416"/>
                    <a:pt x="1" y="929"/>
                  </a:cubicBezTo>
                  <a:lnTo>
                    <a:pt x="1" y="7502"/>
                  </a:lnTo>
                  <a:cubicBezTo>
                    <a:pt x="1" y="8002"/>
                    <a:pt x="417" y="8418"/>
                    <a:pt x="931" y="8418"/>
                  </a:cubicBezTo>
                  <a:lnTo>
                    <a:pt x="3773" y="8418"/>
                  </a:lnTo>
                  <a:cubicBezTo>
                    <a:pt x="3871" y="8418"/>
                    <a:pt x="3954" y="8335"/>
                    <a:pt x="3954" y="8238"/>
                  </a:cubicBezTo>
                  <a:cubicBezTo>
                    <a:pt x="3954" y="8140"/>
                    <a:pt x="3871" y="8057"/>
                    <a:pt x="3773" y="8057"/>
                  </a:cubicBezTo>
                  <a:lnTo>
                    <a:pt x="931" y="8057"/>
                  </a:lnTo>
                  <a:cubicBezTo>
                    <a:pt x="625" y="8057"/>
                    <a:pt x="376" y="7808"/>
                    <a:pt x="376" y="7502"/>
                  </a:cubicBezTo>
                  <a:lnTo>
                    <a:pt x="376" y="3190"/>
                  </a:lnTo>
                  <a:lnTo>
                    <a:pt x="9098" y="3190"/>
                  </a:lnTo>
                  <a:lnTo>
                    <a:pt x="9098" y="7489"/>
                  </a:lnTo>
                  <a:cubicBezTo>
                    <a:pt x="9098" y="7794"/>
                    <a:pt x="8849" y="8057"/>
                    <a:pt x="8544" y="8057"/>
                  </a:cubicBezTo>
                  <a:lnTo>
                    <a:pt x="5396" y="8057"/>
                  </a:lnTo>
                  <a:cubicBezTo>
                    <a:pt x="5298" y="8057"/>
                    <a:pt x="5215" y="8140"/>
                    <a:pt x="5215" y="8238"/>
                  </a:cubicBezTo>
                  <a:cubicBezTo>
                    <a:pt x="5215" y="8335"/>
                    <a:pt x="5298" y="8418"/>
                    <a:pt x="5396" y="8418"/>
                  </a:cubicBezTo>
                  <a:lnTo>
                    <a:pt x="8544" y="8418"/>
                  </a:lnTo>
                  <a:cubicBezTo>
                    <a:pt x="9057" y="8418"/>
                    <a:pt x="9473" y="8002"/>
                    <a:pt x="9473" y="7489"/>
                  </a:cubicBezTo>
                  <a:lnTo>
                    <a:pt x="9473" y="1997"/>
                  </a:lnTo>
                  <a:cubicBezTo>
                    <a:pt x="9473" y="1498"/>
                    <a:pt x="9057" y="1082"/>
                    <a:pt x="8558" y="1082"/>
                  </a:cubicBezTo>
                  <a:lnTo>
                    <a:pt x="4342" y="1082"/>
                  </a:lnTo>
                  <a:cubicBezTo>
                    <a:pt x="4176" y="1082"/>
                    <a:pt x="4009" y="999"/>
                    <a:pt x="3898" y="860"/>
                  </a:cubicBezTo>
                  <a:lnTo>
                    <a:pt x="3551" y="389"/>
                  </a:lnTo>
                  <a:cubicBezTo>
                    <a:pt x="3371" y="152"/>
                    <a:pt x="3094" y="0"/>
                    <a:pt x="28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46"/>
            <p:cNvSpPr/>
            <p:nvPr/>
          </p:nvSpPr>
          <p:spPr>
            <a:xfrm>
              <a:off x="2570296" y="4362936"/>
              <a:ext cx="148817" cy="166460"/>
            </a:xfrm>
            <a:custGeom>
              <a:avLst/>
              <a:gdLst/>
              <a:ahLst/>
              <a:cxnLst/>
              <a:rect l="l" t="t" r="r" b="b"/>
              <a:pathLst>
                <a:path w="3121" h="3491" extrusionOk="0">
                  <a:moveTo>
                    <a:pt x="2747" y="426"/>
                  </a:moveTo>
                  <a:lnTo>
                    <a:pt x="2747" y="842"/>
                  </a:lnTo>
                  <a:lnTo>
                    <a:pt x="1457" y="1231"/>
                  </a:lnTo>
                  <a:lnTo>
                    <a:pt x="1457" y="815"/>
                  </a:lnTo>
                  <a:lnTo>
                    <a:pt x="1457" y="800"/>
                  </a:lnTo>
                  <a:lnTo>
                    <a:pt x="2747" y="426"/>
                  </a:lnTo>
                  <a:close/>
                  <a:moveTo>
                    <a:pt x="2510" y="2298"/>
                  </a:moveTo>
                  <a:cubicBezTo>
                    <a:pt x="2649" y="2298"/>
                    <a:pt x="2747" y="2409"/>
                    <a:pt x="2747" y="2534"/>
                  </a:cubicBezTo>
                  <a:cubicBezTo>
                    <a:pt x="2747" y="2673"/>
                    <a:pt x="2649" y="2784"/>
                    <a:pt x="2510" y="2784"/>
                  </a:cubicBezTo>
                  <a:lnTo>
                    <a:pt x="2275" y="2784"/>
                  </a:lnTo>
                  <a:cubicBezTo>
                    <a:pt x="2150" y="2784"/>
                    <a:pt x="2039" y="2673"/>
                    <a:pt x="2039" y="2534"/>
                  </a:cubicBezTo>
                  <a:cubicBezTo>
                    <a:pt x="2039" y="2409"/>
                    <a:pt x="2150" y="2298"/>
                    <a:pt x="2275" y="2298"/>
                  </a:cubicBezTo>
                  <a:close/>
                  <a:moveTo>
                    <a:pt x="846" y="2645"/>
                  </a:moveTo>
                  <a:cubicBezTo>
                    <a:pt x="972" y="2645"/>
                    <a:pt x="1083" y="2742"/>
                    <a:pt x="1083" y="2880"/>
                  </a:cubicBezTo>
                  <a:cubicBezTo>
                    <a:pt x="1083" y="3006"/>
                    <a:pt x="972" y="3117"/>
                    <a:pt x="846" y="3117"/>
                  </a:cubicBezTo>
                  <a:lnTo>
                    <a:pt x="611" y="3117"/>
                  </a:lnTo>
                  <a:cubicBezTo>
                    <a:pt x="472" y="3117"/>
                    <a:pt x="375" y="3006"/>
                    <a:pt x="375" y="2880"/>
                  </a:cubicBezTo>
                  <a:cubicBezTo>
                    <a:pt x="375" y="2742"/>
                    <a:pt x="472" y="2645"/>
                    <a:pt x="611" y="2645"/>
                  </a:cubicBezTo>
                  <a:close/>
                  <a:moveTo>
                    <a:pt x="2940" y="0"/>
                  </a:moveTo>
                  <a:cubicBezTo>
                    <a:pt x="2922" y="0"/>
                    <a:pt x="2904" y="3"/>
                    <a:pt x="2885" y="10"/>
                  </a:cubicBezTo>
                  <a:lnTo>
                    <a:pt x="1221" y="482"/>
                  </a:lnTo>
                  <a:cubicBezTo>
                    <a:pt x="1138" y="509"/>
                    <a:pt x="1083" y="578"/>
                    <a:pt x="1083" y="661"/>
                  </a:cubicBezTo>
                  <a:lnTo>
                    <a:pt x="1083" y="2312"/>
                  </a:lnTo>
                  <a:cubicBezTo>
                    <a:pt x="1013" y="2285"/>
                    <a:pt x="930" y="2270"/>
                    <a:pt x="846" y="2270"/>
                  </a:cubicBezTo>
                  <a:lnTo>
                    <a:pt x="611" y="2270"/>
                  </a:lnTo>
                  <a:cubicBezTo>
                    <a:pt x="278" y="2270"/>
                    <a:pt x="1" y="2547"/>
                    <a:pt x="1" y="2880"/>
                  </a:cubicBezTo>
                  <a:cubicBezTo>
                    <a:pt x="1" y="3213"/>
                    <a:pt x="278" y="3491"/>
                    <a:pt x="611" y="3491"/>
                  </a:cubicBezTo>
                  <a:lnTo>
                    <a:pt x="846" y="3491"/>
                  </a:lnTo>
                  <a:cubicBezTo>
                    <a:pt x="1179" y="3491"/>
                    <a:pt x="1457" y="3213"/>
                    <a:pt x="1457" y="2880"/>
                  </a:cubicBezTo>
                  <a:lnTo>
                    <a:pt x="1457" y="1604"/>
                  </a:lnTo>
                  <a:lnTo>
                    <a:pt x="2747" y="1231"/>
                  </a:lnTo>
                  <a:lnTo>
                    <a:pt x="2747" y="1979"/>
                  </a:lnTo>
                  <a:cubicBezTo>
                    <a:pt x="2677" y="1952"/>
                    <a:pt x="2594" y="1937"/>
                    <a:pt x="2510" y="1937"/>
                  </a:cubicBezTo>
                  <a:lnTo>
                    <a:pt x="2275" y="1937"/>
                  </a:lnTo>
                  <a:cubicBezTo>
                    <a:pt x="1942" y="1937"/>
                    <a:pt x="1665" y="2201"/>
                    <a:pt x="1665" y="2534"/>
                  </a:cubicBezTo>
                  <a:cubicBezTo>
                    <a:pt x="1665" y="2880"/>
                    <a:pt x="1942" y="3144"/>
                    <a:pt x="2275" y="3144"/>
                  </a:cubicBezTo>
                  <a:lnTo>
                    <a:pt x="2510" y="3144"/>
                  </a:lnTo>
                  <a:cubicBezTo>
                    <a:pt x="2843" y="3144"/>
                    <a:pt x="3121" y="2880"/>
                    <a:pt x="3121" y="2534"/>
                  </a:cubicBezTo>
                  <a:lnTo>
                    <a:pt x="3121" y="177"/>
                  </a:lnTo>
                  <a:cubicBezTo>
                    <a:pt x="3121" y="84"/>
                    <a:pt x="3034" y="0"/>
                    <a:pt x="29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46"/>
            <p:cNvSpPr/>
            <p:nvPr/>
          </p:nvSpPr>
          <p:spPr>
            <a:xfrm>
              <a:off x="2758122" y="4391785"/>
              <a:ext cx="32424" cy="17929"/>
            </a:xfrm>
            <a:custGeom>
              <a:avLst/>
              <a:gdLst/>
              <a:ahLst/>
              <a:cxnLst/>
              <a:rect l="l" t="t" r="r" b="b"/>
              <a:pathLst>
                <a:path w="680" h="376" extrusionOk="0">
                  <a:moveTo>
                    <a:pt x="180" y="1"/>
                  </a:moveTo>
                  <a:cubicBezTo>
                    <a:pt x="84" y="1"/>
                    <a:pt x="0" y="84"/>
                    <a:pt x="0" y="195"/>
                  </a:cubicBezTo>
                  <a:cubicBezTo>
                    <a:pt x="0" y="293"/>
                    <a:pt x="84" y="376"/>
                    <a:pt x="180" y="376"/>
                  </a:cubicBezTo>
                  <a:lnTo>
                    <a:pt x="485" y="376"/>
                  </a:lnTo>
                  <a:cubicBezTo>
                    <a:pt x="596" y="376"/>
                    <a:pt x="679" y="293"/>
                    <a:pt x="679" y="195"/>
                  </a:cubicBezTo>
                  <a:cubicBezTo>
                    <a:pt x="679" y="84"/>
                    <a:pt x="596" y="1"/>
                    <a:pt x="4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46"/>
            <p:cNvSpPr/>
            <p:nvPr/>
          </p:nvSpPr>
          <p:spPr>
            <a:xfrm>
              <a:off x="2813673" y="4391785"/>
              <a:ext cx="93935" cy="17929"/>
            </a:xfrm>
            <a:custGeom>
              <a:avLst/>
              <a:gdLst/>
              <a:ahLst/>
              <a:cxnLst/>
              <a:rect l="l" t="t" r="r" b="b"/>
              <a:pathLst>
                <a:path w="1970" h="376" extrusionOk="0">
                  <a:moveTo>
                    <a:pt x="180" y="1"/>
                  </a:moveTo>
                  <a:cubicBezTo>
                    <a:pt x="84" y="1"/>
                    <a:pt x="0" y="84"/>
                    <a:pt x="0" y="195"/>
                  </a:cubicBezTo>
                  <a:cubicBezTo>
                    <a:pt x="0" y="293"/>
                    <a:pt x="84" y="376"/>
                    <a:pt x="180" y="376"/>
                  </a:cubicBezTo>
                  <a:lnTo>
                    <a:pt x="1789" y="376"/>
                  </a:lnTo>
                  <a:cubicBezTo>
                    <a:pt x="1886" y="376"/>
                    <a:pt x="1970" y="293"/>
                    <a:pt x="1970" y="195"/>
                  </a:cubicBezTo>
                  <a:cubicBezTo>
                    <a:pt x="1970" y="84"/>
                    <a:pt x="1886" y="1"/>
                    <a:pt x="1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46"/>
            <p:cNvSpPr/>
            <p:nvPr/>
          </p:nvSpPr>
          <p:spPr>
            <a:xfrm>
              <a:off x="2758122" y="4436131"/>
              <a:ext cx="32424" cy="17881"/>
            </a:xfrm>
            <a:custGeom>
              <a:avLst/>
              <a:gdLst/>
              <a:ahLst/>
              <a:cxnLst/>
              <a:rect l="l" t="t" r="r" b="b"/>
              <a:pathLst>
                <a:path w="680" h="375" extrusionOk="0">
                  <a:moveTo>
                    <a:pt x="180" y="1"/>
                  </a:moveTo>
                  <a:cubicBezTo>
                    <a:pt x="84" y="1"/>
                    <a:pt x="0" y="84"/>
                    <a:pt x="0" y="180"/>
                  </a:cubicBezTo>
                  <a:cubicBezTo>
                    <a:pt x="0" y="291"/>
                    <a:pt x="84" y="375"/>
                    <a:pt x="180" y="375"/>
                  </a:cubicBezTo>
                  <a:lnTo>
                    <a:pt x="485" y="375"/>
                  </a:lnTo>
                  <a:cubicBezTo>
                    <a:pt x="596" y="375"/>
                    <a:pt x="679" y="291"/>
                    <a:pt x="679" y="180"/>
                  </a:cubicBezTo>
                  <a:cubicBezTo>
                    <a:pt x="679" y="84"/>
                    <a:pt x="596" y="1"/>
                    <a:pt x="4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46"/>
            <p:cNvSpPr/>
            <p:nvPr/>
          </p:nvSpPr>
          <p:spPr>
            <a:xfrm>
              <a:off x="2813673" y="4436131"/>
              <a:ext cx="93935" cy="17881"/>
            </a:xfrm>
            <a:custGeom>
              <a:avLst/>
              <a:gdLst/>
              <a:ahLst/>
              <a:cxnLst/>
              <a:rect l="l" t="t" r="r" b="b"/>
              <a:pathLst>
                <a:path w="1970" h="375" extrusionOk="0">
                  <a:moveTo>
                    <a:pt x="180" y="1"/>
                  </a:moveTo>
                  <a:cubicBezTo>
                    <a:pt x="84" y="1"/>
                    <a:pt x="0" y="84"/>
                    <a:pt x="0" y="180"/>
                  </a:cubicBezTo>
                  <a:cubicBezTo>
                    <a:pt x="0" y="291"/>
                    <a:pt x="84" y="375"/>
                    <a:pt x="180" y="375"/>
                  </a:cubicBezTo>
                  <a:lnTo>
                    <a:pt x="1789" y="375"/>
                  </a:lnTo>
                  <a:cubicBezTo>
                    <a:pt x="1886" y="375"/>
                    <a:pt x="1970" y="291"/>
                    <a:pt x="1970" y="180"/>
                  </a:cubicBezTo>
                  <a:cubicBezTo>
                    <a:pt x="1970" y="84"/>
                    <a:pt x="1886" y="1"/>
                    <a:pt x="1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46"/>
            <p:cNvSpPr/>
            <p:nvPr/>
          </p:nvSpPr>
          <p:spPr>
            <a:xfrm>
              <a:off x="2758122" y="4480429"/>
              <a:ext cx="32424" cy="17929"/>
            </a:xfrm>
            <a:custGeom>
              <a:avLst/>
              <a:gdLst/>
              <a:ahLst/>
              <a:cxnLst/>
              <a:rect l="l" t="t" r="r" b="b"/>
              <a:pathLst>
                <a:path w="680" h="376" extrusionOk="0">
                  <a:moveTo>
                    <a:pt x="180" y="0"/>
                  </a:moveTo>
                  <a:cubicBezTo>
                    <a:pt x="84" y="0"/>
                    <a:pt x="0" y="83"/>
                    <a:pt x="0" y="181"/>
                  </a:cubicBezTo>
                  <a:cubicBezTo>
                    <a:pt x="0" y="292"/>
                    <a:pt x="84" y="375"/>
                    <a:pt x="180" y="375"/>
                  </a:cubicBezTo>
                  <a:lnTo>
                    <a:pt x="485" y="375"/>
                  </a:lnTo>
                  <a:cubicBezTo>
                    <a:pt x="596" y="375"/>
                    <a:pt x="679" y="292"/>
                    <a:pt x="679" y="181"/>
                  </a:cubicBezTo>
                  <a:cubicBezTo>
                    <a:pt x="679" y="83"/>
                    <a:pt x="596" y="0"/>
                    <a:pt x="4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46"/>
            <p:cNvSpPr/>
            <p:nvPr/>
          </p:nvSpPr>
          <p:spPr>
            <a:xfrm>
              <a:off x="2813673" y="4480429"/>
              <a:ext cx="93935" cy="17929"/>
            </a:xfrm>
            <a:custGeom>
              <a:avLst/>
              <a:gdLst/>
              <a:ahLst/>
              <a:cxnLst/>
              <a:rect l="l" t="t" r="r" b="b"/>
              <a:pathLst>
                <a:path w="1970" h="376" extrusionOk="0">
                  <a:moveTo>
                    <a:pt x="180" y="0"/>
                  </a:moveTo>
                  <a:cubicBezTo>
                    <a:pt x="84" y="0"/>
                    <a:pt x="0" y="83"/>
                    <a:pt x="0" y="181"/>
                  </a:cubicBezTo>
                  <a:cubicBezTo>
                    <a:pt x="0" y="292"/>
                    <a:pt x="84" y="375"/>
                    <a:pt x="180" y="375"/>
                  </a:cubicBezTo>
                  <a:lnTo>
                    <a:pt x="1789" y="375"/>
                  </a:lnTo>
                  <a:cubicBezTo>
                    <a:pt x="1886" y="375"/>
                    <a:pt x="1970" y="292"/>
                    <a:pt x="1970" y="181"/>
                  </a:cubicBezTo>
                  <a:cubicBezTo>
                    <a:pt x="1970" y="83"/>
                    <a:pt x="1886" y="0"/>
                    <a:pt x="17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46"/>
            <p:cNvSpPr/>
            <p:nvPr/>
          </p:nvSpPr>
          <p:spPr>
            <a:xfrm>
              <a:off x="2721739" y="4560871"/>
              <a:ext cx="19884" cy="17499"/>
            </a:xfrm>
            <a:custGeom>
              <a:avLst/>
              <a:gdLst/>
              <a:ahLst/>
              <a:cxnLst/>
              <a:rect l="l" t="t" r="r" b="b"/>
              <a:pathLst>
                <a:path w="417" h="367" extrusionOk="0">
                  <a:moveTo>
                    <a:pt x="214" y="1"/>
                  </a:moveTo>
                  <a:cubicBezTo>
                    <a:pt x="179" y="1"/>
                    <a:pt x="143" y="12"/>
                    <a:pt x="111" y="33"/>
                  </a:cubicBezTo>
                  <a:cubicBezTo>
                    <a:pt x="28" y="88"/>
                    <a:pt x="0" y="199"/>
                    <a:pt x="56" y="283"/>
                  </a:cubicBezTo>
                  <a:cubicBezTo>
                    <a:pt x="91" y="336"/>
                    <a:pt x="156" y="367"/>
                    <a:pt x="220" y="367"/>
                  </a:cubicBezTo>
                  <a:cubicBezTo>
                    <a:pt x="255" y="367"/>
                    <a:pt x="290" y="358"/>
                    <a:pt x="320" y="338"/>
                  </a:cubicBezTo>
                  <a:cubicBezTo>
                    <a:pt x="403" y="283"/>
                    <a:pt x="416" y="172"/>
                    <a:pt x="361" y="88"/>
                  </a:cubicBezTo>
                  <a:cubicBezTo>
                    <a:pt x="327" y="29"/>
                    <a:pt x="271" y="1"/>
                    <a:pt x="2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3" name="Google Shape;1413;p46"/>
          <p:cNvGrpSpPr/>
          <p:nvPr/>
        </p:nvGrpSpPr>
        <p:grpSpPr>
          <a:xfrm>
            <a:off x="1888416" y="3161414"/>
            <a:ext cx="197759" cy="222972"/>
            <a:chOff x="3273200" y="4152413"/>
            <a:chExt cx="400160" cy="451086"/>
          </a:xfrm>
        </p:grpSpPr>
        <p:sp>
          <p:nvSpPr>
            <p:cNvPr id="1414" name="Google Shape;1414;p46"/>
            <p:cNvSpPr/>
            <p:nvPr/>
          </p:nvSpPr>
          <p:spPr>
            <a:xfrm>
              <a:off x="3338717" y="4152413"/>
              <a:ext cx="269835" cy="451029"/>
            </a:xfrm>
            <a:custGeom>
              <a:avLst/>
              <a:gdLst/>
              <a:ahLst/>
              <a:cxnLst/>
              <a:rect l="l" t="t" r="r" b="b"/>
              <a:pathLst>
                <a:path w="5659" h="9459" extrusionOk="0">
                  <a:moveTo>
                    <a:pt x="2830" y="361"/>
                  </a:moveTo>
                  <a:cubicBezTo>
                    <a:pt x="3495" y="361"/>
                    <a:pt x="4035" y="903"/>
                    <a:pt x="4035" y="1568"/>
                  </a:cubicBezTo>
                  <a:lnTo>
                    <a:pt x="4035" y="1873"/>
                  </a:lnTo>
                  <a:lnTo>
                    <a:pt x="3564" y="1873"/>
                  </a:lnTo>
                  <a:cubicBezTo>
                    <a:pt x="3467" y="1873"/>
                    <a:pt x="3384" y="1957"/>
                    <a:pt x="3384" y="2053"/>
                  </a:cubicBezTo>
                  <a:cubicBezTo>
                    <a:pt x="3384" y="2151"/>
                    <a:pt x="3467" y="2234"/>
                    <a:pt x="3564" y="2234"/>
                  </a:cubicBezTo>
                  <a:lnTo>
                    <a:pt x="4035" y="2234"/>
                  </a:lnTo>
                  <a:lnTo>
                    <a:pt x="4035" y="2719"/>
                  </a:lnTo>
                  <a:lnTo>
                    <a:pt x="4035" y="3149"/>
                  </a:lnTo>
                  <a:lnTo>
                    <a:pt x="3564" y="3149"/>
                  </a:lnTo>
                  <a:cubicBezTo>
                    <a:pt x="3467" y="3149"/>
                    <a:pt x="3384" y="3233"/>
                    <a:pt x="3384" y="3329"/>
                  </a:cubicBezTo>
                  <a:cubicBezTo>
                    <a:pt x="3384" y="3427"/>
                    <a:pt x="3467" y="3510"/>
                    <a:pt x="3564" y="3510"/>
                  </a:cubicBezTo>
                  <a:lnTo>
                    <a:pt x="4035" y="3510"/>
                  </a:lnTo>
                  <a:lnTo>
                    <a:pt x="4035" y="3870"/>
                  </a:lnTo>
                  <a:cubicBezTo>
                    <a:pt x="4035" y="4536"/>
                    <a:pt x="3495" y="5076"/>
                    <a:pt x="2830" y="5076"/>
                  </a:cubicBezTo>
                  <a:cubicBezTo>
                    <a:pt x="2164" y="5076"/>
                    <a:pt x="1622" y="4536"/>
                    <a:pt x="1622" y="3870"/>
                  </a:cubicBezTo>
                  <a:lnTo>
                    <a:pt x="1622" y="3510"/>
                  </a:lnTo>
                  <a:lnTo>
                    <a:pt x="2094" y="3510"/>
                  </a:lnTo>
                  <a:cubicBezTo>
                    <a:pt x="2192" y="3510"/>
                    <a:pt x="2275" y="3427"/>
                    <a:pt x="2275" y="3329"/>
                  </a:cubicBezTo>
                  <a:cubicBezTo>
                    <a:pt x="2275" y="3233"/>
                    <a:pt x="2192" y="3149"/>
                    <a:pt x="2094" y="3149"/>
                  </a:cubicBezTo>
                  <a:lnTo>
                    <a:pt x="1622" y="3149"/>
                  </a:lnTo>
                  <a:lnTo>
                    <a:pt x="1622" y="2234"/>
                  </a:lnTo>
                  <a:lnTo>
                    <a:pt x="2094" y="2234"/>
                  </a:lnTo>
                  <a:cubicBezTo>
                    <a:pt x="2192" y="2234"/>
                    <a:pt x="2275" y="2151"/>
                    <a:pt x="2275" y="2053"/>
                  </a:cubicBezTo>
                  <a:cubicBezTo>
                    <a:pt x="2275" y="1957"/>
                    <a:pt x="2192" y="1873"/>
                    <a:pt x="2094" y="1873"/>
                  </a:cubicBezTo>
                  <a:lnTo>
                    <a:pt x="1622" y="1873"/>
                  </a:lnTo>
                  <a:lnTo>
                    <a:pt x="1622" y="1568"/>
                  </a:lnTo>
                  <a:cubicBezTo>
                    <a:pt x="1622" y="903"/>
                    <a:pt x="2164" y="361"/>
                    <a:pt x="2830" y="361"/>
                  </a:cubicBezTo>
                  <a:close/>
                  <a:moveTo>
                    <a:pt x="4424" y="2900"/>
                  </a:moveTo>
                  <a:cubicBezTo>
                    <a:pt x="4729" y="2900"/>
                    <a:pt x="4978" y="3149"/>
                    <a:pt x="4978" y="3454"/>
                  </a:cubicBezTo>
                  <a:lnTo>
                    <a:pt x="4978" y="5909"/>
                  </a:lnTo>
                  <a:cubicBezTo>
                    <a:pt x="4978" y="6200"/>
                    <a:pt x="4729" y="6450"/>
                    <a:pt x="4424" y="6450"/>
                  </a:cubicBezTo>
                  <a:lnTo>
                    <a:pt x="3508" y="6450"/>
                  </a:lnTo>
                  <a:lnTo>
                    <a:pt x="3508" y="5978"/>
                  </a:lnTo>
                  <a:cubicBezTo>
                    <a:pt x="3508" y="5881"/>
                    <a:pt x="3425" y="5798"/>
                    <a:pt x="3329" y="5798"/>
                  </a:cubicBezTo>
                  <a:lnTo>
                    <a:pt x="2330" y="5798"/>
                  </a:lnTo>
                  <a:cubicBezTo>
                    <a:pt x="2233" y="5798"/>
                    <a:pt x="2149" y="5881"/>
                    <a:pt x="2149" y="5978"/>
                  </a:cubicBezTo>
                  <a:lnTo>
                    <a:pt x="2149" y="6450"/>
                  </a:lnTo>
                  <a:lnTo>
                    <a:pt x="1221" y="6450"/>
                  </a:lnTo>
                  <a:cubicBezTo>
                    <a:pt x="929" y="6450"/>
                    <a:pt x="679" y="6200"/>
                    <a:pt x="679" y="5909"/>
                  </a:cubicBezTo>
                  <a:lnTo>
                    <a:pt x="679" y="3454"/>
                  </a:lnTo>
                  <a:cubicBezTo>
                    <a:pt x="679" y="3149"/>
                    <a:pt x="929" y="2900"/>
                    <a:pt x="1221" y="2900"/>
                  </a:cubicBezTo>
                  <a:lnTo>
                    <a:pt x="1262" y="2900"/>
                  </a:lnTo>
                  <a:lnTo>
                    <a:pt x="1262" y="3870"/>
                  </a:lnTo>
                  <a:cubicBezTo>
                    <a:pt x="1262" y="4744"/>
                    <a:pt x="1955" y="5451"/>
                    <a:pt x="2830" y="5451"/>
                  </a:cubicBezTo>
                  <a:cubicBezTo>
                    <a:pt x="3689" y="5451"/>
                    <a:pt x="4396" y="4744"/>
                    <a:pt x="4396" y="3870"/>
                  </a:cubicBezTo>
                  <a:lnTo>
                    <a:pt x="4396" y="2900"/>
                  </a:lnTo>
                  <a:close/>
                  <a:moveTo>
                    <a:pt x="3148" y="6158"/>
                  </a:moveTo>
                  <a:lnTo>
                    <a:pt x="3148" y="8114"/>
                  </a:lnTo>
                  <a:lnTo>
                    <a:pt x="2510" y="8114"/>
                  </a:lnTo>
                  <a:lnTo>
                    <a:pt x="2510" y="6158"/>
                  </a:lnTo>
                  <a:close/>
                  <a:moveTo>
                    <a:pt x="2830" y="1"/>
                  </a:moveTo>
                  <a:cubicBezTo>
                    <a:pt x="1955" y="1"/>
                    <a:pt x="1262" y="694"/>
                    <a:pt x="1262" y="1568"/>
                  </a:cubicBezTo>
                  <a:lnTo>
                    <a:pt x="1262" y="2539"/>
                  </a:lnTo>
                  <a:lnTo>
                    <a:pt x="1221" y="2539"/>
                  </a:lnTo>
                  <a:cubicBezTo>
                    <a:pt x="722" y="2539"/>
                    <a:pt x="306" y="2941"/>
                    <a:pt x="306" y="3454"/>
                  </a:cubicBezTo>
                  <a:lnTo>
                    <a:pt x="306" y="5909"/>
                  </a:lnTo>
                  <a:cubicBezTo>
                    <a:pt x="306" y="6408"/>
                    <a:pt x="722" y="6824"/>
                    <a:pt x="1221" y="6824"/>
                  </a:cubicBezTo>
                  <a:lnTo>
                    <a:pt x="2149" y="6824"/>
                  </a:lnTo>
                  <a:lnTo>
                    <a:pt x="2149" y="8114"/>
                  </a:lnTo>
                  <a:lnTo>
                    <a:pt x="679" y="8114"/>
                  </a:lnTo>
                  <a:cubicBezTo>
                    <a:pt x="306" y="8114"/>
                    <a:pt x="0" y="8419"/>
                    <a:pt x="0" y="8793"/>
                  </a:cubicBezTo>
                  <a:cubicBezTo>
                    <a:pt x="0" y="9154"/>
                    <a:pt x="306" y="9459"/>
                    <a:pt x="679" y="9459"/>
                  </a:cubicBezTo>
                  <a:lnTo>
                    <a:pt x="2011" y="9459"/>
                  </a:lnTo>
                  <a:cubicBezTo>
                    <a:pt x="2108" y="9459"/>
                    <a:pt x="2192" y="9376"/>
                    <a:pt x="2192" y="9279"/>
                  </a:cubicBezTo>
                  <a:cubicBezTo>
                    <a:pt x="2192" y="9181"/>
                    <a:pt x="2108" y="9098"/>
                    <a:pt x="2011" y="9098"/>
                  </a:cubicBezTo>
                  <a:lnTo>
                    <a:pt x="679" y="9098"/>
                  </a:lnTo>
                  <a:cubicBezTo>
                    <a:pt x="513" y="9098"/>
                    <a:pt x="374" y="8959"/>
                    <a:pt x="374" y="8793"/>
                  </a:cubicBezTo>
                  <a:cubicBezTo>
                    <a:pt x="374" y="8627"/>
                    <a:pt x="513" y="8488"/>
                    <a:pt x="679" y="8488"/>
                  </a:cubicBezTo>
                  <a:lnTo>
                    <a:pt x="4978" y="8488"/>
                  </a:lnTo>
                  <a:cubicBezTo>
                    <a:pt x="5145" y="8488"/>
                    <a:pt x="5284" y="8627"/>
                    <a:pt x="5284" y="8793"/>
                  </a:cubicBezTo>
                  <a:cubicBezTo>
                    <a:pt x="5284" y="8959"/>
                    <a:pt x="5145" y="9098"/>
                    <a:pt x="4978" y="9098"/>
                  </a:cubicBezTo>
                  <a:lnTo>
                    <a:pt x="3634" y="9098"/>
                  </a:lnTo>
                  <a:cubicBezTo>
                    <a:pt x="3536" y="9098"/>
                    <a:pt x="3453" y="9181"/>
                    <a:pt x="3453" y="9279"/>
                  </a:cubicBezTo>
                  <a:cubicBezTo>
                    <a:pt x="3453" y="9376"/>
                    <a:pt x="3536" y="9459"/>
                    <a:pt x="3634" y="9459"/>
                  </a:cubicBezTo>
                  <a:lnTo>
                    <a:pt x="4978" y="9459"/>
                  </a:lnTo>
                  <a:cubicBezTo>
                    <a:pt x="5353" y="9459"/>
                    <a:pt x="5659" y="9154"/>
                    <a:pt x="5659" y="8793"/>
                  </a:cubicBezTo>
                  <a:cubicBezTo>
                    <a:pt x="5659" y="8419"/>
                    <a:pt x="5353" y="8114"/>
                    <a:pt x="4978" y="8114"/>
                  </a:cubicBezTo>
                  <a:lnTo>
                    <a:pt x="3508" y="8114"/>
                  </a:lnTo>
                  <a:lnTo>
                    <a:pt x="3508" y="6824"/>
                  </a:lnTo>
                  <a:lnTo>
                    <a:pt x="4424" y="6824"/>
                  </a:lnTo>
                  <a:cubicBezTo>
                    <a:pt x="4937" y="6824"/>
                    <a:pt x="5339" y="6408"/>
                    <a:pt x="5339" y="5909"/>
                  </a:cubicBezTo>
                  <a:lnTo>
                    <a:pt x="5339" y="3454"/>
                  </a:lnTo>
                  <a:cubicBezTo>
                    <a:pt x="5339" y="2941"/>
                    <a:pt x="4937" y="2539"/>
                    <a:pt x="4424" y="2539"/>
                  </a:cubicBezTo>
                  <a:lnTo>
                    <a:pt x="4396" y="2539"/>
                  </a:lnTo>
                  <a:lnTo>
                    <a:pt x="4396" y="1568"/>
                  </a:lnTo>
                  <a:cubicBezTo>
                    <a:pt x="4396" y="694"/>
                    <a:pt x="3689" y="1"/>
                    <a:pt x="28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46"/>
            <p:cNvSpPr/>
            <p:nvPr/>
          </p:nvSpPr>
          <p:spPr>
            <a:xfrm>
              <a:off x="3464363" y="4585952"/>
              <a:ext cx="18548" cy="17547"/>
            </a:xfrm>
            <a:custGeom>
              <a:avLst/>
              <a:gdLst/>
              <a:ahLst/>
              <a:cxnLst/>
              <a:rect l="l" t="t" r="r" b="b"/>
              <a:pathLst>
                <a:path w="389" h="368" extrusionOk="0">
                  <a:moveTo>
                    <a:pt x="191" y="0"/>
                  </a:moveTo>
                  <a:cubicBezTo>
                    <a:pt x="142" y="0"/>
                    <a:pt x="93" y="25"/>
                    <a:pt x="56" y="62"/>
                  </a:cubicBezTo>
                  <a:cubicBezTo>
                    <a:pt x="0" y="132"/>
                    <a:pt x="0" y="215"/>
                    <a:pt x="41" y="284"/>
                  </a:cubicBezTo>
                  <a:cubicBezTo>
                    <a:pt x="76" y="341"/>
                    <a:pt x="133" y="367"/>
                    <a:pt x="191" y="367"/>
                  </a:cubicBezTo>
                  <a:cubicBezTo>
                    <a:pt x="274" y="367"/>
                    <a:pt x="358" y="313"/>
                    <a:pt x="374" y="215"/>
                  </a:cubicBezTo>
                  <a:cubicBezTo>
                    <a:pt x="389" y="132"/>
                    <a:pt x="347" y="48"/>
                    <a:pt x="263" y="21"/>
                  </a:cubicBezTo>
                  <a:cubicBezTo>
                    <a:pt x="240" y="6"/>
                    <a:pt x="216" y="0"/>
                    <a:pt x="1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46"/>
            <p:cNvSpPr/>
            <p:nvPr/>
          </p:nvSpPr>
          <p:spPr>
            <a:xfrm>
              <a:off x="3603838" y="4199143"/>
              <a:ext cx="32519" cy="102136"/>
            </a:xfrm>
            <a:custGeom>
              <a:avLst/>
              <a:gdLst/>
              <a:ahLst/>
              <a:cxnLst/>
              <a:rect l="l" t="t" r="r" b="b"/>
              <a:pathLst>
                <a:path w="682" h="2142" extrusionOk="0">
                  <a:moveTo>
                    <a:pt x="214" y="1"/>
                  </a:moveTo>
                  <a:cubicBezTo>
                    <a:pt x="185" y="1"/>
                    <a:pt x="155" y="7"/>
                    <a:pt x="126" y="19"/>
                  </a:cubicBezTo>
                  <a:cubicBezTo>
                    <a:pt x="43" y="75"/>
                    <a:pt x="1" y="186"/>
                    <a:pt x="56" y="269"/>
                  </a:cubicBezTo>
                  <a:cubicBezTo>
                    <a:pt x="293" y="713"/>
                    <a:pt x="293" y="1434"/>
                    <a:pt x="56" y="1878"/>
                  </a:cubicBezTo>
                  <a:cubicBezTo>
                    <a:pt x="1" y="1961"/>
                    <a:pt x="43" y="2072"/>
                    <a:pt x="126" y="2127"/>
                  </a:cubicBezTo>
                  <a:cubicBezTo>
                    <a:pt x="154" y="2142"/>
                    <a:pt x="182" y="2142"/>
                    <a:pt x="223" y="2142"/>
                  </a:cubicBezTo>
                  <a:cubicBezTo>
                    <a:pt x="278" y="2142"/>
                    <a:pt x="348" y="2114"/>
                    <a:pt x="376" y="2044"/>
                  </a:cubicBezTo>
                  <a:cubicBezTo>
                    <a:pt x="681" y="1504"/>
                    <a:pt x="681" y="644"/>
                    <a:pt x="376" y="102"/>
                  </a:cubicBezTo>
                  <a:cubicBezTo>
                    <a:pt x="346" y="35"/>
                    <a:pt x="283" y="1"/>
                    <a:pt x="2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46"/>
            <p:cNvSpPr/>
            <p:nvPr/>
          </p:nvSpPr>
          <p:spPr>
            <a:xfrm>
              <a:off x="3637598" y="4166766"/>
              <a:ext cx="35762" cy="167127"/>
            </a:xfrm>
            <a:custGeom>
              <a:avLst/>
              <a:gdLst/>
              <a:ahLst/>
              <a:cxnLst/>
              <a:rect l="l" t="t" r="r" b="b"/>
              <a:pathLst>
                <a:path w="750" h="3505" extrusionOk="0">
                  <a:moveTo>
                    <a:pt x="206" y="0"/>
                  </a:moveTo>
                  <a:cubicBezTo>
                    <a:pt x="178" y="0"/>
                    <a:pt x="150" y="7"/>
                    <a:pt x="125" y="19"/>
                  </a:cubicBezTo>
                  <a:cubicBezTo>
                    <a:pt x="29" y="75"/>
                    <a:pt x="1" y="186"/>
                    <a:pt x="42" y="269"/>
                  </a:cubicBezTo>
                  <a:cubicBezTo>
                    <a:pt x="264" y="671"/>
                    <a:pt x="375" y="1184"/>
                    <a:pt x="375" y="1752"/>
                  </a:cubicBezTo>
                  <a:cubicBezTo>
                    <a:pt x="375" y="2307"/>
                    <a:pt x="264" y="2834"/>
                    <a:pt x="42" y="3237"/>
                  </a:cubicBezTo>
                  <a:cubicBezTo>
                    <a:pt x="1" y="3320"/>
                    <a:pt x="29" y="3431"/>
                    <a:pt x="125" y="3486"/>
                  </a:cubicBezTo>
                  <a:cubicBezTo>
                    <a:pt x="150" y="3499"/>
                    <a:pt x="177" y="3505"/>
                    <a:pt x="205" y="3505"/>
                  </a:cubicBezTo>
                  <a:cubicBezTo>
                    <a:pt x="270" y="3505"/>
                    <a:pt x="336" y="3471"/>
                    <a:pt x="375" y="3403"/>
                  </a:cubicBezTo>
                  <a:cubicBezTo>
                    <a:pt x="611" y="2959"/>
                    <a:pt x="750" y="2377"/>
                    <a:pt x="750" y="1752"/>
                  </a:cubicBezTo>
                  <a:cubicBezTo>
                    <a:pt x="750" y="1129"/>
                    <a:pt x="611" y="546"/>
                    <a:pt x="375" y="102"/>
                  </a:cubicBezTo>
                  <a:cubicBezTo>
                    <a:pt x="336" y="34"/>
                    <a:pt x="270" y="0"/>
                    <a:pt x="2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46"/>
            <p:cNvSpPr/>
            <p:nvPr/>
          </p:nvSpPr>
          <p:spPr>
            <a:xfrm>
              <a:off x="3308295" y="4199143"/>
              <a:ext cx="31804" cy="102374"/>
            </a:xfrm>
            <a:custGeom>
              <a:avLst/>
              <a:gdLst/>
              <a:ahLst/>
              <a:cxnLst/>
              <a:rect l="l" t="t" r="r" b="b"/>
              <a:pathLst>
                <a:path w="667" h="2147" extrusionOk="0">
                  <a:moveTo>
                    <a:pt x="461" y="1"/>
                  </a:moveTo>
                  <a:cubicBezTo>
                    <a:pt x="396" y="1"/>
                    <a:pt x="330" y="35"/>
                    <a:pt x="291" y="102"/>
                  </a:cubicBezTo>
                  <a:cubicBezTo>
                    <a:pt x="1" y="644"/>
                    <a:pt x="1" y="1504"/>
                    <a:pt x="291" y="2044"/>
                  </a:cubicBezTo>
                  <a:cubicBezTo>
                    <a:pt x="330" y="2112"/>
                    <a:pt x="396" y="2146"/>
                    <a:pt x="460" y="2146"/>
                  </a:cubicBezTo>
                  <a:cubicBezTo>
                    <a:pt x="488" y="2146"/>
                    <a:pt x="516" y="2140"/>
                    <a:pt x="541" y="2127"/>
                  </a:cubicBezTo>
                  <a:cubicBezTo>
                    <a:pt x="638" y="2072"/>
                    <a:pt x="666" y="1961"/>
                    <a:pt x="624" y="1878"/>
                  </a:cubicBezTo>
                  <a:cubicBezTo>
                    <a:pt x="389" y="1434"/>
                    <a:pt x="389" y="713"/>
                    <a:pt x="624" y="269"/>
                  </a:cubicBezTo>
                  <a:cubicBezTo>
                    <a:pt x="666" y="186"/>
                    <a:pt x="638" y="75"/>
                    <a:pt x="541" y="19"/>
                  </a:cubicBezTo>
                  <a:cubicBezTo>
                    <a:pt x="516" y="7"/>
                    <a:pt x="489" y="1"/>
                    <a:pt x="4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46"/>
            <p:cNvSpPr/>
            <p:nvPr/>
          </p:nvSpPr>
          <p:spPr>
            <a:xfrm>
              <a:off x="3273200" y="4166766"/>
              <a:ext cx="35142" cy="167127"/>
            </a:xfrm>
            <a:custGeom>
              <a:avLst/>
              <a:gdLst/>
              <a:ahLst/>
              <a:cxnLst/>
              <a:rect l="l" t="t" r="r" b="b"/>
              <a:pathLst>
                <a:path w="737" h="3505" extrusionOk="0">
                  <a:moveTo>
                    <a:pt x="531" y="0"/>
                  </a:moveTo>
                  <a:cubicBezTo>
                    <a:pt x="466" y="0"/>
                    <a:pt x="400" y="34"/>
                    <a:pt x="362" y="102"/>
                  </a:cubicBezTo>
                  <a:cubicBezTo>
                    <a:pt x="126" y="546"/>
                    <a:pt x="1" y="1129"/>
                    <a:pt x="1" y="1752"/>
                  </a:cubicBezTo>
                  <a:cubicBezTo>
                    <a:pt x="1" y="2377"/>
                    <a:pt x="126" y="2959"/>
                    <a:pt x="362" y="3403"/>
                  </a:cubicBezTo>
                  <a:cubicBezTo>
                    <a:pt x="400" y="3471"/>
                    <a:pt x="467" y="3505"/>
                    <a:pt x="531" y="3505"/>
                  </a:cubicBezTo>
                  <a:cubicBezTo>
                    <a:pt x="559" y="3505"/>
                    <a:pt x="586" y="3499"/>
                    <a:pt x="611" y="3486"/>
                  </a:cubicBezTo>
                  <a:cubicBezTo>
                    <a:pt x="709" y="3431"/>
                    <a:pt x="737" y="3320"/>
                    <a:pt x="694" y="3237"/>
                  </a:cubicBezTo>
                  <a:cubicBezTo>
                    <a:pt x="487" y="2834"/>
                    <a:pt x="362" y="2307"/>
                    <a:pt x="362" y="1752"/>
                  </a:cubicBezTo>
                  <a:cubicBezTo>
                    <a:pt x="362" y="1184"/>
                    <a:pt x="487" y="671"/>
                    <a:pt x="694" y="269"/>
                  </a:cubicBezTo>
                  <a:cubicBezTo>
                    <a:pt x="737" y="186"/>
                    <a:pt x="709" y="75"/>
                    <a:pt x="611" y="19"/>
                  </a:cubicBezTo>
                  <a:cubicBezTo>
                    <a:pt x="586" y="7"/>
                    <a:pt x="558" y="0"/>
                    <a:pt x="5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0" name="Google Shape;1420;p46"/>
          <p:cNvGrpSpPr/>
          <p:nvPr/>
        </p:nvGrpSpPr>
        <p:grpSpPr>
          <a:xfrm>
            <a:off x="1875690" y="2767277"/>
            <a:ext cx="223209" cy="222401"/>
            <a:chOff x="3981492" y="4152938"/>
            <a:chExt cx="451658" cy="449932"/>
          </a:xfrm>
        </p:grpSpPr>
        <p:sp>
          <p:nvSpPr>
            <p:cNvPr id="1421" name="Google Shape;1421;p46"/>
            <p:cNvSpPr/>
            <p:nvPr/>
          </p:nvSpPr>
          <p:spPr>
            <a:xfrm>
              <a:off x="4070088" y="4152938"/>
              <a:ext cx="275128" cy="449932"/>
            </a:xfrm>
            <a:custGeom>
              <a:avLst/>
              <a:gdLst/>
              <a:ahLst/>
              <a:cxnLst/>
              <a:rect l="l" t="t" r="r" b="b"/>
              <a:pathLst>
                <a:path w="5770" h="9436" extrusionOk="0">
                  <a:moveTo>
                    <a:pt x="2247" y="2458"/>
                  </a:moveTo>
                  <a:cubicBezTo>
                    <a:pt x="2413" y="2458"/>
                    <a:pt x="2552" y="2597"/>
                    <a:pt x="2552" y="2763"/>
                  </a:cubicBezTo>
                  <a:cubicBezTo>
                    <a:pt x="2552" y="2916"/>
                    <a:pt x="2413" y="3055"/>
                    <a:pt x="2247" y="3055"/>
                  </a:cubicBezTo>
                  <a:lnTo>
                    <a:pt x="1983" y="3055"/>
                  </a:lnTo>
                  <a:cubicBezTo>
                    <a:pt x="1817" y="3055"/>
                    <a:pt x="1678" y="2916"/>
                    <a:pt x="1678" y="2763"/>
                  </a:cubicBezTo>
                  <a:cubicBezTo>
                    <a:pt x="1678" y="2597"/>
                    <a:pt x="1817" y="2458"/>
                    <a:pt x="1983" y="2458"/>
                  </a:cubicBezTo>
                  <a:close/>
                  <a:moveTo>
                    <a:pt x="2733" y="0"/>
                  </a:moveTo>
                  <a:cubicBezTo>
                    <a:pt x="2719" y="0"/>
                    <a:pt x="2705" y="2"/>
                    <a:pt x="2691" y="4"/>
                  </a:cubicBezTo>
                  <a:cubicBezTo>
                    <a:pt x="2608" y="32"/>
                    <a:pt x="2552" y="101"/>
                    <a:pt x="2552" y="184"/>
                  </a:cubicBezTo>
                  <a:lnTo>
                    <a:pt x="2552" y="1099"/>
                  </a:lnTo>
                  <a:cubicBezTo>
                    <a:pt x="1110" y="1266"/>
                    <a:pt x="0" y="2486"/>
                    <a:pt x="0" y="3970"/>
                  </a:cubicBezTo>
                  <a:cubicBezTo>
                    <a:pt x="0" y="4858"/>
                    <a:pt x="402" y="5676"/>
                    <a:pt x="1082" y="6217"/>
                  </a:cubicBezTo>
                  <a:cubicBezTo>
                    <a:pt x="971" y="6356"/>
                    <a:pt x="901" y="6522"/>
                    <a:pt x="901" y="6702"/>
                  </a:cubicBezTo>
                  <a:lnTo>
                    <a:pt x="901" y="7521"/>
                  </a:lnTo>
                  <a:cubicBezTo>
                    <a:pt x="901" y="7881"/>
                    <a:pt x="1027" y="8227"/>
                    <a:pt x="1262" y="8491"/>
                  </a:cubicBezTo>
                  <a:lnTo>
                    <a:pt x="1622" y="8880"/>
                  </a:lnTo>
                  <a:lnTo>
                    <a:pt x="1622" y="9240"/>
                  </a:lnTo>
                  <a:cubicBezTo>
                    <a:pt x="1622" y="9337"/>
                    <a:pt x="1692" y="9434"/>
                    <a:pt x="1789" y="9434"/>
                  </a:cubicBezTo>
                  <a:cubicBezTo>
                    <a:pt x="1796" y="9435"/>
                    <a:pt x="1803" y="9436"/>
                    <a:pt x="1809" y="9436"/>
                  </a:cubicBezTo>
                  <a:cubicBezTo>
                    <a:pt x="1910" y="9436"/>
                    <a:pt x="1983" y="9345"/>
                    <a:pt x="1983" y="9254"/>
                  </a:cubicBezTo>
                  <a:lnTo>
                    <a:pt x="1983" y="8810"/>
                  </a:lnTo>
                  <a:cubicBezTo>
                    <a:pt x="1983" y="8769"/>
                    <a:pt x="1970" y="8727"/>
                    <a:pt x="1942" y="8686"/>
                  </a:cubicBezTo>
                  <a:lnTo>
                    <a:pt x="1539" y="8242"/>
                  </a:lnTo>
                  <a:cubicBezTo>
                    <a:pt x="1359" y="8048"/>
                    <a:pt x="1262" y="7784"/>
                    <a:pt x="1262" y="7521"/>
                  </a:cubicBezTo>
                  <a:lnTo>
                    <a:pt x="1262" y="6702"/>
                  </a:lnTo>
                  <a:cubicBezTo>
                    <a:pt x="1262" y="6494"/>
                    <a:pt x="1443" y="6356"/>
                    <a:pt x="1622" y="6356"/>
                  </a:cubicBezTo>
                  <a:lnTo>
                    <a:pt x="1622" y="6951"/>
                  </a:lnTo>
                  <a:cubicBezTo>
                    <a:pt x="1622" y="7049"/>
                    <a:pt x="1706" y="7146"/>
                    <a:pt x="1803" y="7146"/>
                  </a:cubicBezTo>
                  <a:cubicBezTo>
                    <a:pt x="1811" y="7147"/>
                    <a:pt x="1818" y="7147"/>
                    <a:pt x="1825" y="7147"/>
                  </a:cubicBezTo>
                  <a:cubicBezTo>
                    <a:pt x="1925" y="7147"/>
                    <a:pt x="1997" y="7056"/>
                    <a:pt x="1997" y="6966"/>
                  </a:cubicBezTo>
                  <a:lnTo>
                    <a:pt x="1997" y="4553"/>
                  </a:lnTo>
                  <a:cubicBezTo>
                    <a:pt x="1997" y="4470"/>
                    <a:pt x="2066" y="4372"/>
                    <a:pt x="2149" y="4359"/>
                  </a:cubicBezTo>
                  <a:cubicBezTo>
                    <a:pt x="2164" y="4355"/>
                    <a:pt x="2178" y="4354"/>
                    <a:pt x="2193" y="4354"/>
                  </a:cubicBezTo>
                  <a:cubicBezTo>
                    <a:pt x="2299" y="4354"/>
                    <a:pt x="2386" y="4442"/>
                    <a:pt x="2386" y="4553"/>
                  </a:cubicBezTo>
                  <a:lnTo>
                    <a:pt x="2386" y="5884"/>
                  </a:lnTo>
                  <a:cubicBezTo>
                    <a:pt x="2386" y="5974"/>
                    <a:pt x="2457" y="6052"/>
                    <a:pt x="2545" y="6052"/>
                  </a:cubicBezTo>
                  <a:cubicBezTo>
                    <a:pt x="2552" y="6052"/>
                    <a:pt x="2559" y="6052"/>
                    <a:pt x="2565" y="6051"/>
                  </a:cubicBezTo>
                  <a:cubicBezTo>
                    <a:pt x="2573" y="6052"/>
                    <a:pt x="2581" y="6052"/>
                    <a:pt x="2589" y="6052"/>
                  </a:cubicBezTo>
                  <a:cubicBezTo>
                    <a:pt x="2688" y="6052"/>
                    <a:pt x="2760" y="5974"/>
                    <a:pt x="2760" y="5884"/>
                  </a:cubicBezTo>
                  <a:cubicBezTo>
                    <a:pt x="2746" y="5773"/>
                    <a:pt x="2843" y="5676"/>
                    <a:pt x="2940" y="5676"/>
                  </a:cubicBezTo>
                  <a:cubicBezTo>
                    <a:pt x="3051" y="5676"/>
                    <a:pt x="3135" y="5773"/>
                    <a:pt x="3135" y="5870"/>
                  </a:cubicBezTo>
                  <a:lnTo>
                    <a:pt x="3135" y="6106"/>
                  </a:lnTo>
                  <a:cubicBezTo>
                    <a:pt x="3135" y="6218"/>
                    <a:pt x="3224" y="6302"/>
                    <a:pt x="3324" y="6302"/>
                  </a:cubicBezTo>
                  <a:cubicBezTo>
                    <a:pt x="3348" y="6302"/>
                    <a:pt x="3373" y="6297"/>
                    <a:pt x="3397" y="6286"/>
                  </a:cubicBezTo>
                  <a:cubicBezTo>
                    <a:pt x="3467" y="6258"/>
                    <a:pt x="3508" y="6189"/>
                    <a:pt x="3508" y="6119"/>
                  </a:cubicBezTo>
                  <a:cubicBezTo>
                    <a:pt x="3508" y="6015"/>
                    <a:pt x="3594" y="5924"/>
                    <a:pt x="3696" y="5924"/>
                  </a:cubicBezTo>
                  <a:cubicBezTo>
                    <a:pt x="3703" y="5924"/>
                    <a:pt x="3710" y="5924"/>
                    <a:pt x="3717" y="5925"/>
                  </a:cubicBezTo>
                  <a:cubicBezTo>
                    <a:pt x="3814" y="5925"/>
                    <a:pt x="3897" y="6023"/>
                    <a:pt x="3897" y="6119"/>
                  </a:cubicBezTo>
                  <a:lnTo>
                    <a:pt x="3897" y="6467"/>
                  </a:lnTo>
                  <a:cubicBezTo>
                    <a:pt x="3897" y="6563"/>
                    <a:pt x="3967" y="6646"/>
                    <a:pt x="4063" y="6661"/>
                  </a:cubicBezTo>
                  <a:cubicBezTo>
                    <a:pt x="4174" y="6661"/>
                    <a:pt x="4257" y="6578"/>
                    <a:pt x="4257" y="6467"/>
                  </a:cubicBezTo>
                  <a:cubicBezTo>
                    <a:pt x="4257" y="6369"/>
                    <a:pt x="4355" y="6281"/>
                    <a:pt x="4454" y="6281"/>
                  </a:cubicBezTo>
                  <a:cubicBezTo>
                    <a:pt x="4468" y="6281"/>
                    <a:pt x="4481" y="6283"/>
                    <a:pt x="4494" y="6286"/>
                  </a:cubicBezTo>
                  <a:cubicBezTo>
                    <a:pt x="4577" y="6300"/>
                    <a:pt x="4646" y="6383"/>
                    <a:pt x="4646" y="6467"/>
                  </a:cubicBezTo>
                  <a:lnTo>
                    <a:pt x="4646" y="7521"/>
                  </a:lnTo>
                  <a:cubicBezTo>
                    <a:pt x="4646" y="7784"/>
                    <a:pt x="4549" y="8048"/>
                    <a:pt x="4368" y="8242"/>
                  </a:cubicBezTo>
                  <a:lnTo>
                    <a:pt x="3967" y="8686"/>
                  </a:lnTo>
                  <a:cubicBezTo>
                    <a:pt x="3939" y="8727"/>
                    <a:pt x="3924" y="8769"/>
                    <a:pt x="3924" y="8810"/>
                  </a:cubicBezTo>
                  <a:lnTo>
                    <a:pt x="3924" y="9240"/>
                  </a:lnTo>
                  <a:cubicBezTo>
                    <a:pt x="3924" y="9337"/>
                    <a:pt x="3994" y="9434"/>
                    <a:pt x="4091" y="9434"/>
                  </a:cubicBezTo>
                  <a:cubicBezTo>
                    <a:pt x="4098" y="9435"/>
                    <a:pt x="4105" y="9436"/>
                    <a:pt x="4111" y="9436"/>
                  </a:cubicBezTo>
                  <a:cubicBezTo>
                    <a:pt x="4212" y="9436"/>
                    <a:pt x="4285" y="9345"/>
                    <a:pt x="4285" y="9254"/>
                  </a:cubicBezTo>
                  <a:lnTo>
                    <a:pt x="4285" y="8880"/>
                  </a:lnTo>
                  <a:lnTo>
                    <a:pt x="4646" y="8491"/>
                  </a:lnTo>
                  <a:cubicBezTo>
                    <a:pt x="4882" y="8227"/>
                    <a:pt x="5021" y="7881"/>
                    <a:pt x="5021" y="7521"/>
                  </a:cubicBezTo>
                  <a:lnTo>
                    <a:pt x="5021" y="6467"/>
                  </a:lnTo>
                  <a:cubicBezTo>
                    <a:pt x="5021" y="6314"/>
                    <a:pt x="4951" y="6175"/>
                    <a:pt x="4854" y="6078"/>
                  </a:cubicBezTo>
                  <a:cubicBezTo>
                    <a:pt x="5006" y="5940"/>
                    <a:pt x="5145" y="5787"/>
                    <a:pt x="5256" y="5620"/>
                  </a:cubicBezTo>
                  <a:cubicBezTo>
                    <a:pt x="5311" y="5537"/>
                    <a:pt x="5298" y="5413"/>
                    <a:pt x="5215" y="5357"/>
                  </a:cubicBezTo>
                  <a:cubicBezTo>
                    <a:pt x="5182" y="5330"/>
                    <a:pt x="5145" y="5317"/>
                    <a:pt x="5109" y="5317"/>
                  </a:cubicBezTo>
                  <a:cubicBezTo>
                    <a:pt x="5051" y="5317"/>
                    <a:pt x="4993" y="5348"/>
                    <a:pt x="4951" y="5398"/>
                  </a:cubicBezTo>
                  <a:cubicBezTo>
                    <a:pt x="4826" y="5592"/>
                    <a:pt x="4660" y="5759"/>
                    <a:pt x="4479" y="5912"/>
                  </a:cubicBezTo>
                  <a:cubicBezTo>
                    <a:pt x="4396" y="5912"/>
                    <a:pt x="4313" y="5925"/>
                    <a:pt x="4244" y="5953"/>
                  </a:cubicBezTo>
                  <a:cubicBezTo>
                    <a:pt x="4174" y="5718"/>
                    <a:pt x="3939" y="5551"/>
                    <a:pt x="3703" y="5551"/>
                  </a:cubicBezTo>
                  <a:cubicBezTo>
                    <a:pt x="3606" y="5551"/>
                    <a:pt x="3523" y="5579"/>
                    <a:pt x="3440" y="5620"/>
                  </a:cubicBezTo>
                  <a:cubicBezTo>
                    <a:pt x="3356" y="5426"/>
                    <a:pt x="3148" y="5302"/>
                    <a:pt x="2940" y="5302"/>
                  </a:cubicBezTo>
                  <a:cubicBezTo>
                    <a:pt x="2885" y="5302"/>
                    <a:pt x="2815" y="5315"/>
                    <a:pt x="2760" y="5343"/>
                  </a:cubicBezTo>
                  <a:lnTo>
                    <a:pt x="2760" y="4553"/>
                  </a:lnTo>
                  <a:cubicBezTo>
                    <a:pt x="2760" y="4232"/>
                    <a:pt x="2485" y="3987"/>
                    <a:pt x="2179" y="3987"/>
                  </a:cubicBezTo>
                  <a:cubicBezTo>
                    <a:pt x="2142" y="3987"/>
                    <a:pt x="2104" y="3991"/>
                    <a:pt x="2066" y="3998"/>
                  </a:cubicBezTo>
                  <a:cubicBezTo>
                    <a:pt x="1817" y="4054"/>
                    <a:pt x="1622" y="4289"/>
                    <a:pt x="1622" y="4553"/>
                  </a:cubicBezTo>
                  <a:lnTo>
                    <a:pt x="1622" y="5981"/>
                  </a:lnTo>
                  <a:cubicBezTo>
                    <a:pt x="1554" y="5981"/>
                    <a:pt x="1484" y="5995"/>
                    <a:pt x="1415" y="6008"/>
                  </a:cubicBezTo>
                  <a:cubicBezTo>
                    <a:pt x="749" y="5537"/>
                    <a:pt x="361" y="4788"/>
                    <a:pt x="361" y="3970"/>
                  </a:cubicBezTo>
                  <a:cubicBezTo>
                    <a:pt x="361" y="2695"/>
                    <a:pt x="1317" y="1641"/>
                    <a:pt x="2552" y="1474"/>
                  </a:cubicBezTo>
                  <a:lnTo>
                    <a:pt x="2552" y="2153"/>
                  </a:lnTo>
                  <a:cubicBezTo>
                    <a:pt x="2454" y="2112"/>
                    <a:pt x="2358" y="2084"/>
                    <a:pt x="2247" y="2084"/>
                  </a:cubicBezTo>
                  <a:lnTo>
                    <a:pt x="1997" y="2084"/>
                  </a:lnTo>
                  <a:cubicBezTo>
                    <a:pt x="1637" y="2084"/>
                    <a:pt x="1317" y="2375"/>
                    <a:pt x="1317" y="2736"/>
                  </a:cubicBezTo>
                  <a:cubicBezTo>
                    <a:pt x="1304" y="3124"/>
                    <a:pt x="1609" y="3429"/>
                    <a:pt x="1983" y="3429"/>
                  </a:cubicBezTo>
                  <a:lnTo>
                    <a:pt x="2247" y="3429"/>
                  </a:lnTo>
                  <a:cubicBezTo>
                    <a:pt x="2621" y="3429"/>
                    <a:pt x="2913" y="3124"/>
                    <a:pt x="2913" y="2763"/>
                  </a:cubicBezTo>
                  <a:lnTo>
                    <a:pt x="2913" y="1446"/>
                  </a:lnTo>
                  <a:cubicBezTo>
                    <a:pt x="4285" y="1474"/>
                    <a:pt x="5394" y="2597"/>
                    <a:pt x="5394" y="3970"/>
                  </a:cubicBezTo>
                  <a:cubicBezTo>
                    <a:pt x="5394" y="4073"/>
                    <a:pt x="5478" y="4152"/>
                    <a:pt x="5578" y="4152"/>
                  </a:cubicBezTo>
                  <a:cubicBezTo>
                    <a:pt x="5586" y="4152"/>
                    <a:pt x="5595" y="4151"/>
                    <a:pt x="5603" y="4150"/>
                  </a:cubicBezTo>
                  <a:cubicBezTo>
                    <a:pt x="5700" y="4150"/>
                    <a:pt x="5769" y="4067"/>
                    <a:pt x="5769" y="3956"/>
                  </a:cubicBezTo>
                  <a:cubicBezTo>
                    <a:pt x="5769" y="2389"/>
                    <a:pt x="4494" y="1099"/>
                    <a:pt x="2913" y="1086"/>
                  </a:cubicBezTo>
                  <a:lnTo>
                    <a:pt x="2913" y="587"/>
                  </a:lnTo>
                  <a:cubicBezTo>
                    <a:pt x="2981" y="628"/>
                    <a:pt x="3051" y="655"/>
                    <a:pt x="3120" y="670"/>
                  </a:cubicBezTo>
                  <a:cubicBezTo>
                    <a:pt x="3329" y="739"/>
                    <a:pt x="3370" y="877"/>
                    <a:pt x="3384" y="892"/>
                  </a:cubicBezTo>
                  <a:lnTo>
                    <a:pt x="3384" y="905"/>
                  </a:lnTo>
                  <a:cubicBezTo>
                    <a:pt x="3407" y="986"/>
                    <a:pt x="3477" y="1038"/>
                    <a:pt x="3556" y="1038"/>
                  </a:cubicBezTo>
                  <a:cubicBezTo>
                    <a:pt x="3572" y="1038"/>
                    <a:pt x="3589" y="1035"/>
                    <a:pt x="3606" y="1030"/>
                  </a:cubicBezTo>
                  <a:cubicBezTo>
                    <a:pt x="3703" y="1003"/>
                    <a:pt x="3758" y="905"/>
                    <a:pt x="3730" y="794"/>
                  </a:cubicBezTo>
                  <a:lnTo>
                    <a:pt x="3730" y="781"/>
                  </a:lnTo>
                  <a:cubicBezTo>
                    <a:pt x="3703" y="655"/>
                    <a:pt x="3551" y="420"/>
                    <a:pt x="3231" y="323"/>
                  </a:cubicBezTo>
                  <a:cubicBezTo>
                    <a:pt x="2996" y="254"/>
                    <a:pt x="2898" y="101"/>
                    <a:pt x="2898" y="87"/>
                  </a:cubicBezTo>
                  <a:cubicBezTo>
                    <a:pt x="2864" y="29"/>
                    <a:pt x="2801" y="0"/>
                    <a:pt x="2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46"/>
            <p:cNvSpPr/>
            <p:nvPr/>
          </p:nvSpPr>
          <p:spPr>
            <a:xfrm>
              <a:off x="4361673" y="4291745"/>
              <a:ext cx="31804" cy="101993"/>
            </a:xfrm>
            <a:custGeom>
              <a:avLst/>
              <a:gdLst/>
              <a:ahLst/>
              <a:cxnLst/>
              <a:rect l="l" t="t" r="r" b="b"/>
              <a:pathLst>
                <a:path w="667" h="2139" extrusionOk="0">
                  <a:moveTo>
                    <a:pt x="206" y="0"/>
                  </a:moveTo>
                  <a:cubicBezTo>
                    <a:pt x="178" y="0"/>
                    <a:pt x="151" y="7"/>
                    <a:pt x="126" y="19"/>
                  </a:cubicBezTo>
                  <a:cubicBezTo>
                    <a:pt x="28" y="74"/>
                    <a:pt x="1" y="185"/>
                    <a:pt x="43" y="283"/>
                  </a:cubicBezTo>
                  <a:cubicBezTo>
                    <a:pt x="278" y="712"/>
                    <a:pt x="278" y="1433"/>
                    <a:pt x="43" y="1864"/>
                  </a:cubicBezTo>
                  <a:cubicBezTo>
                    <a:pt x="1" y="1960"/>
                    <a:pt x="28" y="2071"/>
                    <a:pt x="126" y="2113"/>
                  </a:cubicBezTo>
                  <a:cubicBezTo>
                    <a:pt x="152" y="2131"/>
                    <a:pt x="181" y="2139"/>
                    <a:pt x="210" y="2139"/>
                  </a:cubicBezTo>
                  <a:cubicBezTo>
                    <a:pt x="273" y="2139"/>
                    <a:pt x="337" y="2101"/>
                    <a:pt x="376" y="2043"/>
                  </a:cubicBezTo>
                  <a:cubicBezTo>
                    <a:pt x="666" y="1503"/>
                    <a:pt x="666" y="643"/>
                    <a:pt x="376" y="102"/>
                  </a:cubicBezTo>
                  <a:cubicBezTo>
                    <a:pt x="337" y="34"/>
                    <a:pt x="270" y="0"/>
                    <a:pt x="2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46"/>
            <p:cNvSpPr/>
            <p:nvPr/>
          </p:nvSpPr>
          <p:spPr>
            <a:xfrm>
              <a:off x="4397388" y="4259654"/>
              <a:ext cx="35762" cy="166460"/>
            </a:xfrm>
            <a:custGeom>
              <a:avLst/>
              <a:gdLst/>
              <a:ahLst/>
              <a:cxnLst/>
              <a:rect l="l" t="t" r="r" b="b"/>
              <a:pathLst>
                <a:path w="750" h="3491" extrusionOk="0">
                  <a:moveTo>
                    <a:pt x="218" y="1"/>
                  </a:moveTo>
                  <a:cubicBezTo>
                    <a:pt x="188" y="1"/>
                    <a:pt x="156" y="9"/>
                    <a:pt x="126" y="26"/>
                  </a:cubicBezTo>
                  <a:cubicBezTo>
                    <a:pt x="43" y="68"/>
                    <a:pt x="0" y="179"/>
                    <a:pt x="56" y="276"/>
                  </a:cubicBezTo>
                  <a:cubicBezTo>
                    <a:pt x="265" y="664"/>
                    <a:pt x="375" y="1191"/>
                    <a:pt x="375" y="1746"/>
                  </a:cubicBezTo>
                  <a:cubicBezTo>
                    <a:pt x="375" y="2300"/>
                    <a:pt x="265" y="2827"/>
                    <a:pt x="56" y="3216"/>
                  </a:cubicBezTo>
                  <a:cubicBezTo>
                    <a:pt x="0" y="3313"/>
                    <a:pt x="43" y="3424"/>
                    <a:pt x="126" y="3465"/>
                  </a:cubicBezTo>
                  <a:cubicBezTo>
                    <a:pt x="156" y="3483"/>
                    <a:pt x="188" y="3491"/>
                    <a:pt x="219" y="3491"/>
                  </a:cubicBezTo>
                  <a:cubicBezTo>
                    <a:pt x="285" y="3491"/>
                    <a:pt x="347" y="3454"/>
                    <a:pt x="375" y="3397"/>
                  </a:cubicBezTo>
                  <a:cubicBezTo>
                    <a:pt x="611" y="2953"/>
                    <a:pt x="749" y="2370"/>
                    <a:pt x="749" y="1746"/>
                  </a:cubicBezTo>
                  <a:cubicBezTo>
                    <a:pt x="749" y="1122"/>
                    <a:pt x="611" y="540"/>
                    <a:pt x="375" y="96"/>
                  </a:cubicBezTo>
                  <a:cubicBezTo>
                    <a:pt x="346" y="39"/>
                    <a:pt x="285" y="1"/>
                    <a:pt x="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46"/>
            <p:cNvSpPr/>
            <p:nvPr/>
          </p:nvSpPr>
          <p:spPr>
            <a:xfrm>
              <a:off x="4021164" y="4291745"/>
              <a:ext cx="31757" cy="101993"/>
            </a:xfrm>
            <a:custGeom>
              <a:avLst/>
              <a:gdLst/>
              <a:ahLst/>
              <a:cxnLst/>
              <a:rect l="l" t="t" r="r" b="b"/>
              <a:pathLst>
                <a:path w="666" h="2139" extrusionOk="0">
                  <a:moveTo>
                    <a:pt x="461" y="0"/>
                  </a:moveTo>
                  <a:cubicBezTo>
                    <a:pt x="396" y="0"/>
                    <a:pt x="330" y="34"/>
                    <a:pt x="291" y="102"/>
                  </a:cubicBezTo>
                  <a:cubicBezTo>
                    <a:pt x="0" y="643"/>
                    <a:pt x="0" y="1503"/>
                    <a:pt x="291" y="2043"/>
                  </a:cubicBezTo>
                  <a:cubicBezTo>
                    <a:pt x="329" y="2101"/>
                    <a:pt x="393" y="2139"/>
                    <a:pt x="457" y="2139"/>
                  </a:cubicBezTo>
                  <a:cubicBezTo>
                    <a:pt x="486" y="2139"/>
                    <a:pt x="514" y="2131"/>
                    <a:pt x="540" y="2113"/>
                  </a:cubicBezTo>
                  <a:cubicBezTo>
                    <a:pt x="638" y="2071"/>
                    <a:pt x="666" y="1960"/>
                    <a:pt x="624" y="1864"/>
                  </a:cubicBezTo>
                  <a:cubicBezTo>
                    <a:pt x="388" y="1433"/>
                    <a:pt x="388" y="712"/>
                    <a:pt x="624" y="283"/>
                  </a:cubicBezTo>
                  <a:cubicBezTo>
                    <a:pt x="666" y="185"/>
                    <a:pt x="638" y="74"/>
                    <a:pt x="540" y="19"/>
                  </a:cubicBezTo>
                  <a:cubicBezTo>
                    <a:pt x="516" y="7"/>
                    <a:pt x="488" y="0"/>
                    <a:pt x="4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46"/>
            <p:cNvSpPr/>
            <p:nvPr/>
          </p:nvSpPr>
          <p:spPr>
            <a:xfrm>
              <a:off x="3981492" y="4259654"/>
              <a:ext cx="35714" cy="166603"/>
            </a:xfrm>
            <a:custGeom>
              <a:avLst/>
              <a:gdLst/>
              <a:ahLst/>
              <a:cxnLst/>
              <a:rect l="l" t="t" r="r" b="b"/>
              <a:pathLst>
                <a:path w="749" h="3494" extrusionOk="0">
                  <a:moveTo>
                    <a:pt x="531" y="1"/>
                  </a:moveTo>
                  <a:cubicBezTo>
                    <a:pt x="464" y="1"/>
                    <a:pt x="403" y="39"/>
                    <a:pt x="374" y="96"/>
                  </a:cubicBezTo>
                  <a:cubicBezTo>
                    <a:pt x="139" y="540"/>
                    <a:pt x="0" y="1122"/>
                    <a:pt x="0" y="1746"/>
                  </a:cubicBezTo>
                  <a:cubicBezTo>
                    <a:pt x="0" y="2370"/>
                    <a:pt x="139" y="2953"/>
                    <a:pt x="374" y="3397"/>
                  </a:cubicBezTo>
                  <a:cubicBezTo>
                    <a:pt x="402" y="3452"/>
                    <a:pt x="472" y="3493"/>
                    <a:pt x="540" y="3493"/>
                  </a:cubicBezTo>
                  <a:cubicBezTo>
                    <a:pt x="568" y="3493"/>
                    <a:pt x="596" y="3480"/>
                    <a:pt x="624" y="3465"/>
                  </a:cubicBezTo>
                  <a:cubicBezTo>
                    <a:pt x="707" y="3424"/>
                    <a:pt x="749" y="3313"/>
                    <a:pt x="693" y="3216"/>
                  </a:cubicBezTo>
                  <a:cubicBezTo>
                    <a:pt x="485" y="2827"/>
                    <a:pt x="374" y="2300"/>
                    <a:pt x="374" y="1746"/>
                  </a:cubicBezTo>
                  <a:cubicBezTo>
                    <a:pt x="374" y="1191"/>
                    <a:pt x="485" y="664"/>
                    <a:pt x="693" y="276"/>
                  </a:cubicBezTo>
                  <a:cubicBezTo>
                    <a:pt x="749" y="179"/>
                    <a:pt x="707" y="68"/>
                    <a:pt x="624" y="26"/>
                  </a:cubicBezTo>
                  <a:cubicBezTo>
                    <a:pt x="593" y="9"/>
                    <a:pt x="562" y="1"/>
                    <a:pt x="5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46"/>
            <p:cNvSpPr/>
            <p:nvPr/>
          </p:nvSpPr>
          <p:spPr>
            <a:xfrm>
              <a:off x="4206320" y="4256077"/>
              <a:ext cx="92599" cy="106046"/>
            </a:xfrm>
            <a:custGeom>
              <a:avLst/>
              <a:gdLst/>
              <a:ahLst/>
              <a:cxnLst/>
              <a:rect l="l" t="t" r="r" b="b"/>
              <a:pathLst>
                <a:path w="1942" h="2224" extrusionOk="0">
                  <a:moveTo>
                    <a:pt x="762" y="1516"/>
                  </a:moveTo>
                  <a:cubicBezTo>
                    <a:pt x="846" y="1516"/>
                    <a:pt x="929" y="1586"/>
                    <a:pt x="929" y="1682"/>
                  </a:cubicBezTo>
                  <a:cubicBezTo>
                    <a:pt x="929" y="1780"/>
                    <a:pt x="846" y="1863"/>
                    <a:pt x="762" y="1863"/>
                  </a:cubicBezTo>
                  <a:lnTo>
                    <a:pt x="555" y="1863"/>
                  </a:lnTo>
                  <a:cubicBezTo>
                    <a:pt x="457" y="1863"/>
                    <a:pt x="388" y="1780"/>
                    <a:pt x="388" y="1682"/>
                  </a:cubicBezTo>
                  <a:cubicBezTo>
                    <a:pt x="388" y="1586"/>
                    <a:pt x="457" y="1516"/>
                    <a:pt x="555" y="1516"/>
                  </a:cubicBezTo>
                  <a:close/>
                  <a:moveTo>
                    <a:pt x="1110" y="1"/>
                  </a:moveTo>
                  <a:cubicBezTo>
                    <a:pt x="1096" y="1"/>
                    <a:pt x="1082" y="2"/>
                    <a:pt x="1067" y="5"/>
                  </a:cubicBezTo>
                  <a:cubicBezTo>
                    <a:pt x="984" y="32"/>
                    <a:pt x="929" y="101"/>
                    <a:pt x="929" y="184"/>
                  </a:cubicBezTo>
                  <a:lnTo>
                    <a:pt x="929" y="1169"/>
                  </a:lnTo>
                  <a:cubicBezTo>
                    <a:pt x="873" y="1155"/>
                    <a:pt x="818" y="1142"/>
                    <a:pt x="762" y="1142"/>
                  </a:cubicBezTo>
                  <a:lnTo>
                    <a:pt x="568" y="1142"/>
                  </a:lnTo>
                  <a:cubicBezTo>
                    <a:pt x="278" y="1142"/>
                    <a:pt x="28" y="1377"/>
                    <a:pt x="14" y="1669"/>
                  </a:cubicBezTo>
                  <a:cubicBezTo>
                    <a:pt x="0" y="1974"/>
                    <a:pt x="250" y="2223"/>
                    <a:pt x="555" y="2223"/>
                  </a:cubicBezTo>
                  <a:lnTo>
                    <a:pt x="762" y="2223"/>
                  </a:lnTo>
                  <a:cubicBezTo>
                    <a:pt x="1054" y="2223"/>
                    <a:pt x="1304" y="1987"/>
                    <a:pt x="1304" y="1682"/>
                  </a:cubicBezTo>
                  <a:lnTo>
                    <a:pt x="1304" y="559"/>
                  </a:lnTo>
                  <a:lnTo>
                    <a:pt x="1387" y="600"/>
                  </a:lnTo>
                  <a:cubicBezTo>
                    <a:pt x="1511" y="642"/>
                    <a:pt x="1539" y="711"/>
                    <a:pt x="1553" y="726"/>
                  </a:cubicBezTo>
                  <a:lnTo>
                    <a:pt x="1553" y="753"/>
                  </a:lnTo>
                  <a:cubicBezTo>
                    <a:pt x="1589" y="826"/>
                    <a:pt x="1669" y="867"/>
                    <a:pt x="1744" y="867"/>
                  </a:cubicBezTo>
                  <a:cubicBezTo>
                    <a:pt x="1754" y="867"/>
                    <a:pt x="1765" y="866"/>
                    <a:pt x="1775" y="864"/>
                  </a:cubicBezTo>
                  <a:cubicBezTo>
                    <a:pt x="1872" y="837"/>
                    <a:pt x="1942" y="726"/>
                    <a:pt x="1900" y="628"/>
                  </a:cubicBezTo>
                  <a:lnTo>
                    <a:pt x="1900" y="615"/>
                  </a:lnTo>
                  <a:cubicBezTo>
                    <a:pt x="1900" y="587"/>
                    <a:pt x="1816" y="337"/>
                    <a:pt x="1498" y="240"/>
                  </a:cubicBezTo>
                  <a:cubicBezTo>
                    <a:pt x="1345" y="199"/>
                    <a:pt x="1276" y="101"/>
                    <a:pt x="1276" y="88"/>
                  </a:cubicBezTo>
                  <a:cubicBezTo>
                    <a:pt x="1241" y="30"/>
                    <a:pt x="1178" y="1"/>
                    <a:pt x="11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46"/>
            <p:cNvSpPr/>
            <p:nvPr/>
          </p:nvSpPr>
          <p:spPr>
            <a:xfrm>
              <a:off x="4320570" y="4371949"/>
              <a:ext cx="19979" cy="17452"/>
            </a:xfrm>
            <a:custGeom>
              <a:avLst/>
              <a:gdLst/>
              <a:ahLst/>
              <a:cxnLst/>
              <a:rect l="l" t="t" r="r" b="b"/>
              <a:pathLst>
                <a:path w="419" h="366" extrusionOk="0">
                  <a:moveTo>
                    <a:pt x="208" y="1"/>
                  </a:moveTo>
                  <a:cubicBezTo>
                    <a:pt x="126" y="1"/>
                    <a:pt x="47" y="56"/>
                    <a:pt x="31" y="154"/>
                  </a:cubicBezTo>
                  <a:cubicBezTo>
                    <a:pt x="1" y="274"/>
                    <a:pt x="108" y="365"/>
                    <a:pt x="217" y="365"/>
                  </a:cubicBezTo>
                  <a:cubicBezTo>
                    <a:pt x="259" y="365"/>
                    <a:pt x="301" y="351"/>
                    <a:pt x="336" y="320"/>
                  </a:cubicBezTo>
                  <a:cubicBezTo>
                    <a:pt x="406" y="265"/>
                    <a:pt x="419" y="154"/>
                    <a:pt x="363" y="84"/>
                  </a:cubicBezTo>
                  <a:cubicBezTo>
                    <a:pt x="324" y="27"/>
                    <a:pt x="265" y="1"/>
                    <a:pt x="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8" name="Google Shape;1428;p46"/>
          <p:cNvGrpSpPr/>
          <p:nvPr/>
        </p:nvGrpSpPr>
        <p:grpSpPr>
          <a:xfrm>
            <a:off x="1875846" y="2398072"/>
            <a:ext cx="222898" cy="197469"/>
            <a:chOff x="4716105" y="4178258"/>
            <a:chExt cx="451029" cy="399493"/>
          </a:xfrm>
        </p:grpSpPr>
        <p:sp>
          <p:nvSpPr>
            <p:cNvPr id="1429" name="Google Shape;1429;p46"/>
            <p:cNvSpPr/>
            <p:nvPr/>
          </p:nvSpPr>
          <p:spPr>
            <a:xfrm>
              <a:off x="4716105" y="4178258"/>
              <a:ext cx="451029" cy="392808"/>
            </a:xfrm>
            <a:custGeom>
              <a:avLst/>
              <a:gdLst/>
              <a:ahLst/>
              <a:cxnLst/>
              <a:rect l="l" t="t" r="r" b="b"/>
              <a:pathLst>
                <a:path w="9459" h="8238" extrusionOk="0">
                  <a:moveTo>
                    <a:pt x="4730" y="1165"/>
                  </a:moveTo>
                  <a:cubicBezTo>
                    <a:pt x="5590" y="1165"/>
                    <a:pt x="6422" y="1483"/>
                    <a:pt x="7060" y="2038"/>
                  </a:cubicBezTo>
                  <a:lnTo>
                    <a:pt x="7005" y="2094"/>
                  </a:lnTo>
                  <a:cubicBezTo>
                    <a:pt x="6920" y="2178"/>
                    <a:pt x="6807" y="2220"/>
                    <a:pt x="6692" y="2220"/>
                  </a:cubicBezTo>
                  <a:cubicBezTo>
                    <a:pt x="6598" y="2220"/>
                    <a:pt x="6503" y="2192"/>
                    <a:pt x="6422" y="2136"/>
                  </a:cubicBezTo>
                  <a:cubicBezTo>
                    <a:pt x="5923" y="1789"/>
                    <a:pt x="5341" y="1594"/>
                    <a:pt x="4730" y="1594"/>
                  </a:cubicBezTo>
                  <a:cubicBezTo>
                    <a:pt x="4120" y="1594"/>
                    <a:pt x="3538" y="1789"/>
                    <a:pt x="3038" y="2136"/>
                  </a:cubicBezTo>
                  <a:cubicBezTo>
                    <a:pt x="2957" y="2192"/>
                    <a:pt x="2862" y="2220"/>
                    <a:pt x="2768" y="2220"/>
                  </a:cubicBezTo>
                  <a:cubicBezTo>
                    <a:pt x="2653" y="2220"/>
                    <a:pt x="2540" y="2178"/>
                    <a:pt x="2456" y="2094"/>
                  </a:cubicBezTo>
                  <a:lnTo>
                    <a:pt x="2401" y="2038"/>
                  </a:lnTo>
                  <a:cubicBezTo>
                    <a:pt x="2442" y="1997"/>
                    <a:pt x="2484" y="1969"/>
                    <a:pt x="2525" y="1927"/>
                  </a:cubicBezTo>
                  <a:cubicBezTo>
                    <a:pt x="3149" y="1442"/>
                    <a:pt x="3939" y="1165"/>
                    <a:pt x="4730" y="1165"/>
                  </a:cubicBezTo>
                  <a:close/>
                  <a:moveTo>
                    <a:pt x="4730" y="1969"/>
                  </a:moveTo>
                  <a:cubicBezTo>
                    <a:pt x="5257" y="1969"/>
                    <a:pt x="5770" y="2136"/>
                    <a:pt x="6200" y="2441"/>
                  </a:cubicBezTo>
                  <a:cubicBezTo>
                    <a:pt x="6347" y="2544"/>
                    <a:pt x="6514" y="2594"/>
                    <a:pt x="6681" y="2594"/>
                  </a:cubicBezTo>
                  <a:cubicBezTo>
                    <a:pt x="6894" y="2594"/>
                    <a:pt x="7105" y="2513"/>
                    <a:pt x="7268" y="2358"/>
                  </a:cubicBezTo>
                  <a:lnTo>
                    <a:pt x="7323" y="2288"/>
                  </a:lnTo>
                  <a:cubicBezTo>
                    <a:pt x="7878" y="2885"/>
                    <a:pt x="8238" y="3661"/>
                    <a:pt x="8294" y="4534"/>
                  </a:cubicBezTo>
                  <a:lnTo>
                    <a:pt x="7864" y="4534"/>
                  </a:lnTo>
                  <a:cubicBezTo>
                    <a:pt x="7504" y="4534"/>
                    <a:pt x="7184" y="4715"/>
                    <a:pt x="7005" y="4993"/>
                  </a:cubicBezTo>
                  <a:cubicBezTo>
                    <a:pt x="6630" y="4091"/>
                    <a:pt x="5757" y="3467"/>
                    <a:pt x="4730" y="3467"/>
                  </a:cubicBezTo>
                  <a:cubicBezTo>
                    <a:pt x="4466" y="3467"/>
                    <a:pt x="4203" y="3508"/>
                    <a:pt x="3967" y="3591"/>
                  </a:cubicBezTo>
                  <a:lnTo>
                    <a:pt x="3218" y="3148"/>
                  </a:lnTo>
                  <a:cubicBezTo>
                    <a:pt x="3190" y="3134"/>
                    <a:pt x="3159" y="3127"/>
                    <a:pt x="3128" y="3127"/>
                  </a:cubicBezTo>
                  <a:cubicBezTo>
                    <a:pt x="3097" y="3127"/>
                    <a:pt x="3066" y="3134"/>
                    <a:pt x="3038" y="3148"/>
                  </a:cubicBezTo>
                  <a:cubicBezTo>
                    <a:pt x="2983" y="3190"/>
                    <a:pt x="2941" y="3245"/>
                    <a:pt x="2941" y="3314"/>
                  </a:cubicBezTo>
                  <a:lnTo>
                    <a:pt x="2941" y="4229"/>
                  </a:lnTo>
                  <a:cubicBezTo>
                    <a:pt x="2733" y="4451"/>
                    <a:pt x="2567" y="4715"/>
                    <a:pt x="2456" y="4978"/>
                  </a:cubicBezTo>
                  <a:cubicBezTo>
                    <a:pt x="2262" y="4715"/>
                    <a:pt x="1942" y="4534"/>
                    <a:pt x="1596" y="4534"/>
                  </a:cubicBezTo>
                  <a:lnTo>
                    <a:pt x="1166" y="4534"/>
                  </a:lnTo>
                  <a:cubicBezTo>
                    <a:pt x="1221" y="3661"/>
                    <a:pt x="1582" y="2885"/>
                    <a:pt x="2136" y="2288"/>
                  </a:cubicBezTo>
                  <a:lnTo>
                    <a:pt x="2192" y="2358"/>
                  </a:lnTo>
                  <a:cubicBezTo>
                    <a:pt x="2346" y="2512"/>
                    <a:pt x="2556" y="2589"/>
                    <a:pt x="2769" y="2589"/>
                  </a:cubicBezTo>
                  <a:cubicBezTo>
                    <a:pt x="2940" y="2589"/>
                    <a:pt x="3112" y="2540"/>
                    <a:pt x="3260" y="2441"/>
                  </a:cubicBezTo>
                  <a:cubicBezTo>
                    <a:pt x="3690" y="2136"/>
                    <a:pt x="4203" y="1969"/>
                    <a:pt x="4730" y="1969"/>
                  </a:cubicBezTo>
                  <a:close/>
                  <a:moveTo>
                    <a:pt x="4730" y="361"/>
                  </a:moveTo>
                  <a:cubicBezTo>
                    <a:pt x="5895" y="361"/>
                    <a:pt x="6990" y="818"/>
                    <a:pt x="7809" y="1650"/>
                  </a:cubicBezTo>
                  <a:cubicBezTo>
                    <a:pt x="8641" y="2469"/>
                    <a:pt x="9098" y="3564"/>
                    <a:pt x="9098" y="4729"/>
                  </a:cubicBezTo>
                  <a:lnTo>
                    <a:pt x="9098" y="5450"/>
                  </a:lnTo>
                  <a:lnTo>
                    <a:pt x="8669" y="5450"/>
                  </a:lnTo>
                  <a:lnTo>
                    <a:pt x="8669" y="4729"/>
                  </a:lnTo>
                  <a:lnTo>
                    <a:pt x="8669" y="4715"/>
                  </a:lnTo>
                  <a:cubicBezTo>
                    <a:pt x="8654" y="3606"/>
                    <a:pt x="8197" y="2607"/>
                    <a:pt x="7462" y="1900"/>
                  </a:cubicBezTo>
                  <a:cubicBezTo>
                    <a:pt x="6741" y="1193"/>
                    <a:pt x="5729" y="790"/>
                    <a:pt x="4730" y="790"/>
                  </a:cubicBezTo>
                  <a:cubicBezTo>
                    <a:pt x="3732" y="790"/>
                    <a:pt x="2719" y="1193"/>
                    <a:pt x="1998" y="1900"/>
                  </a:cubicBezTo>
                  <a:cubicBezTo>
                    <a:pt x="1263" y="2607"/>
                    <a:pt x="805" y="3606"/>
                    <a:pt x="792" y="4715"/>
                  </a:cubicBezTo>
                  <a:lnTo>
                    <a:pt x="792" y="5450"/>
                  </a:lnTo>
                  <a:lnTo>
                    <a:pt x="361" y="5450"/>
                  </a:lnTo>
                  <a:lnTo>
                    <a:pt x="361" y="4729"/>
                  </a:lnTo>
                  <a:cubicBezTo>
                    <a:pt x="361" y="3564"/>
                    <a:pt x="820" y="2469"/>
                    <a:pt x="1637" y="1650"/>
                  </a:cubicBezTo>
                  <a:cubicBezTo>
                    <a:pt x="2469" y="818"/>
                    <a:pt x="3565" y="361"/>
                    <a:pt x="4730" y="361"/>
                  </a:cubicBezTo>
                  <a:close/>
                  <a:moveTo>
                    <a:pt x="792" y="5825"/>
                  </a:moveTo>
                  <a:lnTo>
                    <a:pt x="792" y="6504"/>
                  </a:lnTo>
                  <a:lnTo>
                    <a:pt x="361" y="6504"/>
                  </a:lnTo>
                  <a:lnTo>
                    <a:pt x="361" y="5825"/>
                  </a:lnTo>
                  <a:close/>
                  <a:moveTo>
                    <a:pt x="9098" y="5825"/>
                  </a:moveTo>
                  <a:lnTo>
                    <a:pt x="9098" y="6504"/>
                  </a:lnTo>
                  <a:lnTo>
                    <a:pt x="8669" y="6504"/>
                  </a:lnTo>
                  <a:lnTo>
                    <a:pt x="8669" y="5825"/>
                  </a:lnTo>
                  <a:close/>
                  <a:moveTo>
                    <a:pt x="1596" y="4895"/>
                  </a:moveTo>
                  <a:cubicBezTo>
                    <a:pt x="1970" y="4895"/>
                    <a:pt x="2275" y="5200"/>
                    <a:pt x="2275" y="5588"/>
                  </a:cubicBezTo>
                  <a:lnTo>
                    <a:pt x="2275" y="6740"/>
                  </a:lnTo>
                  <a:cubicBezTo>
                    <a:pt x="2275" y="7114"/>
                    <a:pt x="1970" y="7419"/>
                    <a:pt x="1596" y="7419"/>
                  </a:cubicBezTo>
                  <a:lnTo>
                    <a:pt x="1166" y="7419"/>
                  </a:lnTo>
                  <a:lnTo>
                    <a:pt x="1166" y="4895"/>
                  </a:lnTo>
                  <a:close/>
                  <a:moveTo>
                    <a:pt x="8294" y="4895"/>
                  </a:moveTo>
                  <a:lnTo>
                    <a:pt x="8294" y="7419"/>
                  </a:lnTo>
                  <a:lnTo>
                    <a:pt x="7864" y="7419"/>
                  </a:lnTo>
                  <a:cubicBezTo>
                    <a:pt x="7489" y="7419"/>
                    <a:pt x="7184" y="7114"/>
                    <a:pt x="7184" y="6740"/>
                  </a:cubicBezTo>
                  <a:lnTo>
                    <a:pt x="7184" y="5588"/>
                  </a:lnTo>
                  <a:cubicBezTo>
                    <a:pt x="7184" y="5200"/>
                    <a:pt x="7489" y="4895"/>
                    <a:pt x="7864" y="4895"/>
                  </a:cubicBezTo>
                  <a:close/>
                  <a:moveTo>
                    <a:pt x="4730" y="0"/>
                  </a:moveTo>
                  <a:cubicBezTo>
                    <a:pt x="3468" y="0"/>
                    <a:pt x="2275" y="485"/>
                    <a:pt x="1388" y="1387"/>
                  </a:cubicBezTo>
                  <a:cubicBezTo>
                    <a:pt x="487" y="2274"/>
                    <a:pt x="1" y="3467"/>
                    <a:pt x="1" y="4729"/>
                  </a:cubicBezTo>
                  <a:lnTo>
                    <a:pt x="1" y="6685"/>
                  </a:lnTo>
                  <a:cubicBezTo>
                    <a:pt x="1" y="6781"/>
                    <a:pt x="84" y="6864"/>
                    <a:pt x="182" y="6864"/>
                  </a:cubicBezTo>
                  <a:lnTo>
                    <a:pt x="792" y="6864"/>
                  </a:lnTo>
                  <a:lnTo>
                    <a:pt x="792" y="7600"/>
                  </a:lnTo>
                  <a:cubicBezTo>
                    <a:pt x="792" y="7711"/>
                    <a:pt x="875" y="7794"/>
                    <a:pt x="986" y="7794"/>
                  </a:cubicBezTo>
                  <a:lnTo>
                    <a:pt x="1596" y="7794"/>
                  </a:lnTo>
                  <a:cubicBezTo>
                    <a:pt x="2040" y="7794"/>
                    <a:pt x="2428" y="7502"/>
                    <a:pt x="2580" y="7101"/>
                  </a:cubicBezTo>
                  <a:cubicBezTo>
                    <a:pt x="2622" y="7184"/>
                    <a:pt x="2663" y="7253"/>
                    <a:pt x="2719" y="7336"/>
                  </a:cubicBezTo>
                  <a:cubicBezTo>
                    <a:pt x="2996" y="7738"/>
                    <a:pt x="3399" y="8044"/>
                    <a:pt x="3856" y="8223"/>
                  </a:cubicBezTo>
                  <a:cubicBezTo>
                    <a:pt x="3876" y="8229"/>
                    <a:pt x="3897" y="8232"/>
                    <a:pt x="3917" y="8232"/>
                  </a:cubicBezTo>
                  <a:cubicBezTo>
                    <a:pt x="3996" y="8232"/>
                    <a:pt x="4070" y="8190"/>
                    <a:pt x="4092" y="8112"/>
                  </a:cubicBezTo>
                  <a:cubicBezTo>
                    <a:pt x="4133" y="8016"/>
                    <a:pt x="4092" y="7905"/>
                    <a:pt x="3995" y="7877"/>
                  </a:cubicBezTo>
                  <a:cubicBezTo>
                    <a:pt x="3593" y="7724"/>
                    <a:pt x="3260" y="7461"/>
                    <a:pt x="3024" y="7114"/>
                  </a:cubicBezTo>
                  <a:cubicBezTo>
                    <a:pt x="2774" y="6768"/>
                    <a:pt x="2636" y="6352"/>
                    <a:pt x="2636" y="5921"/>
                  </a:cubicBezTo>
                  <a:cubicBezTo>
                    <a:pt x="2636" y="5367"/>
                    <a:pt x="2858" y="4840"/>
                    <a:pt x="3260" y="4438"/>
                  </a:cubicBezTo>
                  <a:cubicBezTo>
                    <a:pt x="3288" y="4410"/>
                    <a:pt x="3316" y="4355"/>
                    <a:pt x="3316" y="4313"/>
                  </a:cubicBezTo>
                  <a:lnTo>
                    <a:pt x="3316" y="3634"/>
                  </a:lnTo>
                  <a:lnTo>
                    <a:pt x="3856" y="3952"/>
                  </a:lnTo>
                  <a:cubicBezTo>
                    <a:pt x="3881" y="3968"/>
                    <a:pt x="3911" y="3975"/>
                    <a:pt x="3942" y="3975"/>
                  </a:cubicBezTo>
                  <a:cubicBezTo>
                    <a:pt x="3964" y="3975"/>
                    <a:pt x="3986" y="3972"/>
                    <a:pt x="4009" y="3966"/>
                  </a:cubicBezTo>
                  <a:cubicBezTo>
                    <a:pt x="4244" y="3883"/>
                    <a:pt x="4481" y="3828"/>
                    <a:pt x="4730" y="3828"/>
                  </a:cubicBezTo>
                  <a:cubicBezTo>
                    <a:pt x="5881" y="3828"/>
                    <a:pt x="6811" y="4771"/>
                    <a:pt x="6811" y="5921"/>
                  </a:cubicBezTo>
                  <a:cubicBezTo>
                    <a:pt x="6811" y="6352"/>
                    <a:pt x="6685" y="6768"/>
                    <a:pt x="6436" y="7128"/>
                  </a:cubicBezTo>
                  <a:cubicBezTo>
                    <a:pt x="6186" y="7461"/>
                    <a:pt x="5853" y="7724"/>
                    <a:pt x="5465" y="7877"/>
                  </a:cubicBezTo>
                  <a:cubicBezTo>
                    <a:pt x="5368" y="7905"/>
                    <a:pt x="5313" y="8016"/>
                    <a:pt x="5354" y="8112"/>
                  </a:cubicBezTo>
                  <a:cubicBezTo>
                    <a:pt x="5382" y="8182"/>
                    <a:pt x="5451" y="8238"/>
                    <a:pt x="5520" y="8238"/>
                  </a:cubicBezTo>
                  <a:cubicBezTo>
                    <a:pt x="5548" y="8238"/>
                    <a:pt x="5562" y="8223"/>
                    <a:pt x="5590" y="8223"/>
                  </a:cubicBezTo>
                  <a:cubicBezTo>
                    <a:pt x="6047" y="8044"/>
                    <a:pt x="6450" y="7738"/>
                    <a:pt x="6741" y="7336"/>
                  </a:cubicBezTo>
                  <a:cubicBezTo>
                    <a:pt x="6796" y="7267"/>
                    <a:pt x="6838" y="7184"/>
                    <a:pt x="6879" y="7101"/>
                  </a:cubicBezTo>
                  <a:cubicBezTo>
                    <a:pt x="7032" y="7502"/>
                    <a:pt x="7421" y="7794"/>
                    <a:pt x="7864" y="7794"/>
                  </a:cubicBezTo>
                  <a:lnTo>
                    <a:pt x="8475" y="7794"/>
                  </a:lnTo>
                  <a:cubicBezTo>
                    <a:pt x="8586" y="7794"/>
                    <a:pt x="8669" y="7711"/>
                    <a:pt x="8669" y="7600"/>
                  </a:cubicBezTo>
                  <a:lnTo>
                    <a:pt x="8669" y="6864"/>
                  </a:lnTo>
                  <a:lnTo>
                    <a:pt x="9279" y="6864"/>
                  </a:lnTo>
                  <a:cubicBezTo>
                    <a:pt x="9376" y="6864"/>
                    <a:pt x="9459" y="6781"/>
                    <a:pt x="9459" y="6685"/>
                  </a:cubicBezTo>
                  <a:lnTo>
                    <a:pt x="9459" y="4729"/>
                  </a:lnTo>
                  <a:cubicBezTo>
                    <a:pt x="9459" y="3467"/>
                    <a:pt x="8974" y="2274"/>
                    <a:pt x="8072" y="1387"/>
                  </a:cubicBezTo>
                  <a:cubicBezTo>
                    <a:pt x="7184" y="485"/>
                    <a:pt x="5992" y="0"/>
                    <a:pt x="47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46"/>
            <p:cNvSpPr/>
            <p:nvPr/>
          </p:nvSpPr>
          <p:spPr>
            <a:xfrm>
              <a:off x="4866880" y="4415627"/>
              <a:ext cx="72144" cy="84017"/>
            </a:xfrm>
            <a:custGeom>
              <a:avLst/>
              <a:gdLst/>
              <a:ahLst/>
              <a:cxnLst/>
              <a:rect l="l" t="t" r="r" b="b"/>
              <a:pathLst>
                <a:path w="1513" h="1762" extrusionOk="0">
                  <a:moveTo>
                    <a:pt x="764" y="653"/>
                  </a:moveTo>
                  <a:lnTo>
                    <a:pt x="916" y="1054"/>
                  </a:lnTo>
                  <a:lnTo>
                    <a:pt x="611" y="1054"/>
                  </a:lnTo>
                  <a:lnTo>
                    <a:pt x="764" y="653"/>
                  </a:lnTo>
                  <a:close/>
                  <a:moveTo>
                    <a:pt x="764" y="0"/>
                  </a:moveTo>
                  <a:cubicBezTo>
                    <a:pt x="666" y="0"/>
                    <a:pt x="598" y="56"/>
                    <a:pt x="555" y="139"/>
                  </a:cubicBezTo>
                  <a:lnTo>
                    <a:pt x="43" y="1512"/>
                  </a:lnTo>
                  <a:cubicBezTo>
                    <a:pt x="1" y="1609"/>
                    <a:pt x="43" y="1707"/>
                    <a:pt x="139" y="1748"/>
                  </a:cubicBezTo>
                  <a:cubicBezTo>
                    <a:pt x="162" y="1757"/>
                    <a:pt x="185" y="1762"/>
                    <a:pt x="208" y="1762"/>
                  </a:cubicBezTo>
                  <a:cubicBezTo>
                    <a:pt x="285" y="1762"/>
                    <a:pt x="357" y="1712"/>
                    <a:pt x="389" y="1637"/>
                  </a:cubicBezTo>
                  <a:lnTo>
                    <a:pt x="472" y="1415"/>
                  </a:lnTo>
                  <a:lnTo>
                    <a:pt x="1055" y="1415"/>
                  </a:lnTo>
                  <a:lnTo>
                    <a:pt x="1138" y="1637"/>
                  </a:lnTo>
                  <a:cubicBezTo>
                    <a:pt x="1159" y="1712"/>
                    <a:pt x="1230" y="1762"/>
                    <a:pt x="1306" y="1762"/>
                  </a:cubicBezTo>
                  <a:cubicBezTo>
                    <a:pt x="1328" y="1762"/>
                    <a:pt x="1352" y="1757"/>
                    <a:pt x="1374" y="1748"/>
                  </a:cubicBezTo>
                  <a:cubicBezTo>
                    <a:pt x="1471" y="1707"/>
                    <a:pt x="1513" y="1609"/>
                    <a:pt x="1485" y="1512"/>
                  </a:cubicBezTo>
                  <a:lnTo>
                    <a:pt x="958" y="139"/>
                  </a:lnTo>
                  <a:cubicBezTo>
                    <a:pt x="930" y="56"/>
                    <a:pt x="847" y="0"/>
                    <a:pt x="7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46"/>
            <p:cNvSpPr/>
            <p:nvPr/>
          </p:nvSpPr>
          <p:spPr>
            <a:xfrm>
              <a:off x="4953521" y="4416914"/>
              <a:ext cx="61558" cy="81442"/>
            </a:xfrm>
            <a:custGeom>
              <a:avLst/>
              <a:gdLst/>
              <a:ahLst/>
              <a:cxnLst/>
              <a:rect l="l" t="t" r="r" b="b"/>
              <a:pathLst>
                <a:path w="1291" h="1708" extrusionOk="0">
                  <a:moveTo>
                    <a:pt x="569" y="362"/>
                  </a:moveTo>
                  <a:cubicBezTo>
                    <a:pt x="902" y="362"/>
                    <a:pt x="916" y="737"/>
                    <a:pt x="916" y="861"/>
                  </a:cubicBezTo>
                  <a:cubicBezTo>
                    <a:pt x="916" y="1180"/>
                    <a:pt x="750" y="1332"/>
                    <a:pt x="569" y="1347"/>
                  </a:cubicBezTo>
                  <a:lnTo>
                    <a:pt x="375" y="1347"/>
                  </a:lnTo>
                  <a:cubicBezTo>
                    <a:pt x="362" y="1180"/>
                    <a:pt x="362" y="528"/>
                    <a:pt x="362" y="362"/>
                  </a:cubicBezTo>
                  <a:close/>
                  <a:moveTo>
                    <a:pt x="181" y="1"/>
                  </a:moveTo>
                  <a:cubicBezTo>
                    <a:pt x="84" y="1"/>
                    <a:pt x="1" y="84"/>
                    <a:pt x="1" y="182"/>
                  </a:cubicBezTo>
                  <a:lnTo>
                    <a:pt x="1" y="1513"/>
                  </a:lnTo>
                  <a:cubicBezTo>
                    <a:pt x="1" y="1610"/>
                    <a:pt x="70" y="1707"/>
                    <a:pt x="181" y="1707"/>
                  </a:cubicBezTo>
                  <a:lnTo>
                    <a:pt x="583" y="1707"/>
                  </a:lnTo>
                  <a:cubicBezTo>
                    <a:pt x="985" y="1707"/>
                    <a:pt x="1290" y="1347"/>
                    <a:pt x="1290" y="861"/>
                  </a:cubicBezTo>
                  <a:cubicBezTo>
                    <a:pt x="1290" y="348"/>
                    <a:pt x="999" y="1"/>
                    <a:pt x="5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46"/>
            <p:cNvSpPr/>
            <p:nvPr/>
          </p:nvSpPr>
          <p:spPr>
            <a:xfrm>
              <a:off x="4931682" y="4560203"/>
              <a:ext cx="19884" cy="17547"/>
            </a:xfrm>
            <a:custGeom>
              <a:avLst/>
              <a:gdLst/>
              <a:ahLst/>
              <a:cxnLst/>
              <a:rect l="l" t="t" r="r" b="b"/>
              <a:pathLst>
                <a:path w="417" h="368" extrusionOk="0">
                  <a:moveTo>
                    <a:pt x="197" y="0"/>
                  </a:moveTo>
                  <a:cubicBezTo>
                    <a:pt x="142" y="0"/>
                    <a:pt x="89" y="25"/>
                    <a:pt x="56" y="75"/>
                  </a:cubicBezTo>
                  <a:cubicBezTo>
                    <a:pt x="1" y="158"/>
                    <a:pt x="15" y="283"/>
                    <a:pt x="112" y="339"/>
                  </a:cubicBezTo>
                  <a:cubicBezTo>
                    <a:pt x="141" y="358"/>
                    <a:pt x="174" y="368"/>
                    <a:pt x="207" y="368"/>
                  </a:cubicBezTo>
                  <a:cubicBezTo>
                    <a:pt x="267" y="368"/>
                    <a:pt x="326" y="337"/>
                    <a:pt x="361" y="283"/>
                  </a:cubicBezTo>
                  <a:cubicBezTo>
                    <a:pt x="417" y="200"/>
                    <a:pt x="389" y="89"/>
                    <a:pt x="306" y="34"/>
                  </a:cubicBezTo>
                  <a:cubicBezTo>
                    <a:pt x="272" y="11"/>
                    <a:pt x="234" y="0"/>
                    <a:pt x="1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3" name="Google Shape;1433;p46"/>
          <p:cNvGrpSpPr/>
          <p:nvPr/>
        </p:nvGrpSpPr>
        <p:grpSpPr>
          <a:xfrm>
            <a:off x="1875525" y="2032808"/>
            <a:ext cx="223540" cy="193529"/>
            <a:chOff x="5450146" y="4182216"/>
            <a:chExt cx="452326" cy="391521"/>
          </a:xfrm>
        </p:grpSpPr>
        <p:sp>
          <p:nvSpPr>
            <p:cNvPr id="1434" name="Google Shape;1434;p46"/>
            <p:cNvSpPr/>
            <p:nvPr/>
          </p:nvSpPr>
          <p:spPr>
            <a:xfrm>
              <a:off x="5491154" y="4233762"/>
              <a:ext cx="19884" cy="17929"/>
            </a:xfrm>
            <a:custGeom>
              <a:avLst/>
              <a:gdLst/>
              <a:ahLst/>
              <a:cxnLst/>
              <a:rect l="l" t="t" r="r" b="b"/>
              <a:pathLst>
                <a:path w="417" h="376" extrusionOk="0">
                  <a:moveTo>
                    <a:pt x="194" y="1"/>
                  </a:moveTo>
                  <a:cubicBezTo>
                    <a:pt x="171" y="1"/>
                    <a:pt x="148" y="5"/>
                    <a:pt x="125" y="14"/>
                  </a:cubicBezTo>
                  <a:cubicBezTo>
                    <a:pt x="42" y="57"/>
                    <a:pt x="0" y="167"/>
                    <a:pt x="28" y="264"/>
                  </a:cubicBezTo>
                  <a:cubicBezTo>
                    <a:pt x="60" y="328"/>
                    <a:pt x="133" y="375"/>
                    <a:pt x="209" y="375"/>
                  </a:cubicBezTo>
                  <a:cubicBezTo>
                    <a:pt x="232" y="375"/>
                    <a:pt x="255" y="371"/>
                    <a:pt x="277" y="362"/>
                  </a:cubicBezTo>
                  <a:cubicBezTo>
                    <a:pt x="361" y="319"/>
                    <a:pt x="416" y="209"/>
                    <a:pt x="375" y="112"/>
                  </a:cubicBezTo>
                  <a:cubicBezTo>
                    <a:pt x="343" y="48"/>
                    <a:pt x="270" y="1"/>
                    <a:pt x="1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46"/>
            <p:cNvSpPr/>
            <p:nvPr/>
          </p:nvSpPr>
          <p:spPr>
            <a:xfrm>
              <a:off x="5527536" y="4233762"/>
              <a:ext cx="19884" cy="17929"/>
            </a:xfrm>
            <a:custGeom>
              <a:avLst/>
              <a:gdLst/>
              <a:ahLst/>
              <a:cxnLst/>
              <a:rect l="l" t="t" r="r" b="b"/>
              <a:pathLst>
                <a:path w="417" h="376" extrusionOk="0">
                  <a:moveTo>
                    <a:pt x="200" y="1"/>
                  </a:moveTo>
                  <a:cubicBezTo>
                    <a:pt x="179" y="1"/>
                    <a:pt x="158" y="5"/>
                    <a:pt x="139" y="14"/>
                  </a:cubicBezTo>
                  <a:cubicBezTo>
                    <a:pt x="41" y="57"/>
                    <a:pt x="0" y="167"/>
                    <a:pt x="28" y="264"/>
                  </a:cubicBezTo>
                  <a:cubicBezTo>
                    <a:pt x="60" y="328"/>
                    <a:pt x="132" y="375"/>
                    <a:pt x="209" y="375"/>
                  </a:cubicBezTo>
                  <a:cubicBezTo>
                    <a:pt x="232" y="375"/>
                    <a:pt x="255" y="371"/>
                    <a:pt x="278" y="362"/>
                  </a:cubicBezTo>
                  <a:cubicBezTo>
                    <a:pt x="374" y="319"/>
                    <a:pt x="416" y="209"/>
                    <a:pt x="374" y="112"/>
                  </a:cubicBezTo>
                  <a:cubicBezTo>
                    <a:pt x="343" y="48"/>
                    <a:pt x="270" y="1"/>
                    <a:pt x="2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46"/>
            <p:cNvSpPr/>
            <p:nvPr/>
          </p:nvSpPr>
          <p:spPr>
            <a:xfrm>
              <a:off x="5450146" y="4182216"/>
              <a:ext cx="443781" cy="391521"/>
            </a:xfrm>
            <a:custGeom>
              <a:avLst/>
              <a:gdLst/>
              <a:ahLst/>
              <a:cxnLst/>
              <a:rect l="l" t="t" r="r" b="b"/>
              <a:pathLst>
                <a:path w="9307" h="8211" extrusionOk="0">
                  <a:moveTo>
                    <a:pt x="8058" y="361"/>
                  </a:moveTo>
                  <a:lnTo>
                    <a:pt x="8058" y="1123"/>
                  </a:lnTo>
                  <a:lnTo>
                    <a:pt x="7905" y="1317"/>
                  </a:lnTo>
                  <a:lnTo>
                    <a:pt x="7309" y="1317"/>
                  </a:lnTo>
                  <a:lnTo>
                    <a:pt x="7156" y="1123"/>
                  </a:lnTo>
                  <a:lnTo>
                    <a:pt x="7143" y="1123"/>
                  </a:lnTo>
                  <a:lnTo>
                    <a:pt x="7143" y="361"/>
                  </a:lnTo>
                  <a:close/>
                  <a:moveTo>
                    <a:pt x="6782" y="735"/>
                  </a:moveTo>
                  <a:lnTo>
                    <a:pt x="6782" y="1123"/>
                  </a:lnTo>
                  <a:cubicBezTo>
                    <a:pt x="6782" y="1193"/>
                    <a:pt x="6796" y="1248"/>
                    <a:pt x="6823" y="1304"/>
                  </a:cubicBezTo>
                  <a:cubicBezTo>
                    <a:pt x="6838" y="1317"/>
                    <a:pt x="6990" y="1511"/>
                    <a:pt x="6990" y="1511"/>
                  </a:cubicBezTo>
                  <a:lnTo>
                    <a:pt x="6990" y="1775"/>
                  </a:lnTo>
                  <a:lnTo>
                    <a:pt x="375" y="1775"/>
                  </a:lnTo>
                  <a:lnTo>
                    <a:pt x="375" y="1290"/>
                  </a:lnTo>
                  <a:cubicBezTo>
                    <a:pt x="375" y="984"/>
                    <a:pt x="625" y="735"/>
                    <a:pt x="943" y="735"/>
                  </a:cubicBezTo>
                  <a:close/>
                  <a:moveTo>
                    <a:pt x="7822" y="1678"/>
                  </a:moveTo>
                  <a:lnTo>
                    <a:pt x="7822" y="5326"/>
                  </a:lnTo>
                  <a:cubicBezTo>
                    <a:pt x="7753" y="5298"/>
                    <a:pt x="7670" y="5284"/>
                    <a:pt x="7587" y="5284"/>
                  </a:cubicBezTo>
                  <a:cubicBezTo>
                    <a:pt x="7517" y="5284"/>
                    <a:pt x="7433" y="5298"/>
                    <a:pt x="7365" y="5326"/>
                  </a:cubicBezTo>
                  <a:lnTo>
                    <a:pt x="7365" y="1678"/>
                  </a:lnTo>
                  <a:close/>
                  <a:moveTo>
                    <a:pt x="7587" y="5659"/>
                  </a:moveTo>
                  <a:cubicBezTo>
                    <a:pt x="7711" y="5659"/>
                    <a:pt x="7822" y="5755"/>
                    <a:pt x="7822" y="5880"/>
                  </a:cubicBezTo>
                  <a:cubicBezTo>
                    <a:pt x="7822" y="6005"/>
                    <a:pt x="7725" y="6116"/>
                    <a:pt x="7587" y="6116"/>
                  </a:cubicBezTo>
                  <a:cubicBezTo>
                    <a:pt x="7461" y="6116"/>
                    <a:pt x="7365" y="6005"/>
                    <a:pt x="7365" y="5880"/>
                  </a:cubicBezTo>
                  <a:cubicBezTo>
                    <a:pt x="7365" y="5755"/>
                    <a:pt x="7461" y="5659"/>
                    <a:pt x="7587" y="5659"/>
                  </a:cubicBezTo>
                  <a:close/>
                  <a:moveTo>
                    <a:pt x="6990" y="2136"/>
                  </a:moveTo>
                  <a:lnTo>
                    <a:pt x="6990" y="3329"/>
                  </a:lnTo>
                  <a:cubicBezTo>
                    <a:pt x="6463" y="3578"/>
                    <a:pt x="6144" y="4161"/>
                    <a:pt x="6200" y="4743"/>
                  </a:cubicBezTo>
                  <a:cubicBezTo>
                    <a:pt x="6227" y="4923"/>
                    <a:pt x="6172" y="5104"/>
                    <a:pt x="6061" y="5242"/>
                  </a:cubicBezTo>
                  <a:cubicBezTo>
                    <a:pt x="5839" y="5561"/>
                    <a:pt x="5714" y="5921"/>
                    <a:pt x="5714" y="6310"/>
                  </a:cubicBezTo>
                  <a:cubicBezTo>
                    <a:pt x="5714" y="6920"/>
                    <a:pt x="5991" y="7489"/>
                    <a:pt x="6477" y="7835"/>
                  </a:cubicBezTo>
                  <a:lnTo>
                    <a:pt x="943" y="7835"/>
                  </a:lnTo>
                  <a:cubicBezTo>
                    <a:pt x="625" y="7835"/>
                    <a:pt x="375" y="7586"/>
                    <a:pt x="375" y="7267"/>
                  </a:cubicBezTo>
                  <a:lnTo>
                    <a:pt x="375" y="2136"/>
                  </a:lnTo>
                  <a:close/>
                  <a:moveTo>
                    <a:pt x="7128" y="0"/>
                  </a:moveTo>
                  <a:cubicBezTo>
                    <a:pt x="6934" y="0"/>
                    <a:pt x="6782" y="152"/>
                    <a:pt x="6782" y="347"/>
                  </a:cubicBezTo>
                  <a:lnTo>
                    <a:pt x="6782" y="361"/>
                  </a:lnTo>
                  <a:lnTo>
                    <a:pt x="943" y="361"/>
                  </a:lnTo>
                  <a:cubicBezTo>
                    <a:pt x="416" y="361"/>
                    <a:pt x="0" y="777"/>
                    <a:pt x="0" y="1290"/>
                  </a:cubicBezTo>
                  <a:lnTo>
                    <a:pt x="0" y="1955"/>
                  </a:lnTo>
                  <a:lnTo>
                    <a:pt x="0" y="7267"/>
                  </a:lnTo>
                  <a:cubicBezTo>
                    <a:pt x="0" y="7517"/>
                    <a:pt x="98" y="7752"/>
                    <a:pt x="278" y="7933"/>
                  </a:cubicBezTo>
                  <a:cubicBezTo>
                    <a:pt x="458" y="8113"/>
                    <a:pt x="694" y="8210"/>
                    <a:pt x="943" y="8210"/>
                  </a:cubicBezTo>
                  <a:lnTo>
                    <a:pt x="7614" y="8210"/>
                  </a:lnTo>
                  <a:cubicBezTo>
                    <a:pt x="8308" y="8196"/>
                    <a:pt x="8931" y="7807"/>
                    <a:pt x="9264" y="7197"/>
                  </a:cubicBezTo>
                  <a:cubicBezTo>
                    <a:pt x="9306" y="7101"/>
                    <a:pt x="9264" y="6990"/>
                    <a:pt x="9181" y="6948"/>
                  </a:cubicBezTo>
                  <a:cubicBezTo>
                    <a:pt x="9151" y="6930"/>
                    <a:pt x="9119" y="6923"/>
                    <a:pt x="9089" y="6923"/>
                  </a:cubicBezTo>
                  <a:cubicBezTo>
                    <a:pt x="9022" y="6923"/>
                    <a:pt x="8960" y="6960"/>
                    <a:pt x="8931" y="7018"/>
                  </a:cubicBezTo>
                  <a:cubicBezTo>
                    <a:pt x="8668" y="7517"/>
                    <a:pt x="8169" y="7835"/>
                    <a:pt x="7614" y="7835"/>
                  </a:cubicBezTo>
                  <a:lnTo>
                    <a:pt x="7572" y="7835"/>
                  </a:lnTo>
                  <a:cubicBezTo>
                    <a:pt x="6740" y="7822"/>
                    <a:pt x="6074" y="7142"/>
                    <a:pt x="6089" y="6324"/>
                  </a:cubicBezTo>
                  <a:cubicBezTo>
                    <a:pt x="6089" y="6005"/>
                    <a:pt x="6185" y="5714"/>
                    <a:pt x="6366" y="5450"/>
                  </a:cubicBezTo>
                  <a:cubicBezTo>
                    <a:pt x="6518" y="5242"/>
                    <a:pt x="6601" y="4965"/>
                    <a:pt x="6574" y="4701"/>
                  </a:cubicBezTo>
                  <a:cubicBezTo>
                    <a:pt x="6533" y="4340"/>
                    <a:pt x="6699" y="3967"/>
                    <a:pt x="6990" y="3758"/>
                  </a:cubicBezTo>
                  <a:lnTo>
                    <a:pt x="6990" y="5880"/>
                  </a:lnTo>
                  <a:cubicBezTo>
                    <a:pt x="6990" y="6213"/>
                    <a:pt x="7267" y="6491"/>
                    <a:pt x="7587" y="6491"/>
                  </a:cubicBezTo>
                  <a:cubicBezTo>
                    <a:pt x="7919" y="6491"/>
                    <a:pt x="8197" y="6213"/>
                    <a:pt x="8197" y="5880"/>
                  </a:cubicBezTo>
                  <a:lnTo>
                    <a:pt x="8197" y="3758"/>
                  </a:lnTo>
                  <a:cubicBezTo>
                    <a:pt x="8404" y="3897"/>
                    <a:pt x="8543" y="4133"/>
                    <a:pt x="8598" y="4383"/>
                  </a:cubicBezTo>
                  <a:cubicBezTo>
                    <a:pt x="8626" y="4494"/>
                    <a:pt x="8626" y="4590"/>
                    <a:pt x="8613" y="4701"/>
                  </a:cubicBezTo>
                  <a:cubicBezTo>
                    <a:pt x="8585" y="4965"/>
                    <a:pt x="8654" y="5228"/>
                    <a:pt x="8820" y="5464"/>
                  </a:cubicBezTo>
                  <a:cubicBezTo>
                    <a:pt x="8848" y="5505"/>
                    <a:pt x="8890" y="5561"/>
                    <a:pt x="8918" y="5616"/>
                  </a:cubicBezTo>
                  <a:cubicBezTo>
                    <a:pt x="8957" y="5685"/>
                    <a:pt x="9022" y="5719"/>
                    <a:pt x="9087" y="5719"/>
                  </a:cubicBezTo>
                  <a:cubicBezTo>
                    <a:pt x="9115" y="5719"/>
                    <a:pt x="9142" y="5712"/>
                    <a:pt x="9167" y="5700"/>
                  </a:cubicBezTo>
                  <a:cubicBezTo>
                    <a:pt x="9264" y="5644"/>
                    <a:pt x="9292" y="5533"/>
                    <a:pt x="9236" y="5437"/>
                  </a:cubicBezTo>
                  <a:cubicBezTo>
                    <a:pt x="9209" y="5367"/>
                    <a:pt x="9167" y="5298"/>
                    <a:pt x="9112" y="5242"/>
                  </a:cubicBezTo>
                  <a:cubicBezTo>
                    <a:pt x="9014" y="5089"/>
                    <a:pt x="8959" y="4910"/>
                    <a:pt x="8987" y="4743"/>
                  </a:cubicBezTo>
                  <a:cubicBezTo>
                    <a:pt x="9001" y="4590"/>
                    <a:pt x="8987" y="4451"/>
                    <a:pt x="8959" y="4313"/>
                  </a:cubicBezTo>
                  <a:cubicBezTo>
                    <a:pt x="8876" y="3883"/>
                    <a:pt x="8585" y="3508"/>
                    <a:pt x="8197" y="3329"/>
                  </a:cubicBezTo>
                  <a:lnTo>
                    <a:pt x="8197" y="1539"/>
                  </a:lnTo>
                  <a:lnTo>
                    <a:pt x="8349" y="1345"/>
                  </a:lnTo>
                  <a:cubicBezTo>
                    <a:pt x="8404" y="1290"/>
                    <a:pt x="8432" y="1206"/>
                    <a:pt x="8432" y="1123"/>
                  </a:cubicBezTo>
                  <a:lnTo>
                    <a:pt x="8432" y="347"/>
                  </a:lnTo>
                  <a:cubicBezTo>
                    <a:pt x="8432" y="152"/>
                    <a:pt x="8280" y="0"/>
                    <a:pt x="80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46"/>
            <p:cNvSpPr/>
            <p:nvPr/>
          </p:nvSpPr>
          <p:spPr>
            <a:xfrm>
              <a:off x="5784742" y="4509516"/>
              <a:ext cx="54930" cy="17929"/>
            </a:xfrm>
            <a:custGeom>
              <a:avLst/>
              <a:gdLst/>
              <a:ahLst/>
              <a:cxnLst/>
              <a:rect l="l" t="t" r="r" b="b"/>
              <a:pathLst>
                <a:path w="1152" h="376" extrusionOk="0">
                  <a:moveTo>
                    <a:pt x="195" y="0"/>
                  </a:moveTo>
                  <a:cubicBezTo>
                    <a:pt x="84" y="0"/>
                    <a:pt x="0" y="84"/>
                    <a:pt x="0" y="181"/>
                  </a:cubicBezTo>
                  <a:cubicBezTo>
                    <a:pt x="0" y="292"/>
                    <a:pt x="84" y="375"/>
                    <a:pt x="195" y="375"/>
                  </a:cubicBezTo>
                  <a:lnTo>
                    <a:pt x="958" y="375"/>
                  </a:lnTo>
                  <a:cubicBezTo>
                    <a:pt x="1069" y="375"/>
                    <a:pt x="1152" y="292"/>
                    <a:pt x="1152" y="181"/>
                  </a:cubicBezTo>
                  <a:cubicBezTo>
                    <a:pt x="1152" y="84"/>
                    <a:pt x="1069" y="0"/>
                    <a:pt x="9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46"/>
            <p:cNvSpPr/>
            <p:nvPr/>
          </p:nvSpPr>
          <p:spPr>
            <a:xfrm>
              <a:off x="5495779" y="4451342"/>
              <a:ext cx="38384" cy="76721"/>
            </a:xfrm>
            <a:custGeom>
              <a:avLst/>
              <a:gdLst/>
              <a:ahLst/>
              <a:cxnLst/>
              <a:rect l="l" t="t" r="r" b="b"/>
              <a:pathLst>
                <a:path w="805" h="1609" extrusionOk="0">
                  <a:moveTo>
                    <a:pt x="180" y="0"/>
                  </a:moveTo>
                  <a:cubicBezTo>
                    <a:pt x="84" y="0"/>
                    <a:pt x="1" y="83"/>
                    <a:pt x="1" y="181"/>
                  </a:cubicBezTo>
                  <a:lnTo>
                    <a:pt x="1" y="1415"/>
                  </a:lnTo>
                  <a:cubicBezTo>
                    <a:pt x="1" y="1512"/>
                    <a:pt x="69" y="1595"/>
                    <a:pt x="153" y="1609"/>
                  </a:cubicBezTo>
                  <a:lnTo>
                    <a:pt x="624" y="1609"/>
                  </a:lnTo>
                  <a:cubicBezTo>
                    <a:pt x="722" y="1609"/>
                    <a:pt x="805" y="1526"/>
                    <a:pt x="805" y="1415"/>
                  </a:cubicBezTo>
                  <a:cubicBezTo>
                    <a:pt x="805" y="1318"/>
                    <a:pt x="722" y="1235"/>
                    <a:pt x="624" y="1235"/>
                  </a:cubicBezTo>
                  <a:lnTo>
                    <a:pt x="375" y="1235"/>
                  </a:lnTo>
                  <a:lnTo>
                    <a:pt x="375" y="181"/>
                  </a:lnTo>
                  <a:cubicBezTo>
                    <a:pt x="375" y="83"/>
                    <a:pt x="291" y="0"/>
                    <a:pt x="1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46"/>
            <p:cNvSpPr/>
            <p:nvPr/>
          </p:nvSpPr>
          <p:spPr>
            <a:xfrm>
              <a:off x="5549995" y="4451342"/>
              <a:ext cx="17881" cy="76721"/>
            </a:xfrm>
            <a:custGeom>
              <a:avLst/>
              <a:gdLst/>
              <a:ahLst/>
              <a:cxnLst/>
              <a:rect l="l" t="t" r="r" b="b"/>
              <a:pathLst>
                <a:path w="375" h="1609" extrusionOk="0">
                  <a:moveTo>
                    <a:pt x="181" y="0"/>
                  </a:moveTo>
                  <a:cubicBezTo>
                    <a:pt x="84" y="0"/>
                    <a:pt x="1" y="83"/>
                    <a:pt x="1" y="181"/>
                  </a:cubicBezTo>
                  <a:lnTo>
                    <a:pt x="1" y="1429"/>
                  </a:lnTo>
                  <a:cubicBezTo>
                    <a:pt x="1" y="1526"/>
                    <a:pt x="84" y="1609"/>
                    <a:pt x="181" y="1609"/>
                  </a:cubicBezTo>
                  <a:cubicBezTo>
                    <a:pt x="291" y="1609"/>
                    <a:pt x="375" y="1526"/>
                    <a:pt x="375" y="1429"/>
                  </a:cubicBezTo>
                  <a:lnTo>
                    <a:pt x="375" y="181"/>
                  </a:lnTo>
                  <a:cubicBezTo>
                    <a:pt x="375" y="83"/>
                    <a:pt x="291" y="0"/>
                    <a:pt x="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46"/>
            <p:cNvSpPr/>
            <p:nvPr/>
          </p:nvSpPr>
          <p:spPr>
            <a:xfrm>
              <a:off x="5659763" y="4452009"/>
              <a:ext cx="42390" cy="76054"/>
            </a:xfrm>
            <a:custGeom>
              <a:avLst/>
              <a:gdLst/>
              <a:ahLst/>
              <a:cxnLst/>
              <a:rect l="l" t="t" r="r" b="b"/>
              <a:pathLst>
                <a:path w="889" h="1595" extrusionOk="0">
                  <a:moveTo>
                    <a:pt x="195" y="1"/>
                  </a:moveTo>
                  <a:cubicBezTo>
                    <a:pt x="84" y="1"/>
                    <a:pt x="1" y="84"/>
                    <a:pt x="1" y="180"/>
                  </a:cubicBezTo>
                  <a:lnTo>
                    <a:pt x="1" y="1415"/>
                  </a:lnTo>
                  <a:cubicBezTo>
                    <a:pt x="1" y="1512"/>
                    <a:pt x="84" y="1595"/>
                    <a:pt x="195" y="1595"/>
                  </a:cubicBezTo>
                  <a:lnTo>
                    <a:pt x="708" y="1595"/>
                  </a:lnTo>
                  <a:cubicBezTo>
                    <a:pt x="805" y="1595"/>
                    <a:pt x="888" y="1512"/>
                    <a:pt x="888" y="1415"/>
                  </a:cubicBezTo>
                  <a:cubicBezTo>
                    <a:pt x="888" y="1304"/>
                    <a:pt x="805" y="1221"/>
                    <a:pt x="708" y="1221"/>
                  </a:cubicBezTo>
                  <a:lnTo>
                    <a:pt x="375" y="1221"/>
                  </a:lnTo>
                  <a:lnTo>
                    <a:pt x="375" y="985"/>
                  </a:lnTo>
                  <a:lnTo>
                    <a:pt x="667" y="985"/>
                  </a:lnTo>
                  <a:cubicBezTo>
                    <a:pt x="778" y="985"/>
                    <a:pt x="846" y="901"/>
                    <a:pt x="846" y="790"/>
                  </a:cubicBezTo>
                  <a:cubicBezTo>
                    <a:pt x="846" y="694"/>
                    <a:pt x="778" y="611"/>
                    <a:pt x="667" y="611"/>
                  </a:cubicBezTo>
                  <a:lnTo>
                    <a:pt x="375" y="611"/>
                  </a:lnTo>
                  <a:lnTo>
                    <a:pt x="375" y="361"/>
                  </a:lnTo>
                  <a:lnTo>
                    <a:pt x="708" y="361"/>
                  </a:lnTo>
                  <a:cubicBezTo>
                    <a:pt x="805" y="361"/>
                    <a:pt x="888" y="278"/>
                    <a:pt x="888" y="180"/>
                  </a:cubicBezTo>
                  <a:cubicBezTo>
                    <a:pt x="888" y="84"/>
                    <a:pt x="805" y="1"/>
                    <a:pt x="7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46"/>
            <p:cNvSpPr/>
            <p:nvPr/>
          </p:nvSpPr>
          <p:spPr>
            <a:xfrm>
              <a:off x="5583088" y="4451342"/>
              <a:ext cx="61510" cy="76721"/>
            </a:xfrm>
            <a:custGeom>
              <a:avLst/>
              <a:gdLst/>
              <a:ahLst/>
              <a:cxnLst/>
              <a:rect l="l" t="t" r="r" b="b"/>
              <a:pathLst>
                <a:path w="1290" h="1609" extrusionOk="0">
                  <a:moveTo>
                    <a:pt x="207" y="0"/>
                  </a:moveTo>
                  <a:cubicBezTo>
                    <a:pt x="184" y="0"/>
                    <a:pt x="161" y="5"/>
                    <a:pt x="139" y="15"/>
                  </a:cubicBezTo>
                  <a:cubicBezTo>
                    <a:pt x="41" y="42"/>
                    <a:pt x="0" y="153"/>
                    <a:pt x="28" y="250"/>
                  </a:cubicBezTo>
                  <a:lnTo>
                    <a:pt x="457" y="1470"/>
                  </a:lnTo>
                  <a:cubicBezTo>
                    <a:pt x="485" y="1553"/>
                    <a:pt x="568" y="1609"/>
                    <a:pt x="651" y="1609"/>
                  </a:cubicBezTo>
                  <a:cubicBezTo>
                    <a:pt x="749" y="1609"/>
                    <a:pt x="818" y="1553"/>
                    <a:pt x="860" y="1457"/>
                  </a:cubicBezTo>
                  <a:lnTo>
                    <a:pt x="1262" y="250"/>
                  </a:lnTo>
                  <a:cubicBezTo>
                    <a:pt x="1289" y="153"/>
                    <a:pt x="1234" y="42"/>
                    <a:pt x="1137" y="15"/>
                  </a:cubicBezTo>
                  <a:cubicBezTo>
                    <a:pt x="1115" y="5"/>
                    <a:pt x="1092" y="0"/>
                    <a:pt x="1071" y="0"/>
                  </a:cubicBezTo>
                  <a:cubicBezTo>
                    <a:pt x="998" y="0"/>
                    <a:pt x="934" y="50"/>
                    <a:pt x="901" y="125"/>
                  </a:cubicBezTo>
                  <a:lnTo>
                    <a:pt x="651" y="902"/>
                  </a:lnTo>
                  <a:lnTo>
                    <a:pt x="374" y="125"/>
                  </a:lnTo>
                  <a:cubicBezTo>
                    <a:pt x="353" y="50"/>
                    <a:pt x="282" y="0"/>
                    <a:pt x="2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46"/>
            <p:cNvSpPr/>
            <p:nvPr/>
          </p:nvSpPr>
          <p:spPr>
            <a:xfrm>
              <a:off x="5519573" y="4318257"/>
              <a:ext cx="93267" cy="110004"/>
            </a:xfrm>
            <a:custGeom>
              <a:avLst/>
              <a:gdLst/>
              <a:ahLst/>
              <a:cxnLst/>
              <a:rect l="l" t="t" r="r" b="b"/>
              <a:pathLst>
                <a:path w="1956" h="2307" extrusionOk="0">
                  <a:moveTo>
                    <a:pt x="735" y="1598"/>
                  </a:moveTo>
                  <a:cubicBezTo>
                    <a:pt x="833" y="1598"/>
                    <a:pt x="902" y="1682"/>
                    <a:pt x="902" y="1765"/>
                  </a:cubicBezTo>
                  <a:cubicBezTo>
                    <a:pt x="902" y="1862"/>
                    <a:pt x="833" y="1931"/>
                    <a:pt x="735" y="1931"/>
                  </a:cubicBezTo>
                  <a:lnTo>
                    <a:pt x="541" y="1931"/>
                  </a:lnTo>
                  <a:cubicBezTo>
                    <a:pt x="458" y="1931"/>
                    <a:pt x="375" y="1862"/>
                    <a:pt x="375" y="1765"/>
                  </a:cubicBezTo>
                  <a:cubicBezTo>
                    <a:pt x="375" y="1682"/>
                    <a:pt x="458" y="1598"/>
                    <a:pt x="541" y="1598"/>
                  </a:cubicBezTo>
                  <a:close/>
                  <a:moveTo>
                    <a:pt x="1082" y="1"/>
                  </a:moveTo>
                  <a:cubicBezTo>
                    <a:pt x="1068" y="1"/>
                    <a:pt x="1054" y="2"/>
                    <a:pt x="1040" y="4"/>
                  </a:cubicBezTo>
                  <a:cubicBezTo>
                    <a:pt x="957" y="32"/>
                    <a:pt x="902" y="101"/>
                    <a:pt x="902" y="184"/>
                  </a:cubicBezTo>
                  <a:lnTo>
                    <a:pt x="902" y="1266"/>
                  </a:lnTo>
                  <a:cubicBezTo>
                    <a:pt x="846" y="1238"/>
                    <a:pt x="791" y="1238"/>
                    <a:pt x="735" y="1238"/>
                  </a:cubicBezTo>
                  <a:lnTo>
                    <a:pt x="556" y="1238"/>
                  </a:lnTo>
                  <a:cubicBezTo>
                    <a:pt x="264" y="1238"/>
                    <a:pt x="14" y="1460"/>
                    <a:pt x="14" y="1752"/>
                  </a:cubicBezTo>
                  <a:cubicBezTo>
                    <a:pt x="1" y="2057"/>
                    <a:pt x="251" y="2306"/>
                    <a:pt x="541" y="2306"/>
                  </a:cubicBezTo>
                  <a:lnTo>
                    <a:pt x="735" y="2306"/>
                  </a:lnTo>
                  <a:cubicBezTo>
                    <a:pt x="1027" y="2306"/>
                    <a:pt x="1277" y="2070"/>
                    <a:pt x="1277" y="1765"/>
                  </a:cubicBezTo>
                  <a:lnTo>
                    <a:pt x="1277" y="572"/>
                  </a:lnTo>
                  <a:cubicBezTo>
                    <a:pt x="1304" y="587"/>
                    <a:pt x="1346" y="600"/>
                    <a:pt x="1388" y="614"/>
                  </a:cubicBezTo>
                  <a:cubicBezTo>
                    <a:pt x="1526" y="655"/>
                    <a:pt x="1567" y="753"/>
                    <a:pt x="1567" y="766"/>
                  </a:cubicBezTo>
                  <a:lnTo>
                    <a:pt x="1582" y="794"/>
                  </a:lnTo>
                  <a:cubicBezTo>
                    <a:pt x="1605" y="863"/>
                    <a:pt x="1674" y="912"/>
                    <a:pt x="1752" y="912"/>
                  </a:cubicBezTo>
                  <a:cubicBezTo>
                    <a:pt x="1769" y="912"/>
                    <a:pt x="1786" y="910"/>
                    <a:pt x="1804" y="905"/>
                  </a:cubicBezTo>
                  <a:cubicBezTo>
                    <a:pt x="1900" y="877"/>
                    <a:pt x="1956" y="781"/>
                    <a:pt x="1928" y="683"/>
                  </a:cubicBezTo>
                  <a:lnTo>
                    <a:pt x="1928" y="655"/>
                  </a:lnTo>
                  <a:cubicBezTo>
                    <a:pt x="1915" y="628"/>
                    <a:pt x="1831" y="365"/>
                    <a:pt x="1499" y="267"/>
                  </a:cubicBezTo>
                  <a:cubicBezTo>
                    <a:pt x="1332" y="212"/>
                    <a:pt x="1249" y="101"/>
                    <a:pt x="1249" y="101"/>
                  </a:cubicBezTo>
                  <a:cubicBezTo>
                    <a:pt x="1214" y="31"/>
                    <a:pt x="1150" y="1"/>
                    <a:pt x="10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46"/>
            <p:cNvSpPr/>
            <p:nvPr/>
          </p:nvSpPr>
          <p:spPr>
            <a:xfrm>
              <a:off x="5596916" y="4301711"/>
              <a:ext cx="107190" cy="126549"/>
            </a:xfrm>
            <a:custGeom>
              <a:avLst/>
              <a:gdLst/>
              <a:ahLst/>
              <a:cxnLst/>
              <a:rect l="l" t="t" r="r" b="b"/>
              <a:pathLst>
                <a:path w="2248" h="2654" extrusionOk="0">
                  <a:moveTo>
                    <a:pt x="847" y="1821"/>
                  </a:moveTo>
                  <a:cubicBezTo>
                    <a:pt x="972" y="1821"/>
                    <a:pt x="1069" y="1932"/>
                    <a:pt x="1069" y="2056"/>
                  </a:cubicBezTo>
                  <a:cubicBezTo>
                    <a:pt x="1069" y="2182"/>
                    <a:pt x="972" y="2278"/>
                    <a:pt x="847" y="2278"/>
                  </a:cubicBezTo>
                  <a:lnTo>
                    <a:pt x="611" y="2278"/>
                  </a:lnTo>
                  <a:cubicBezTo>
                    <a:pt x="487" y="2278"/>
                    <a:pt x="376" y="2182"/>
                    <a:pt x="376" y="2056"/>
                  </a:cubicBezTo>
                  <a:cubicBezTo>
                    <a:pt x="376" y="1932"/>
                    <a:pt x="487" y="1821"/>
                    <a:pt x="611" y="1821"/>
                  </a:cubicBezTo>
                  <a:close/>
                  <a:moveTo>
                    <a:pt x="1248" y="1"/>
                  </a:moveTo>
                  <a:cubicBezTo>
                    <a:pt x="1235" y="1"/>
                    <a:pt x="1221" y="2"/>
                    <a:pt x="1208" y="4"/>
                  </a:cubicBezTo>
                  <a:cubicBezTo>
                    <a:pt x="1125" y="18"/>
                    <a:pt x="1069" y="102"/>
                    <a:pt x="1069" y="185"/>
                  </a:cubicBezTo>
                  <a:lnTo>
                    <a:pt x="1069" y="1502"/>
                  </a:lnTo>
                  <a:cubicBezTo>
                    <a:pt x="999" y="1474"/>
                    <a:pt x="916" y="1446"/>
                    <a:pt x="847" y="1446"/>
                  </a:cubicBezTo>
                  <a:lnTo>
                    <a:pt x="626" y="1446"/>
                  </a:lnTo>
                  <a:cubicBezTo>
                    <a:pt x="293" y="1446"/>
                    <a:pt x="1" y="1724"/>
                    <a:pt x="15" y="2056"/>
                  </a:cubicBezTo>
                  <a:cubicBezTo>
                    <a:pt x="15" y="2389"/>
                    <a:pt x="278" y="2653"/>
                    <a:pt x="611" y="2653"/>
                  </a:cubicBezTo>
                  <a:lnTo>
                    <a:pt x="847" y="2653"/>
                  </a:lnTo>
                  <a:cubicBezTo>
                    <a:pt x="1166" y="2653"/>
                    <a:pt x="1443" y="2389"/>
                    <a:pt x="1443" y="2056"/>
                  </a:cubicBezTo>
                  <a:lnTo>
                    <a:pt x="1443" y="586"/>
                  </a:lnTo>
                  <a:cubicBezTo>
                    <a:pt x="1499" y="614"/>
                    <a:pt x="1554" y="642"/>
                    <a:pt x="1624" y="656"/>
                  </a:cubicBezTo>
                  <a:cubicBezTo>
                    <a:pt x="1804" y="712"/>
                    <a:pt x="1859" y="850"/>
                    <a:pt x="1859" y="850"/>
                  </a:cubicBezTo>
                  <a:lnTo>
                    <a:pt x="1859" y="878"/>
                  </a:lnTo>
                  <a:cubicBezTo>
                    <a:pt x="1882" y="958"/>
                    <a:pt x="1953" y="1010"/>
                    <a:pt x="2031" y="1010"/>
                  </a:cubicBezTo>
                  <a:cubicBezTo>
                    <a:pt x="2047" y="1010"/>
                    <a:pt x="2064" y="1007"/>
                    <a:pt x="2081" y="1002"/>
                  </a:cubicBezTo>
                  <a:cubicBezTo>
                    <a:pt x="2179" y="975"/>
                    <a:pt x="2248" y="878"/>
                    <a:pt x="2220" y="781"/>
                  </a:cubicBezTo>
                  <a:lnTo>
                    <a:pt x="2206" y="753"/>
                  </a:lnTo>
                  <a:cubicBezTo>
                    <a:pt x="2179" y="629"/>
                    <a:pt x="2040" y="407"/>
                    <a:pt x="1735" y="309"/>
                  </a:cubicBezTo>
                  <a:cubicBezTo>
                    <a:pt x="1513" y="240"/>
                    <a:pt x="1430" y="102"/>
                    <a:pt x="1415" y="87"/>
                  </a:cubicBezTo>
                  <a:cubicBezTo>
                    <a:pt x="1381" y="29"/>
                    <a:pt x="1317" y="1"/>
                    <a:pt x="12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46"/>
            <p:cNvSpPr/>
            <p:nvPr/>
          </p:nvSpPr>
          <p:spPr>
            <a:xfrm>
              <a:off x="5882398" y="4474564"/>
              <a:ext cx="20074" cy="17786"/>
            </a:xfrm>
            <a:custGeom>
              <a:avLst/>
              <a:gdLst/>
              <a:ahLst/>
              <a:cxnLst/>
              <a:rect l="l" t="t" r="r" b="b"/>
              <a:pathLst>
                <a:path w="421" h="373" extrusionOk="0">
                  <a:moveTo>
                    <a:pt x="228" y="0"/>
                  </a:moveTo>
                  <a:cubicBezTo>
                    <a:pt x="112" y="0"/>
                    <a:pt x="1" y="104"/>
                    <a:pt x="33" y="234"/>
                  </a:cubicBezTo>
                  <a:cubicBezTo>
                    <a:pt x="60" y="304"/>
                    <a:pt x="130" y="360"/>
                    <a:pt x="199" y="373"/>
                  </a:cubicBezTo>
                  <a:cubicBezTo>
                    <a:pt x="282" y="373"/>
                    <a:pt x="352" y="332"/>
                    <a:pt x="393" y="262"/>
                  </a:cubicBezTo>
                  <a:cubicBezTo>
                    <a:pt x="421" y="179"/>
                    <a:pt x="393" y="82"/>
                    <a:pt x="324" y="27"/>
                  </a:cubicBezTo>
                  <a:cubicBezTo>
                    <a:pt x="294" y="8"/>
                    <a:pt x="261" y="0"/>
                    <a:pt x="2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2"/>
          <p:cNvSpPr txBox="1">
            <a:spLocks noGrp="1"/>
          </p:cNvSpPr>
          <p:nvPr>
            <p:ph type="title"/>
          </p:nvPr>
        </p:nvSpPr>
        <p:spPr>
          <a:xfrm>
            <a:off x="1998350" y="540000"/>
            <a:ext cx="6425700" cy="47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Readiness </a:t>
            </a:r>
            <a:endParaRPr/>
          </a:p>
        </p:txBody>
      </p:sp>
      <p:sp>
        <p:nvSpPr>
          <p:cNvPr id="402" name="Google Shape;402;p32"/>
          <p:cNvSpPr txBox="1">
            <a:spLocks noGrp="1"/>
          </p:cNvSpPr>
          <p:nvPr>
            <p:ph type="body" idx="1"/>
          </p:nvPr>
        </p:nvSpPr>
        <p:spPr>
          <a:xfrm>
            <a:off x="4068900" y="1479850"/>
            <a:ext cx="4355100" cy="25509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does the data need before clustering?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Three things stood out:</a:t>
            </a:r>
            <a:endParaRPr dirty="0"/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dirty="0"/>
              <a:t>loudness and tempo sit on totally different scales than the 0-1 features</a:t>
            </a:r>
            <a:endParaRPr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dirty="0"/>
              <a:t>energy and loudness correlate at ~0.68  the strongest pair</a:t>
            </a:r>
            <a:endParaRPr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dirty="0"/>
              <a:t>Real outliers found in acousticness, loudness, and tempo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/>
              <a:t>So every feature is scaled with RobustScaler first</a:t>
            </a:r>
            <a:endParaRPr dirty="0"/>
          </a:p>
        </p:txBody>
      </p:sp>
      <p:grpSp>
        <p:nvGrpSpPr>
          <p:cNvPr id="403" name="Google Shape;403;p32"/>
          <p:cNvGrpSpPr/>
          <p:nvPr/>
        </p:nvGrpSpPr>
        <p:grpSpPr>
          <a:xfrm>
            <a:off x="723837" y="552000"/>
            <a:ext cx="1218671" cy="1640915"/>
            <a:chOff x="723837" y="552000"/>
            <a:chExt cx="1218671" cy="1640915"/>
          </a:xfrm>
        </p:grpSpPr>
        <p:sp>
          <p:nvSpPr>
            <p:cNvPr id="404" name="Google Shape;404;p32"/>
            <p:cNvSpPr/>
            <p:nvPr/>
          </p:nvSpPr>
          <p:spPr>
            <a:xfrm>
              <a:off x="729625" y="552000"/>
              <a:ext cx="98100" cy="98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2"/>
            <p:cNvSpPr/>
            <p:nvPr/>
          </p:nvSpPr>
          <p:spPr>
            <a:xfrm>
              <a:off x="882900" y="552000"/>
              <a:ext cx="98100" cy="98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2"/>
            <p:cNvSpPr/>
            <p:nvPr/>
          </p:nvSpPr>
          <p:spPr>
            <a:xfrm>
              <a:off x="1036175" y="552000"/>
              <a:ext cx="98100" cy="98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2"/>
            <p:cNvSpPr/>
            <p:nvPr/>
          </p:nvSpPr>
          <p:spPr>
            <a:xfrm>
              <a:off x="1379968" y="618464"/>
              <a:ext cx="255633" cy="250348"/>
            </a:xfrm>
            <a:custGeom>
              <a:avLst/>
              <a:gdLst/>
              <a:ahLst/>
              <a:cxnLst/>
              <a:rect l="l" t="t" r="r" b="b"/>
              <a:pathLst>
                <a:path w="11027" h="10799" extrusionOk="0">
                  <a:moveTo>
                    <a:pt x="5504" y="1"/>
                  </a:moveTo>
                  <a:cubicBezTo>
                    <a:pt x="5436" y="1"/>
                    <a:pt x="5367" y="2"/>
                    <a:pt x="5298" y="4"/>
                  </a:cubicBezTo>
                  <a:cubicBezTo>
                    <a:pt x="2331" y="130"/>
                    <a:pt x="1" y="2639"/>
                    <a:pt x="126" y="5621"/>
                  </a:cubicBezTo>
                  <a:cubicBezTo>
                    <a:pt x="234" y="8525"/>
                    <a:pt x="2618" y="10799"/>
                    <a:pt x="5498" y="10799"/>
                  </a:cubicBezTo>
                  <a:cubicBezTo>
                    <a:pt x="5575" y="10799"/>
                    <a:pt x="5652" y="10797"/>
                    <a:pt x="5729" y="10794"/>
                  </a:cubicBezTo>
                  <a:cubicBezTo>
                    <a:pt x="8710" y="10683"/>
                    <a:pt x="11027" y="8173"/>
                    <a:pt x="10916" y="5191"/>
                  </a:cubicBezTo>
                  <a:cubicBezTo>
                    <a:pt x="10793" y="2279"/>
                    <a:pt x="8395" y="1"/>
                    <a:pt x="55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2"/>
            <p:cNvSpPr/>
            <p:nvPr/>
          </p:nvSpPr>
          <p:spPr>
            <a:xfrm>
              <a:off x="1483960" y="686786"/>
              <a:ext cx="47650" cy="117350"/>
            </a:xfrm>
            <a:custGeom>
              <a:avLst/>
              <a:gdLst/>
              <a:ahLst/>
              <a:cxnLst/>
              <a:rect l="l" t="t" r="r" b="b"/>
              <a:pathLst>
                <a:path w="1906" h="4694" extrusionOk="0">
                  <a:moveTo>
                    <a:pt x="1906" y="0"/>
                  </a:moveTo>
                  <a:lnTo>
                    <a:pt x="0" y="2347"/>
                  </a:lnTo>
                  <a:lnTo>
                    <a:pt x="1857" y="4694"/>
                  </a:ln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9" name="Google Shape;409;p32"/>
            <p:cNvSpPr/>
            <p:nvPr/>
          </p:nvSpPr>
          <p:spPr>
            <a:xfrm flipH="1">
              <a:off x="1686874" y="618464"/>
              <a:ext cx="255633" cy="250348"/>
            </a:xfrm>
            <a:custGeom>
              <a:avLst/>
              <a:gdLst/>
              <a:ahLst/>
              <a:cxnLst/>
              <a:rect l="l" t="t" r="r" b="b"/>
              <a:pathLst>
                <a:path w="11027" h="10799" extrusionOk="0">
                  <a:moveTo>
                    <a:pt x="5504" y="1"/>
                  </a:moveTo>
                  <a:cubicBezTo>
                    <a:pt x="5436" y="1"/>
                    <a:pt x="5367" y="2"/>
                    <a:pt x="5298" y="4"/>
                  </a:cubicBezTo>
                  <a:cubicBezTo>
                    <a:pt x="2331" y="130"/>
                    <a:pt x="1" y="2639"/>
                    <a:pt x="126" y="5621"/>
                  </a:cubicBezTo>
                  <a:cubicBezTo>
                    <a:pt x="234" y="8525"/>
                    <a:pt x="2618" y="10799"/>
                    <a:pt x="5498" y="10799"/>
                  </a:cubicBezTo>
                  <a:cubicBezTo>
                    <a:pt x="5575" y="10799"/>
                    <a:pt x="5652" y="10797"/>
                    <a:pt x="5729" y="10794"/>
                  </a:cubicBezTo>
                  <a:cubicBezTo>
                    <a:pt x="8710" y="10683"/>
                    <a:pt x="11027" y="8173"/>
                    <a:pt x="10916" y="5191"/>
                  </a:cubicBezTo>
                  <a:cubicBezTo>
                    <a:pt x="10793" y="2279"/>
                    <a:pt x="8395" y="1"/>
                    <a:pt x="55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2"/>
            <p:cNvSpPr/>
            <p:nvPr/>
          </p:nvSpPr>
          <p:spPr>
            <a:xfrm flipH="1">
              <a:off x="1790866" y="686786"/>
              <a:ext cx="47650" cy="117350"/>
            </a:xfrm>
            <a:custGeom>
              <a:avLst/>
              <a:gdLst/>
              <a:ahLst/>
              <a:cxnLst/>
              <a:rect l="l" t="t" r="r" b="b"/>
              <a:pathLst>
                <a:path w="1906" h="4694" extrusionOk="0">
                  <a:moveTo>
                    <a:pt x="1906" y="0"/>
                  </a:moveTo>
                  <a:lnTo>
                    <a:pt x="0" y="2347"/>
                  </a:lnTo>
                  <a:lnTo>
                    <a:pt x="1857" y="4694"/>
                  </a:ln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11" name="Google Shape;411;p32"/>
            <p:cNvGrpSpPr/>
            <p:nvPr/>
          </p:nvGrpSpPr>
          <p:grpSpPr>
            <a:xfrm>
              <a:off x="729630" y="1968358"/>
              <a:ext cx="255615" cy="224557"/>
              <a:chOff x="6184139" y="1980808"/>
              <a:chExt cx="451696" cy="396814"/>
            </a:xfrm>
          </p:grpSpPr>
          <p:sp>
            <p:nvSpPr>
              <p:cNvPr id="412" name="Google Shape;412;p32"/>
              <p:cNvSpPr/>
              <p:nvPr/>
            </p:nvSpPr>
            <p:spPr>
              <a:xfrm>
                <a:off x="6184139" y="1980808"/>
                <a:ext cx="451696" cy="396814"/>
              </a:xfrm>
              <a:custGeom>
                <a:avLst/>
                <a:gdLst/>
                <a:ahLst/>
                <a:cxnLst/>
                <a:rect l="l" t="t" r="r" b="b"/>
                <a:pathLst>
                  <a:path w="9473" h="8322" extrusionOk="0">
                    <a:moveTo>
                      <a:pt x="4272" y="361"/>
                    </a:moveTo>
                    <a:cubicBezTo>
                      <a:pt x="4675" y="361"/>
                      <a:pt x="5063" y="583"/>
                      <a:pt x="5257" y="943"/>
                    </a:cubicBezTo>
                    <a:cubicBezTo>
                      <a:pt x="5285" y="1013"/>
                      <a:pt x="5354" y="1041"/>
                      <a:pt x="5437" y="1041"/>
                    </a:cubicBezTo>
                    <a:cubicBezTo>
                      <a:pt x="5466" y="1038"/>
                      <a:pt x="5495" y="1036"/>
                      <a:pt x="5524" y="1036"/>
                    </a:cubicBezTo>
                    <a:cubicBezTo>
                      <a:pt x="5868" y="1036"/>
                      <a:pt x="6196" y="1263"/>
                      <a:pt x="6324" y="1596"/>
                    </a:cubicBezTo>
                    <a:cubicBezTo>
                      <a:pt x="6349" y="1657"/>
                      <a:pt x="6408" y="1709"/>
                      <a:pt x="6480" y="1709"/>
                    </a:cubicBezTo>
                    <a:cubicBezTo>
                      <a:pt x="6489" y="1709"/>
                      <a:pt x="6497" y="1708"/>
                      <a:pt x="6505" y="1707"/>
                    </a:cubicBezTo>
                    <a:cubicBezTo>
                      <a:pt x="6521" y="1705"/>
                      <a:pt x="6536" y="1704"/>
                      <a:pt x="6552" y="1704"/>
                    </a:cubicBezTo>
                    <a:cubicBezTo>
                      <a:pt x="6838" y="1704"/>
                      <a:pt x="7088" y="1944"/>
                      <a:pt x="7088" y="2234"/>
                    </a:cubicBezTo>
                    <a:cubicBezTo>
                      <a:pt x="7088" y="2524"/>
                      <a:pt x="6851" y="2760"/>
                      <a:pt x="6561" y="2760"/>
                    </a:cubicBezTo>
                    <a:lnTo>
                      <a:pt x="6311" y="2760"/>
                    </a:lnTo>
                    <a:lnTo>
                      <a:pt x="6311" y="2178"/>
                    </a:lnTo>
                    <a:cubicBezTo>
                      <a:pt x="6311" y="2073"/>
                      <a:pt x="6222" y="1988"/>
                      <a:pt x="6120" y="1988"/>
                    </a:cubicBezTo>
                    <a:cubicBezTo>
                      <a:pt x="6101" y="1988"/>
                      <a:pt x="6081" y="1991"/>
                      <a:pt x="6061" y="1997"/>
                    </a:cubicBezTo>
                    <a:lnTo>
                      <a:pt x="4064" y="2566"/>
                    </a:lnTo>
                    <a:cubicBezTo>
                      <a:pt x="3981" y="2594"/>
                      <a:pt x="3926" y="2677"/>
                      <a:pt x="3939" y="2760"/>
                    </a:cubicBezTo>
                    <a:lnTo>
                      <a:pt x="3066" y="2760"/>
                    </a:lnTo>
                    <a:cubicBezTo>
                      <a:pt x="2678" y="2760"/>
                      <a:pt x="2345" y="2413"/>
                      <a:pt x="2373" y="2025"/>
                    </a:cubicBezTo>
                    <a:cubicBezTo>
                      <a:pt x="2373" y="1886"/>
                      <a:pt x="2441" y="1720"/>
                      <a:pt x="2552" y="1609"/>
                    </a:cubicBezTo>
                    <a:cubicBezTo>
                      <a:pt x="2678" y="1470"/>
                      <a:pt x="2830" y="1401"/>
                      <a:pt x="3011" y="1387"/>
                    </a:cubicBezTo>
                    <a:cubicBezTo>
                      <a:pt x="3094" y="1374"/>
                      <a:pt x="3163" y="1318"/>
                      <a:pt x="3177" y="1235"/>
                    </a:cubicBezTo>
                    <a:cubicBezTo>
                      <a:pt x="3232" y="999"/>
                      <a:pt x="3371" y="777"/>
                      <a:pt x="3565" y="610"/>
                    </a:cubicBezTo>
                    <a:cubicBezTo>
                      <a:pt x="3773" y="444"/>
                      <a:pt x="4009" y="361"/>
                      <a:pt x="4272" y="361"/>
                    </a:cubicBezTo>
                    <a:close/>
                    <a:moveTo>
                      <a:pt x="5936" y="2413"/>
                    </a:moveTo>
                    <a:lnTo>
                      <a:pt x="5936" y="2816"/>
                    </a:lnTo>
                    <a:lnTo>
                      <a:pt x="4300" y="3301"/>
                    </a:lnTo>
                    <a:lnTo>
                      <a:pt x="4300" y="2885"/>
                    </a:lnTo>
                    <a:lnTo>
                      <a:pt x="5936" y="2413"/>
                    </a:lnTo>
                    <a:close/>
                    <a:moveTo>
                      <a:pt x="5618" y="4493"/>
                    </a:moveTo>
                    <a:cubicBezTo>
                      <a:pt x="5797" y="4493"/>
                      <a:pt x="5936" y="4632"/>
                      <a:pt x="5936" y="4813"/>
                    </a:cubicBezTo>
                    <a:lnTo>
                      <a:pt x="5936" y="4826"/>
                    </a:lnTo>
                    <a:lnTo>
                      <a:pt x="5936" y="4841"/>
                    </a:lnTo>
                    <a:cubicBezTo>
                      <a:pt x="5936" y="5007"/>
                      <a:pt x="5797" y="5146"/>
                      <a:pt x="5618" y="5146"/>
                    </a:cubicBezTo>
                    <a:lnTo>
                      <a:pt x="5326" y="5146"/>
                    </a:lnTo>
                    <a:cubicBezTo>
                      <a:pt x="5146" y="5146"/>
                      <a:pt x="5007" y="5007"/>
                      <a:pt x="5007" y="4841"/>
                    </a:cubicBezTo>
                    <a:lnTo>
                      <a:pt x="5007" y="4813"/>
                    </a:lnTo>
                    <a:cubicBezTo>
                      <a:pt x="5007" y="4632"/>
                      <a:pt x="5146" y="4493"/>
                      <a:pt x="5326" y="4493"/>
                    </a:cubicBezTo>
                    <a:close/>
                    <a:moveTo>
                      <a:pt x="3621" y="4909"/>
                    </a:moveTo>
                    <a:cubicBezTo>
                      <a:pt x="3800" y="4909"/>
                      <a:pt x="3939" y="5048"/>
                      <a:pt x="3939" y="5215"/>
                    </a:cubicBezTo>
                    <a:lnTo>
                      <a:pt x="3939" y="5229"/>
                    </a:lnTo>
                    <a:lnTo>
                      <a:pt x="3939" y="5242"/>
                    </a:lnTo>
                    <a:cubicBezTo>
                      <a:pt x="3939" y="5409"/>
                      <a:pt x="3800" y="5547"/>
                      <a:pt x="3621" y="5547"/>
                    </a:cubicBezTo>
                    <a:lnTo>
                      <a:pt x="3316" y="5547"/>
                    </a:lnTo>
                    <a:cubicBezTo>
                      <a:pt x="3149" y="5547"/>
                      <a:pt x="3011" y="5409"/>
                      <a:pt x="3011" y="5242"/>
                    </a:cubicBezTo>
                    <a:lnTo>
                      <a:pt x="3011" y="5215"/>
                    </a:lnTo>
                    <a:cubicBezTo>
                      <a:pt x="3011" y="5048"/>
                      <a:pt x="3149" y="4909"/>
                      <a:pt x="3316" y="4909"/>
                    </a:cubicBezTo>
                    <a:close/>
                    <a:moveTo>
                      <a:pt x="7615" y="2483"/>
                    </a:moveTo>
                    <a:lnTo>
                      <a:pt x="7615" y="6200"/>
                    </a:lnTo>
                    <a:lnTo>
                      <a:pt x="1873" y="6200"/>
                    </a:lnTo>
                    <a:lnTo>
                      <a:pt x="1873" y="2483"/>
                    </a:lnTo>
                    <a:lnTo>
                      <a:pt x="2081" y="2483"/>
                    </a:lnTo>
                    <a:cubicBezTo>
                      <a:pt x="2247" y="2871"/>
                      <a:pt x="2636" y="3134"/>
                      <a:pt x="3066" y="3134"/>
                    </a:cubicBezTo>
                    <a:lnTo>
                      <a:pt x="3939" y="3134"/>
                    </a:lnTo>
                    <a:lnTo>
                      <a:pt x="3939" y="4619"/>
                    </a:lnTo>
                    <a:cubicBezTo>
                      <a:pt x="3843" y="4563"/>
                      <a:pt x="3732" y="4536"/>
                      <a:pt x="3621" y="4536"/>
                    </a:cubicBezTo>
                    <a:lnTo>
                      <a:pt x="3316" y="4536"/>
                    </a:lnTo>
                    <a:cubicBezTo>
                      <a:pt x="2941" y="4536"/>
                      <a:pt x="2636" y="4841"/>
                      <a:pt x="2636" y="5215"/>
                    </a:cubicBezTo>
                    <a:lnTo>
                      <a:pt x="2636" y="5242"/>
                    </a:lnTo>
                    <a:cubicBezTo>
                      <a:pt x="2636" y="5617"/>
                      <a:pt x="2941" y="5922"/>
                      <a:pt x="3316" y="5922"/>
                    </a:cubicBezTo>
                    <a:lnTo>
                      <a:pt x="3621" y="5922"/>
                    </a:lnTo>
                    <a:cubicBezTo>
                      <a:pt x="4009" y="5922"/>
                      <a:pt x="4300" y="5590"/>
                      <a:pt x="4300" y="5215"/>
                    </a:cubicBezTo>
                    <a:lnTo>
                      <a:pt x="4300" y="3676"/>
                    </a:lnTo>
                    <a:lnTo>
                      <a:pt x="5936" y="3204"/>
                    </a:lnTo>
                    <a:lnTo>
                      <a:pt x="5936" y="4203"/>
                    </a:lnTo>
                    <a:cubicBezTo>
                      <a:pt x="5840" y="4161"/>
                      <a:pt x="5742" y="4133"/>
                      <a:pt x="5618" y="4133"/>
                    </a:cubicBezTo>
                    <a:lnTo>
                      <a:pt x="5326" y="4133"/>
                    </a:lnTo>
                    <a:cubicBezTo>
                      <a:pt x="4952" y="4133"/>
                      <a:pt x="4647" y="4438"/>
                      <a:pt x="4647" y="4813"/>
                    </a:cubicBezTo>
                    <a:lnTo>
                      <a:pt x="4647" y="4841"/>
                    </a:lnTo>
                    <a:cubicBezTo>
                      <a:pt x="4647" y="5215"/>
                      <a:pt x="4952" y="5520"/>
                      <a:pt x="5326" y="5520"/>
                    </a:cubicBezTo>
                    <a:lnTo>
                      <a:pt x="5618" y="5520"/>
                    </a:lnTo>
                    <a:cubicBezTo>
                      <a:pt x="6006" y="5520"/>
                      <a:pt x="6311" y="5187"/>
                      <a:pt x="6311" y="4813"/>
                    </a:cubicBezTo>
                    <a:lnTo>
                      <a:pt x="6311" y="3134"/>
                    </a:lnTo>
                    <a:lnTo>
                      <a:pt x="6561" y="3134"/>
                    </a:lnTo>
                    <a:cubicBezTo>
                      <a:pt x="6962" y="3134"/>
                      <a:pt x="7323" y="2857"/>
                      <a:pt x="7434" y="2483"/>
                    </a:cubicBezTo>
                    <a:close/>
                    <a:moveTo>
                      <a:pt x="8044" y="1664"/>
                    </a:moveTo>
                    <a:cubicBezTo>
                      <a:pt x="8253" y="1664"/>
                      <a:pt x="8432" y="1831"/>
                      <a:pt x="8432" y="2053"/>
                    </a:cubicBezTo>
                    <a:lnTo>
                      <a:pt x="8432" y="6629"/>
                    </a:lnTo>
                    <a:cubicBezTo>
                      <a:pt x="8432" y="6838"/>
                      <a:pt x="8253" y="7017"/>
                      <a:pt x="8044" y="7017"/>
                    </a:cubicBezTo>
                    <a:lnTo>
                      <a:pt x="1443" y="7017"/>
                    </a:lnTo>
                    <a:cubicBezTo>
                      <a:pt x="1221" y="7017"/>
                      <a:pt x="1055" y="6838"/>
                      <a:pt x="1055" y="6629"/>
                    </a:cubicBezTo>
                    <a:lnTo>
                      <a:pt x="1055" y="2053"/>
                    </a:lnTo>
                    <a:cubicBezTo>
                      <a:pt x="1055" y="1831"/>
                      <a:pt x="1221" y="1664"/>
                      <a:pt x="1443" y="1664"/>
                    </a:cubicBezTo>
                    <a:lnTo>
                      <a:pt x="2081" y="1664"/>
                    </a:lnTo>
                    <a:cubicBezTo>
                      <a:pt x="2025" y="1803"/>
                      <a:pt x="1998" y="1956"/>
                      <a:pt x="1998" y="2108"/>
                    </a:cubicBezTo>
                    <a:lnTo>
                      <a:pt x="1679" y="2108"/>
                    </a:lnTo>
                    <a:cubicBezTo>
                      <a:pt x="1582" y="2108"/>
                      <a:pt x="1498" y="2191"/>
                      <a:pt x="1498" y="2289"/>
                    </a:cubicBezTo>
                    <a:lnTo>
                      <a:pt x="1498" y="6394"/>
                    </a:lnTo>
                    <a:cubicBezTo>
                      <a:pt x="1498" y="6490"/>
                      <a:pt x="1582" y="6574"/>
                      <a:pt x="1679" y="6574"/>
                    </a:cubicBezTo>
                    <a:lnTo>
                      <a:pt x="7794" y="6574"/>
                    </a:lnTo>
                    <a:cubicBezTo>
                      <a:pt x="7905" y="6574"/>
                      <a:pt x="7989" y="6490"/>
                      <a:pt x="7989" y="6394"/>
                    </a:cubicBezTo>
                    <a:lnTo>
                      <a:pt x="7989" y="2289"/>
                    </a:lnTo>
                    <a:cubicBezTo>
                      <a:pt x="7989" y="2191"/>
                      <a:pt x="7905" y="2108"/>
                      <a:pt x="7794" y="2108"/>
                    </a:cubicBezTo>
                    <a:lnTo>
                      <a:pt x="7448" y="2108"/>
                    </a:lnTo>
                    <a:cubicBezTo>
                      <a:pt x="7434" y="1942"/>
                      <a:pt x="7365" y="1790"/>
                      <a:pt x="7254" y="1664"/>
                    </a:cubicBezTo>
                    <a:close/>
                    <a:moveTo>
                      <a:pt x="4272" y="0"/>
                    </a:moveTo>
                    <a:cubicBezTo>
                      <a:pt x="3926" y="0"/>
                      <a:pt x="3593" y="111"/>
                      <a:pt x="3329" y="320"/>
                    </a:cubicBezTo>
                    <a:cubicBezTo>
                      <a:pt x="3107" y="514"/>
                      <a:pt x="2941" y="749"/>
                      <a:pt x="2844" y="1026"/>
                    </a:cubicBezTo>
                    <a:cubicBezTo>
                      <a:pt x="2663" y="1069"/>
                      <a:pt x="2484" y="1165"/>
                      <a:pt x="2345" y="1290"/>
                    </a:cubicBezTo>
                    <a:lnTo>
                      <a:pt x="1443" y="1290"/>
                    </a:lnTo>
                    <a:cubicBezTo>
                      <a:pt x="1027" y="1290"/>
                      <a:pt x="681" y="1637"/>
                      <a:pt x="681" y="2053"/>
                    </a:cubicBezTo>
                    <a:lnTo>
                      <a:pt x="681" y="6629"/>
                    </a:lnTo>
                    <a:cubicBezTo>
                      <a:pt x="681" y="6768"/>
                      <a:pt x="722" y="6906"/>
                      <a:pt x="792" y="7017"/>
                    </a:cubicBezTo>
                    <a:lnTo>
                      <a:pt x="195" y="7017"/>
                    </a:lnTo>
                    <a:cubicBezTo>
                      <a:pt x="84" y="7017"/>
                      <a:pt x="1" y="7101"/>
                      <a:pt x="1" y="7198"/>
                    </a:cubicBezTo>
                    <a:lnTo>
                      <a:pt x="1" y="7642"/>
                    </a:lnTo>
                    <a:cubicBezTo>
                      <a:pt x="1" y="8016"/>
                      <a:pt x="320" y="8321"/>
                      <a:pt x="694" y="8321"/>
                    </a:cubicBezTo>
                    <a:lnTo>
                      <a:pt x="3926" y="8321"/>
                    </a:lnTo>
                    <a:cubicBezTo>
                      <a:pt x="4037" y="8321"/>
                      <a:pt x="4120" y="8238"/>
                      <a:pt x="4120" y="8141"/>
                    </a:cubicBezTo>
                    <a:cubicBezTo>
                      <a:pt x="4120" y="8030"/>
                      <a:pt x="4037" y="7947"/>
                      <a:pt x="3926" y="7947"/>
                    </a:cubicBezTo>
                    <a:lnTo>
                      <a:pt x="694" y="7947"/>
                    </a:lnTo>
                    <a:cubicBezTo>
                      <a:pt x="514" y="7947"/>
                      <a:pt x="376" y="7808"/>
                      <a:pt x="376" y="7642"/>
                    </a:cubicBezTo>
                    <a:lnTo>
                      <a:pt x="376" y="7392"/>
                    </a:lnTo>
                    <a:lnTo>
                      <a:pt x="9098" y="7392"/>
                    </a:lnTo>
                    <a:lnTo>
                      <a:pt x="9098" y="7642"/>
                    </a:lnTo>
                    <a:cubicBezTo>
                      <a:pt x="9098" y="7808"/>
                      <a:pt x="8959" y="7947"/>
                      <a:pt x="8793" y="7947"/>
                    </a:cubicBezTo>
                    <a:lnTo>
                      <a:pt x="5562" y="7947"/>
                    </a:lnTo>
                    <a:cubicBezTo>
                      <a:pt x="5451" y="7947"/>
                      <a:pt x="5368" y="8030"/>
                      <a:pt x="5368" y="8141"/>
                    </a:cubicBezTo>
                    <a:cubicBezTo>
                      <a:pt x="5368" y="8238"/>
                      <a:pt x="5451" y="8321"/>
                      <a:pt x="5562" y="8321"/>
                    </a:cubicBezTo>
                    <a:lnTo>
                      <a:pt x="8793" y="8321"/>
                    </a:lnTo>
                    <a:cubicBezTo>
                      <a:pt x="9168" y="8321"/>
                      <a:pt x="9473" y="8016"/>
                      <a:pt x="9473" y="7642"/>
                    </a:cubicBezTo>
                    <a:lnTo>
                      <a:pt x="9473" y="7198"/>
                    </a:lnTo>
                    <a:cubicBezTo>
                      <a:pt x="9473" y="7101"/>
                      <a:pt x="9390" y="7017"/>
                      <a:pt x="9292" y="7017"/>
                    </a:cubicBezTo>
                    <a:lnTo>
                      <a:pt x="8696" y="7017"/>
                    </a:lnTo>
                    <a:cubicBezTo>
                      <a:pt x="8765" y="6906"/>
                      <a:pt x="8793" y="6768"/>
                      <a:pt x="8793" y="6629"/>
                    </a:cubicBezTo>
                    <a:lnTo>
                      <a:pt x="8793" y="2053"/>
                    </a:lnTo>
                    <a:cubicBezTo>
                      <a:pt x="8793" y="1637"/>
                      <a:pt x="8460" y="1290"/>
                      <a:pt x="8044" y="1290"/>
                    </a:cubicBezTo>
                    <a:lnTo>
                      <a:pt x="6588" y="1290"/>
                    </a:lnTo>
                    <a:cubicBezTo>
                      <a:pt x="6367" y="915"/>
                      <a:pt x="5964" y="666"/>
                      <a:pt x="5520" y="666"/>
                    </a:cubicBezTo>
                    <a:cubicBezTo>
                      <a:pt x="5243" y="250"/>
                      <a:pt x="4771" y="0"/>
                      <a:pt x="42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32"/>
              <p:cNvSpPr/>
              <p:nvPr/>
            </p:nvSpPr>
            <p:spPr>
              <a:xfrm>
                <a:off x="6400384" y="2359892"/>
                <a:ext cx="19216" cy="17499"/>
              </a:xfrm>
              <a:custGeom>
                <a:avLst/>
                <a:gdLst/>
                <a:ahLst/>
                <a:cxnLst/>
                <a:rect l="l" t="t" r="r" b="b"/>
                <a:pathLst>
                  <a:path w="403" h="367" extrusionOk="0">
                    <a:moveTo>
                      <a:pt x="192" y="0"/>
                    </a:moveTo>
                    <a:cubicBezTo>
                      <a:pt x="147" y="0"/>
                      <a:pt x="103" y="19"/>
                      <a:pt x="70" y="53"/>
                    </a:cubicBezTo>
                    <a:cubicBezTo>
                      <a:pt x="14" y="121"/>
                      <a:pt x="1" y="219"/>
                      <a:pt x="56" y="288"/>
                    </a:cubicBezTo>
                    <a:cubicBezTo>
                      <a:pt x="89" y="342"/>
                      <a:pt x="142" y="366"/>
                      <a:pt x="197" y="366"/>
                    </a:cubicBezTo>
                    <a:cubicBezTo>
                      <a:pt x="283" y="366"/>
                      <a:pt x="372" y="306"/>
                      <a:pt x="389" y="205"/>
                    </a:cubicBezTo>
                    <a:cubicBezTo>
                      <a:pt x="403" y="136"/>
                      <a:pt x="362" y="53"/>
                      <a:pt x="278" y="25"/>
                    </a:cubicBezTo>
                    <a:cubicBezTo>
                      <a:pt x="251" y="8"/>
                      <a:pt x="221" y="0"/>
                      <a:pt x="19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4" name="Google Shape;414;p32"/>
            <p:cNvGrpSpPr/>
            <p:nvPr/>
          </p:nvGrpSpPr>
          <p:grpSpPr>
            <a:xfrm>
              <a:off x="729630" y="975085"/>
              <a:ext cx="255615" cy="254967"/>
              <a:chOff x="6184139" y="1220827"/>
              <a:chExt cx="451696" cy="450552"/>
            </a:xfrm>
          </p:grpSpPr>
          <p:sp>
            <p:nvSpPr>
              <p:cNvPr id="415" name="Google Shape;415;p32"/>
              <p:cNvSpPr/>
              <p:nvPr/>
            </p:nvSpPr>
            <p:spPr>
              <a:xfrm>
                <a:off x="6353416" y="1390104"/>
                <a:ext cx="117776" cy="137087"/>
              </a:xfrm>
              <a:custGeom>
                <a:avLst/>
                <a:gdLst/>
                <a:ahLst/>
                <a:cxnLst/>
                <a:rect l="l" t="t" r="r" b="b"/>
                <a:pathLst>
                  <a:path w="2470" h="2875" extrusionOk="0">
                    <a:moveTo>
                      <a:pt x="916" y="1946"/>
                    </a:moveTo>
                    <a:cubicBezTo>
                      <a:pt x="1069" y="1946"/>
                      <a:pt x="1193" y="2070"/>
                      <a:pt x="1193" y="2224"/>
                    </a:cubicBezTo>
                    <a:cubicBezTo>
                      <a:pt x="1193" y="2376"/>
                      <a:pt x="1069" y="2501"/>
                      <a:pt x="916" y="2501"/>
                    </a:cubicBezTo>
                    <a:lnTo>
                      <a:pt x="666" y="2501"/>
                    </a:lnTo>
                    <a:cubicBezTo>
                      <a:pt x="500" y="2501"/>
                      <a:pt x="376" y="2376"/>
                      <a:pt x="376" y="2224"/>
                    </a:cubicBezTo>
                    <a:cubicBezTo>
                      <a:pt x="376" y="2070"/>
                      <a:pt x="500" y="1946"/>
                      <a:pt x="666" y="1946"/>
                    </a:cubicBezTo>
                    <a:close/>
                    <a:moveTo>
                      <a:pt x="1383" y="1"/>
                    </a:moveTo>
                    <a:cubicBezTo>
                      <a:pt x="1371" y="1"/>
                      <a:pt x="1358" y="2"/>
                      <a:pt x="1347" y="5"/>
                    </a:cubicBezTo>
                    <a:cubicBezTo>
                      <a:pt x="1263" y="18"/>
                      <a:pt x="1193" y="101"/>
                      <a:pt x="1193" y="184"/>
                    </a:cubicBezTo>
                    <a:lnTo>
                      <a:pt x="1193" y="1627"/>
                    </a:lnTo>
                    <a:cubicBezTo>
                      <a:pt x="1110" y="1599"/>
                      <a:pt x="1014" y="1571"/>
                      <a:pt x="916" y="1571"/>
                    </a:cubicBezTo>
                    <a:lnTo>
                      <a:pt x="666" y="1571"/>
                    </a:lnTo>
                    <a:cubicBezTo>
                      <a:pt x="320" y="1571"/>
                      <a:pt x="15" y="1849"/>
                      <a:pt x="15" y="2209"/>
                    </a:cubicBezTo>
                    <a:cubicBezTo>
                      <a:pt x="1" y="2570"/>
                      <a:pt x="293" y="2875"/>
                      <a:pt x="666" y="2875"/>
                    </a:cubicBezTo>
                    <a:lnTo>
                      <a:pt x="916" y="2875"/>
                    </a:lnTo>
                    <a:cubicBezTo>
                      <a:pt x="1277" y="2875"/>
                      <a:pt x="1568" y="2584"/>
                      <a:pt x="1568" y="2224"/>
                    </a:cubicBezTo>
                    <a:lnTo>
                      <a:pt x="1568" y="600"/>
                    </a:lnTo>
                    <a:cubicBezTo>
                      <a:pt x="1637" y="628"/>
                      <a:pt x="1707" y="670"/>
                      <a:pt x="1804" y="698"/>
                    </a:cubicBezTo>
                    <a:cubicBezTo>
                      <a:pt x="2026" y="767"/>
                      <a:pt x="2081" y="920"/>
                      <a:pt x="2081" y="933"/>
                    </a:cubicBezTo>
                    <a:lnTo>
                      <a:pt x="2095" y="948"/>
                    </a:lnTo>
                    <a:cubicBezTo>
                      <a:pt x="2118" y="1025"/>
                      <a:pt x="2183" y="1067"/>
                      <a:pt x="2259" y="1067"/>
                    </a:cubicBezTo>
                    <a:cubicBezTo>
                      <a:pt x="2278" y="1067"/>
                      <a:pt x="2297" y="1064"/>
                      <a:pt x="2317" y="1059"/>
                    </a:cubicBezTo>
                    <a:cubicBezTo>
                      <a:pt x="2414" y="1031"/>
                      <a:pt x="2469" y="933"/>
                      <a:pt x="2442" y="822"/>
                    </a:cubicBezTo>
                    <a:cubicBezTo>
                      <a:pt x="2401" y="698"/>
                      <a:pt x="2247" y="448"/>
                      <a:pt x="1915" y="337"/>
                    </a:cubicBezTo>
                    <a:cubicBezTo>
                      <a:pt x="1665" y="268"/>
                      <a:pt x="1554" y="101"/>
                      <a:pt x="1541" y="88"/>
                    </a:cubicBezTo>
                    <a:cubicBezTo>
                      <a:pt x="1506" y="30"/>
                      <a:pt x="1443" y="1"/>
                      <a:pt x="13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32"/>
              <p:cNvSpPr/>
              <p:nvPr/>
            </p:nvSpPr>
            <p:spPr>
              <a:xfrm>
                <a:off x="6184139" y="1227598"/>
                <a:ext cx="451696" cy="443781"/>
              </a:xfrm>
              <a:custGeom>
                <a:avLst/>
                <a:gdLst/>
                <a:ahLst/>
                <a:cxnLst/>
                <a:rect l="l" t="t" r="r" b="b"/>
                <a:pathLst>
                  <a:path w="9473" h="9307" extrusionOk="0">
                    <a:moveTo>
                      <a:pt x="4672" y="2941"/>
                    </a:moveTo>
                    <a:cubicBezTo>
                      <a:pt x="5194" y="2941"/>
                      <a:pt x="5714" y="3135"/>
                      <a:pt x="6103" y="3524"/>
                    </a:cubicBezTo>
                    <a:cubicBezTo>
                      <a:pt x="6894" y="4313"/>
                      <a:pt x="6894" y="5604"/>
                      <a:pt x="6103" y="6394"/>
                    </a:cubicBezTo>
                    <a:cubicBezTo>
                      <a:pt x="5708" y="6789"/>
                      <a:pt x="5188" y="6987"/>
                      <a:pt x="4667" y="6987"/>
                    </a:cubicBezTo>
                    <a:cubicBezTo>
                      <a:pt x="4147" y="6987"/>
                      <a:pt x="3627" y="6789"/>
                      <a:pt x="3232" y="6394"/>
                    </a:cubicBezTo>
                    <a:cubicBezTo>
                      <a:pt x="2441" y="5604"/>
                      <a:pt x="2441" y="4313"/>
                      <a:pt x="3232" y="3524"/>
                    </a:cubicBezTo>
                    <a:cubicBezTo>
                      <a:pt x="3627" y="3135"/>
                      <a:pt x="4151" y="2941"/>
                      <a:pt x="4672" y="2941"/>
                    </a:cubicBezTo>
                    <a:close/>
                    <a:moveTo>
                      <a:pt x="2726" y="6554"/>
                    </a:moveTo>
                    <a:cubicBezTo>
                      <a:pt x="2820" y="6554"/>
                      <a:pt x="2913" y="6588"/>
                      <a:pt x="2983" y="6658"/>
                    </a:cubicBezTo>
                    <a:cubicBezTo>
                      <a:pt x="3121" y="6796"/>
                      <a:pt x="3121" y="7018"/>
                      <a:pt x="2983" y="7157"/>
                    </a:cubicBezTo>
                    <a:lnTo>
                      <a:pt x="1720" y="8418"/>
                    </a:lnTo>
                    <a:lnTo>
                      <a:pt x="1208" y="7919"/>
                    </a:lnTo>
                    <a:lnTo>
                      <a:pt x="2469" y="6658"/>
                    </a:lnTo>
                    <a:cubicBezTo>
                      <a:pt x="2538" y="6588"/>
                      <a:pt x="2632" y="6554"/>
                      <a:pt x="2726" y="6554"/>
                    </a:cubicBezTo>
                    <a:close/>
                    <a:moveTo>
                      <a:pt x="944" y="8183"/>
                    </a:moveTo>
                    <a:lnTo>
                      <a:pt x="1457" y="8682"/>
                    </a:lnTo>
                    <a:lnTo>
                      <a:pt x="1304" y="8834"/>
                    </a:lnTo>
                    <a:cubicBezTo>
                      <a:pt x="1235" y="8904"/>
                      <a:pt x="1145" y="8938"/>
                      <a:pt x="1055" y="8938"/>
                    </a:cubicBezTo>
                    <a:cubicBezTo>
                      <a:pt x="964" y="8938"/>
                      <a:pt x="874" y="8904"/>
                      <a:pt x="805" y="8834"/>
                    </a:cubicBezTo>
                    <a:cubicBezTo>
                      <a:pt x="666" y="8696"/>
                      <a:pt x="666" y="8474"/>
                      <a:pt x="805" y="8335"/>
                    </a:cubicBezTo>
                    <a:lnTo>
                      <a:pt x="944" y="8183"/>
                    </a:lnTo>
                    <a:close/>
                    <a:moveTo>
                      <a:pt x="4718" y="1"/>
                    </a:moveTo>
                    <a:cubicBezTo>
                      <a:pt x="4642" y="1"/>
                      <a:pt x="4571" y="51"/>
                      <a:pt x="4549" y="125"/>
                    </a:cubicBezTo>
                    <a:cubicBezTo>
                      <a:pt x="4508" y="223"/>
                      <a:pt x="4564" y="320"/>
                      <a:pt x="4660" y="362"/>
                    </a:cubicBezTo>
                    <a:cubicBezTo>
                      <a:pt x="5146" y="541"/>
                      <a:pt x="5548" y="889"/>
                      <a:pt x="5797" y="1346"/>
                    </a:cubicBezTo>
                    <a:cubicBezTo>
                      <a:pt x="5834" y="1394"/>
                      <a:pt x="5890" y="1432"/>
                      <a:pt x="5950" y="1432"/>
                    </a:cubicBezTo>
                    <a:cubicBezTo>
                      <a:pt x="5959" y="1432"/>
                      <a:pt x="5969" y="1431"/>
                      <a:pt x="5978" y="1429"/>
                    </a:cubicBezTo>
                    <a:lnTo>
                      <a:pt x="6130" y="1429"/>
                    </a:lnTo>
                    <a:cubicBezTo>
                      <a:pt x="6824" y="1429"/>
                      <a:pt x="7462" y="1873"/>
                      <a:pt x="7711" y="2511"/>
                    </a:cubicBezTo>
                    <a:cubicBezTo>
                      <a:pt x="7739" y="2594"/>
                      <a:pt x="7822" y="2636"/>
                      <a:pt x="7905" y="2636"/>
                    </a:cubicBezTo>
                    <a:cubicBezTo>
                      <a:pt x="7947" y="2636"/>
                      <a:pt x="7975" y="2622"/>
                      <a:pt x="8016" y="2622"/>
                    </a:cubicBezTo>
                    <a:cubicBezTo>
                      <a:pt x="8613" y="2622"/>
                      <a:pt x="9098" y="3121"/>
                      <a:pt x="9098" y="3718"/>
                    </a:cubicBezTo>
                    <a:cubicBezTo>
                      <a:pt x="9098" y="4328"/>
                      <a:pt x="8613" y="4813"/>
                      <a:pt x="8016" y="4813"/>
                    </a:cubicBezTo>
                    <a:lnTo>
                      <a:pt x="7073" y="4813"/>
                    </a:lnTo>
                    <a:cubicBezTo>
                      <a:pt x="7004" y="3870"/>
                      <a:pt x="6380" y="3024"/>
                      <a:pt x="5492" y="2705"/>
                    </a:cubicBezTo>
                    <a:cubicBezTo>
                      <a:pt x="5230" y="2611"/>
                      <a:pt x="4957" y="2565"/>
                      <a:pt x="4687" y="2565"/>
                    </a:cubicBezTo>
                    <a:cubicBezTo>
                      <a:pt x="4001" y="2565"/>
                      <a:pt x="3329" y="2857"/>
                      <a:pt x="2872" y="3385"/>
                    </a:cubicBezTo>
                    <a:cubicBezTo>
                      <a:pt x="2705" y="3579"/>
                      <a:pt x="2567" y="3787"/>
                      <a:pt x="2456" y="4023"/>
                    </a:cubicBezTo>
                    <a:cubicBezTo>
                      <a:pt x="2358" y="4272"/>
                      <a:pt x="2289" y="4550"/>
                      <a:pt x="2275" y="4813"/>
                    </a:cubicBezTo>
                    <a:lnTo>
                      <a:pt x="1762" y="4813"/>
                    </a:lnTo>
                    <a:cubicBezTo>
                      <a:pt x="999" y="4813"/>
                      <a:pt x="376" y="4189"/>
                      <a:pt x="376" y="3426"/>
                    </a:cubicBezTo>
                    <a:cubicBezTo>
                      <a:pt x="376" y="2719"/>
                      <a:pt x="944" y="2109"/>
                      <a:pt x="1651" y="2054"/>
                    </a:cubicBezTo>
                    <a:cubicBezTo>
                      <a:pt x="1735" y="2039"/>
                      <a:pt x="1803" y="1984"/>
                      <a:pt x="1818" y="1900"/>
                    </a:cubicBezTo>
                    <a:cubicBezTo>
                      <a:pt x="1984" y="1194"/>
                      <a:pt x="2484" y="611"/>
                      <a:pt x="3177" y="362"/>
                    </a:cubicBezTo>
                    <a:cubicBezTo>
                      <a:pt x="3273" y="334"/>
                      <a:pt x="3316" y="223"/>
                      <a:pt x="3273" y="125"/>
                    </a:cubicBezTo>
                    <a:cubicBezTo>
                      <a:pt x="3251" y="48"/>
                      <a:pt x="3176" y="6"/>
                      <a:pt x="3098" y="6"/>
                    </a:cubicBezTo>
                    <a:cubicBezTo>
                      <a:pt x="3078" y="6"/>
                      <a:pt x="3058" y="9"/>
                      <a:pt x="3038" y="14"/>
                    </a:cubicBezTo>
                    <a:cubicBezTo>
                      <a:pt x="2650" y="153"/>
                      <a:pt x="2303" y="403"/>
                      <a:pt x="2025" y="722"/>
                    </a:cubicBezTo>
                    <a:cubicBezTo>
                      <a:pt x="1776" y="1000"/>
                      <a:pt x="1596" y="1332"/>
                      <a:pt x="1498" y="1693"/>
                    </a:cubicBezTo>
                    <a:cubicBezTo>
                      <a:pt x="653" y="1832"/>
                      <a:pt x="1" y="2581"/>
                      <a:pt x="1" y="3426"/>
                    </a:cubicBezTo>
                    <a:cubicBezTo>
                      <a:pt x="1" y="4397"/>
                      <a:pt x="792" y="5188"/>
                      <a:pt x="1762" y="5188"/>
                    </a:cubicBezTo>
                    <a:lnTo>
                      <a:pt x="2289" y="5188"/>
                    </a:lnTo>
                    <a:cubicBezTo>
                      <a:pt x="2317" y="5534"/>
                      <a:pt x="2428" y="5881"/>
                      <a:pt x="2608" y="6186"/>
                    </a:cubicBezTo>
                    <a:cubicBezTo>
                      <a:pt x="2469" y="6214"/>
                      <a:pt x="2330" y="6283"/>
                      <a:pt x="2206" y="6394"/>
                    </a:cubicBezTo>
                    <a:lnTo>
                      <a:pt x="542" y="8072"/>
                    </a:lnTo>
                    <a:cubicBezTo>
                      <a:pt x="250" y="8350"/>
                      <a:pt x="250" y="8807"/>
                      <a:pt x="542" y="9099"/>
                    </a:cubicBezTo>
                    <a:cubicBezTo>
                      <a:pt x="681" y="9237"/>
                      <a:pt x="868" y="9307"/>
                      <a:pt x="1055" y="9307"/>
                    </a:cubicBezTo>
                    <a:cubicBezTo>
                      <a:pt x="1242" y="9307"/>
                      <a:pt x="1430" y="9237"/>
                      <a:pt x="1568" y="9099"/>
                    </a:cubicBezTo>
                    <a:lnTo>
                      <a:pt x="3232" y="7420"/>
                    </a:lnTo>
                    <a:cubicBezTo>
                      <a:pt x="3343" y="7309"/>
                      <a:pt x="3412" y="7170"/>
                      <a:pt x="3440" y="7018"/>
                    </a:cubicBezTo>
                    <a:cubicBezTo>
                      <a:pt x="3815" y="7240"/>
                      <a:pt x="4244" y="7364"/>
                      <a:pt x="4675" y="7364"/>
                    </a:cubicBezTo>
                    <a:cubicBezTo>
                      <a:pt x="5285" y="7364"/>
                      <a:pt x="5895" y="7129"/>
                      <a:pt x="6367" y="6658"/>
                    </a:cubicBezTo>
                    <a:cubicBezTo>
                      <a:pt x="6783" y="6242"/>
                      <a:pt x="7004" y="5728"/>
                      <a:pt x="7060" y="5188"/>
                    </a:cubicBezTo>
                    <a:lnTo>
                      <a:pt x="8016" y="5188"/>
                    </a:lnTo>
                    <a:cubicBezTo>
                      <a:pt x="8821" y="5188"/>
                      <a:pt x="9473" y="4522"/>
                      <a:pt x="9473" y="3718"/>
                    </a:cubicBezTo>
                    <a:cubicBezTo>
                      <a:pt x="9473" y="2913"/>
                      <a:pt x="8821" y="2261"/>
                      <a:pt x="8016" y="2261"/>
                    </a:cubicBezTo>
                    <a:lnTo>
                      <a:pt x="8003" y="2261"/>
                    </a:lnTo>
                    <a:cubicBezTo>
                      <a:pt x="7670" y="1540"/>
                      <a:pt x="6935" y="1055"/>
                      <a:pt x="6130" y="1055"/>
                    </a:cubicBezTo>
                    <a:lnTo>
                      <a:pt x="6061" y="1055"/>
                    </a:lnTo>
                    <a:cubicBezTo>
                      <a:pt x="5770" y="569"/>
                      <a:pt x="5313" y="209"/>
                      <a:pt x="4786" y="14"/>
                    </a:cubicBezTo>
                    <a:cubicBezTo>
                      <a:pt x="4763" y="5"/>
                      <a:pt x="4740" y="1"/>
                      <a:pt x="47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32"/>
              <p:cNvSpPr/>
              <p:nvPr/>
            </p:nvSpPr>
            <p:spPr>
              <a:xfrm>
                <a:off x="6361570" y="1220827"/>
                <a:ext cx="19025" cy="17690"/>
              </a:xfrm>
              <a:custGeom>
                <a:avLst/>
                <a:gdLst/>
                <a:ahLst/>
                <a:cxnLst/>
                <a:rect l="l" t="t" r="r" b="b"/>
                <a:pathLst>
                  <a:path w="399" h="371" extrusionOk="0">
                    <a:moveTo>
                      <a:pt x="187" y="1"/>
                    </a:moveTo>
                    <a:cubicBezTo>
                      <a:pt x="174" y="1"/>
                      <a:pt x="161" y="2"/>
                      <a:pt x="149" y="4"/>
                    </a:cubicBezTo>
                    <a:cubicBezTo>
                      <a:pt x="79" y="32"/>
                      <a:pt x="24" y="101"/>
                      <a:pt x="11" y="171"/>
                    </a:cubicBezTo>
                    <a:cubicBezTo>
                      <a:pt x="1" y="288"/>
                      <a:pt x="101" y="370"/>
                      <a:pt x="200" y="370"/>
                    </a:cubicBezTo>
                    <a:cubicBezTo>
                      <a:pt x="241" y="370"/>
                      <a:pt x="283" y="356"/>
                      <a:pt x="316" y="323"/>
                    </a:cubicBezTo>
                    <a:cubicBezTo>
                      <a:pt x="385" y="267"/>
                      <a:pt x="399" y="156"/>
                      <a:pt x="357" y="88"/>
                    </a:cubicBezTo>
                    <a:cubicBezTo>
                      <a:pt x="323" y="30"/>
                      <a:pt x="250" y="1"/>
                      <a:pt x="1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8" name="Google Shape;418;p32"/>
            <p:cNvGrpSpPr/>
            <p:nvPr/>
          </p:nvGrpSpPr>
          <p:grpSpPr>
            <a:xfrm>
              <a:off x="723837" y="1482615"/>
              <a:ext cx="267223" cy="233165"/>
              <a:chOff x="6908262" y="1240186"/>
              <a:chExt cx="472209" cy="412024"/>
            </a:xfrm>
          </p:grpSpPr>
          <p:sp>
            <p:nvSpPr>
              <p:cNvPr id="419" name="Google Shape;419;p32"/>
              <p:cNvSpPr/>
              <p:nvPr/>
            </p:nvSpPr>
            <p:spPr>
              <a:xfrm>
                <a:off x="7105958" y="1594618"/>
                <a:ext cx="76769" cy="17929"/>
              </a:xfrm>
              <a:custGeom>
                <a:avLst/>
                <a:gdLst/>
                <a:ahLst/>
                <a:cxnLst/>
                <a:rect l="l" t="t" r="r" b="b"/>
                <a:pathLst>
                  <a:path w="1610" h="376" extrusionOk="0">
                    <a:moveTo>
                      <a:pt x="181" y="0"/>
                    </a:moveTo>
                    <a:cubicBezTo>
                      <a:pt x="84" y="0"/>
                      <a:pt x="1" y="84"/>
                      <a:pt x="1" y="181"/>
                    </a:cubicBezTo>
                    <a:cubicBezTo>
                      <a:pt x="1" y="292"/>
                      <a:pt x="84" y="375"/>
                      <a:pt x="181" y="375"/>
                    </a:cubicBezTo>
                    <a:lnTo>
                      <a:pt x="1429" y="375"/>
                    </a:lnTo>
                    <a:cubicBezTo>
                      <a:pt x="1540" y="375"/>
                      <a:pt x="1609" y="292"/>
                      <a:pt x="1609" y="181"/>
                    </a:cubicBezTo>
                    <a:cubicBezTo>
                      <a:pt x="1609" y="84"/>
                      <a:pt x="1540" y="0"/>
                      <a:pt x="14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32"/>
              <p:cNvSpPr/>
              <p:nvPr/>
            </p:nvSpPr>
            <p:spPr>
              <a:xfrm>
                <a:off x="7080209" y="1365642"/>
                <a:ext cx="136229" cy="159593"/>
              </a:xfrm>
              <a:custGeom>
                <a:avLst/>
                <a:gdLst/>
                <a:ahLst/>
                <a:cxnLst/>
                <a:rect l="l" t="t" r="r" b="b"/>
                <a:pathLst>
                  <a:path w="2857" h="3347" extrusionOk="0">
                    <a:moveTo>
                      <a:pt x="1054" y="2237"/>
                    </a:moveTo>
                    <a:cubicBezTo>
                      <a:pt x="1262" y="2237"/>
                      <a:pt x="1415" y="2404"/>
                      <a:pt x="1415" y="2598"/>
                    </a:cubicBezTo>
                    <a:lnTo>
                      <a:pt x="1415" y="2611"/>
                    </a:lnTo>
                    <a:cubicBezTo>
                      <a:pt x="1415" y="2820"/>
                      <a:pt x="1262" y="2972"/>
                      <a:pt x="1054" y="2972"/>
                    </a:cubicBezTo>
                    <a:lnTo>
                      <a:pt x="735" y="2972"/>
                    </a:lnTo>
                    <a:cubicBezTo>
                      <a:pt x="541" y="2972"/>
                      <a:pt x="374" y="2820"/>
                      <a:pt x="374" y="2611"/>
                    </a:cubicBezTo>
                    <a:lnTo>
                      <a:pt x="374" y="2598"/>
                    </a:lnTo>
                    <a:cubicBezTo>
                      <a:pt x="374" y="2404"/>
                      <a:pt x="541" y="2237"/>
                      <a:pt x="735" y="2237"/>
                    </a:cubicBezTo>
                    <a:close/>
                    <a:moveTo>
                      <a:pt x="1594" y="1"/>
                    </a:moveTo>
                    <a:cubicBezTo>
                      <a:pt x="1580" y="1"/>
                      <a:pt x="1567" y="2"/>
                      <a:pt x="1553" y="4"/>
                    </a:cubicBezTo>
                    <a:cubicBezTo>
                      <a:pt x="1470" y="32"/>
                      <a:pt x="1415" y="102"/>
                      <a:pt x="1415" y="185"/>
                    </a:cubicBezTo>
                    <a:lnTo>
                      <a:pt x="1415" y="1960"/>
                    </a:lnTo>
                    <a:cubicBezTo>
                      <a:pt x="1317" y="1904"/>
                      <a:pt x="1193" y="1862"/>
                      <a:pt x="1054" y="1862"/>
                    </a:cubicBezTo>
                    <a:lnTo>
                      <a:pt x="735" y="1862"/>
                    </a:lnTo>
                    <a:cubicBezTo>
                      <a:pt x="333" y="1862"/>
                      <a:pt x="0" y="2195"/>
                      <a:pt x="0" y="2598"/>
                    </a:cubicBezTo>
                    <a:lnTo>
                      <a:pt x="0" y="2611"/>
                    </a:lnTo>
                    <a:cubicBezTo>
                      <a:pt x="0" y="3014"/>
                      <a:pt x="333" y="3347"/>
                      <a:pt x="735" y="3347"/>
                    </a:cubicBezTo>
                    <a:lnTo>
                      <a:pt x="1054" y="3347"/>
                    </a:lnTo>
                    <a:cubicBezTo>
                      <a:pt x="1456" y="3347"/>
                      <a:pt x="1789" y="3014"/>
                      <a:pt x="1789" y="2611"/>
                    </a:cubicBezTo>
                    <a:lnTo>
                      <a:pt x="1789" y="2598"/>
                    </a:lnTo>
                    <a:lnTo>
                      <a:pt x="1789" y="614"/>
                    </a:lnTo>
                    <a:cubicBezTo>
                      <a:pt x="1872" y="670"/>
                      <a:pt x="1983" y="725"/>
                      <a:pt x="2108" y="767"/>
                    </a:cubicBezTo>
                    <a:cubicBezTo>
                      <a:pt x="2399" y="850"/>
                      <a:pt x="2469" y="1058"/>
                      <a:pt x="2469" y="1058"/>
                    </a:cubicBezTo>
                    <a:lnTo>
                      <a:pt x="2482" y="1086"/>
                    </a:lnTo>
                    <a:cubicBezTo>
                      <a:pt x="2505" y="1154"/>
                      <a:pt x="2575" y="1204"/>
                      <a:pt x="2645" y="1204"/>
                    </a:cubicBezTo>
                    <a:cubicBezTo>
                      <a:pt x="2661" y="1204"/>
                      <a:pt x="2676" y="1202"/>
                      <a:pt x="2691" y="1197"/>
                    </a:cubicBezTo>
                    <a:cubicBezTo>
                      <a:pt x="2802" y="1183"/>
                      <a:pt x="2857" y="1072"/>
                      <a:pt x="2829" y="975"/>
                    </a:cubicBezTo>
                    <a:lnTo>
                      <a:pt x="2829" y="961"/>
                    </a:lnTo>
                    <a:cubicBezTo>
                      <a:pt x="2787" y="808"/>
                      <a:pt x="2607" y="531"/>
                      <a:pt x="2219" y="407"/>
                    </a:cubicBezTo>
                    <a:cubicBezTo>
                      <a:pt x="1914" y="309"/>
                      <a:pt x="1775" y="115"/>
                      <a:pt x="1761" y="87"/>
                    </a:cubicBezTo>
                    <a:cubicBezTo>
                      <a:pt x="1726" y="30"/>
                      <a:pt x="1663" y="1"/>
                      <a:pt x="15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32"/>
              <p:cNvSpPr/>
              <p:nvPr/>
            </p:nvSpPr>
            <p:spPr>
              <a:xfrm>
                <a:off x="7019365" y="1240186"/>
                <a:ext cx="249999" cy="412024"/>
              </a:xfrm>
              <a:custGeom>
                <a:avLst/>
                <a:gdLst/>
                <a:ahLst/>
                <a:cxnLst/>
                <a:rect l="l" t="t" r="r" b="b"/>
                <a:pathLst>
                  <a:path w="5243" h="8641" extrusionOk="0">
                    <a:moveTo>
                      <a:pt x="3578" y="361"/>
                    </a:moveTo>
                    <a:lnTo>
                      <a:pt x="3578" y="403"/>
                    </a:lnTo>
                    <a:lnTo>
                      <a:pt x="3578" y="666"/>
                    </a:lnTo>
                    <a:cubicBezTo>
                      <a:pt x="3578" y="736"/>
                      <a:pt x="3523" y="791"/>
                      <a:pt x="3453" y="791"/>
                    </a:cubicBezTo>
                    <a:lnTo>
                      <a:pt x="1803" y="791"/>
                    </a:lnTo>
                    <a:cubicBezTo>
                      <a:pt x="1720" y="791"/>
                      <a:pt x="1665" y="736"/>
                      <a:pt x="1665" y="666"/>
                    </a:cubicBezTo>
                    <a:lnTo>
                      <a:pt x="1665" y="403"/>
                    </a:lnTo>
                    <a:lnTo>
                      <a:pt x="1665" y="361"/>
                    </a:lnTo>
                    <a:close/>
                    <a:moveTo>
                      <a:pt x="832" y="0"/>
                    </a:moveTo>
                    <a:cubicBezTo>
                      <a:pt x="374" y="0"/>
                      <a:pt x="0" y="375"/>
                      <a:pt x="0" y="832"/>
                    </a:cubicBezTo>
                    <a:lnTo>
                      <a:pt x="0" y="1636"/>
                    </a:lnTo>
                    <a:cubicBezTo>
                      <a:pt x="0" y="1747"/>
                      <a:pt x="84" y="1831"/>
                      <a:pt x="180" y="1831"/>
                    </a:cubicBezTo>
                    <a:cubicBezTo>
                      <a:pt x="291" y="1831"/>
                      <a:pt x="374" y="1747"/>
                      <a:pt x="374" y="1636"/>
                    </a:cubicBezTo>
                    <a:lnTo>
                      <a:pt x="374" y="832"/>
                    </a:lnTo>
                    <a:cubicBezTo>
                      <a:pt x="374" y="569"/>
                      <a:pt x="568" y="361"/>
                      <a:pt x="832" y="361"/>
                    </a:cubicBezTo>
                    <a:lnTo>
                      <a:pt x="1262" y="361"/>
                    </a:lnTo>
                    <a:cubicBezTo>
                      <a:pt x="1276" y="361"/>
                      <a:pt x="1290" y="388"/>
                      <a:pt x="1290" y="403"/>
                    </a:cubicBezTo>
                    <a:lnTo>
                      <a:pt x="1290" y="666"/>
                    </a:lnTo>
                    <a:cubicBezTo>
                      <a:pt x="1290" y="943"/>
                      <a:pt x="1526" y="1165"/>
                      <a:pt x="1803" y="1165"/>
                    </a:cubicBezTo>
                    <a:lnTo>
                      <a:pt x="3453" y="1165"/>
                    </a:lnTo>
                    <a:cubicBezTo>
                      <a:pt x="3730" y="1165"/>
                      <a:pt x="3952" y="943"/>
                      <a:pt x="3952" y="666"/>
                    </a:cubicBezTo>
                    <a:lnTo>
                      <a:pt x="3952" y="403"/>
                    </a:lnTo>
                    <a:cubicBezTo>
                      <a:pt x="3952" y="388"/>
                      <a:pt x="3967" y="361"/>
                      <a:pt x="3994" y="361"/>
                    </a:cubicBezTo>
                    <a:lnTo>
                      <a:pt x="4410" y="361"/>
                    </a:lnTo>
                    <a:cubicBezTo>
                      <a:pt x="4673" y="361"/>
                      <a:pt x="4882" y="569"/>
                      <a:pt x="4882" y="832"/>
                    </a:cubicBezTo>
                    <a:lnTo>
                      <a:pt x="4882" y="7808"/>
                    </a:lnTo>
                    <a:cubicBezTo>
                      <a:pt x="4882" y="8058"/>
                      <a:pt x="4673" y="8265"/>
                      <a:pt x="4410" y="8265"/>
                    </a:cubicBezTo>
                    <a:lnTo>
                      <a:pt x="832" y="8265"/>
                    </a:lnTo>
                    <a:cubicBezTo>
                      <a:pt x="583" y="8265"/>
                      <a:pt x="374" y="8058"/>
                      <a:pt x="374" y="7808"/>
                    </a:cubicBezTo>
                    <a:lnTo>
                      <a:pt x="374" y="3273"/>
                    </a:lnTo>
                    <a:cubicBezTo>
                      <a:pt x="374" y="3162"/>
                      <a:pt x="291" y="3079"/>
                      <a:pt x="180" y="3079"/>
                    </a:cubicBezTo>
                    <a:cubicBezTo>
                      <a:pt x="84" y="3079"/>
                      <a:pt x="0" y="3162"/>
                      <a:pt x="0" y="3273"/>
                    </a:cubicBezTo>
                    <a:lnTo>
                      <a:pt x="0" y="7808"/>
                    </a:lnTo>
                    <a:cubicBezTo>
                      <a:pt x="0" y="8265"/>
                      <a:pt x="374" y="8640"/>
                      <a:pt x="832" y="8640"/>
                    </a:cubicBezTo>
                    <a:lnTo>
                      <a:pt x="4410" y="8640"/>
                    </a:lnTo>
                    <a:cubicBezTo>
                      <a:pt x="4882" y="8640"/>
                      <a:pt x="5242" y="8265"/>
                      <a:pt x="5242" y="7808"/>
                    </a:cubicBezTo>
                    <a:lnTo>
                      <a:pt x="5242" y="832"/>
                    </a:lnTo>
                    <a:cubicBezTo>
                      <a:pt x="5242" y="375"/>
                      <a:pt x="4882" y="0"/>
                      <a:pt x="44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32"/>
              <p:cNvSpPr/>
              <p:nvPr/>
            </p:nvSpPr>
            <p:spPr>
              <a:xfrm>
                <a:off x="6955183" y="1401691"/>
                <a:ext cx="41722" cy="97606"/>
              </a:xfrm>
              <a:custGeom>
                <a:avLst/>
                <a:gdLst/>
                <a:ahLst/>
                <a:cxnLst/>
                <a:rect l="l" t="t" r="r" b="b"/>
                <a:pathLst>
                  <a:path w="875" h="2047" extrusionOk="0">
                    <a:moveTo>
                      <a:pt x="668" y="1"/>
                    </a:moveTo>
                    <a:cubicBezTo>
                      <a:pt x="621" y="1"/>
                      <a:pt x="576" y="18"/>
                      <a:pt x="542" y="52"/>
                    </a:cubicBezTo>
                    <a:cubicBezTo>
                      <a:pt x="1" y="594"/>
                      <a:pt x="1" y="1454"/>
                      <a:pt x="542" y="1994"/>
                    </a:cubicBezTo>
                    <a:cubicBezTo>
                      <a:pt x="576" y="2029"/>
                      <a:pt x="625" y="2046"/>
                      <a:pt x="673" y="2046"/>
                    </a:cubicBezTo>
                    <a:cubicBezTo>
                      <a:pt x="722" y="2046"/>
                      <a:pt x="771" y="2029"/>
                      <a:pt x="805" y="1994"/>
                    </a:cubicBezTo>
                    <a:cubicBezTo>
                      <a:pt x="875" y="1911"/>
                      <a:pt x="875" y="1800"/>
                      <a:pt x="805" y="1731"/>
                    </a:cubicBezTo>
                    <a:cubicBezTo>
                      <a:pt x="417" y="1343"/>
                      <a:pt x="417" y="705"/>
                      <a:pt x="805" y="316"/>
                    </a:cubicBezTo>
                    <a:cubicBezTo>
                      <a:pt x="875" y="246"/>
                      <a:pt x="875" y="122"/>
                      <a:pt x="805" y="52"/>
                    </a:cubicBezTo>
                    <a:cubicBezTo>
                      <a:pt x="763" y="18"/>
                      <a:pt x="715" y="1"/>
                      <a:pt x="6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32"/>
              <p:cNvSpPr/>
              <p:nvPr/>
            </p:nvSpPr>
            <p:spPr>
              <a:xfrm>
                <a:off x="6908262" y="1371269"/>
                <a:ext cx="58220" cy="158592"/>
              </a:xfrm>
              <a:custGeom>
                <a:avLst/>
                <a:gdLst/>
                <a:ahLst/>
                <a:cxnLst/>
                <a:rect l="l" t="t" r="r" b="b"/>
                <a:pathLst>
                  <a:path w="1221" h="3326" extrusionOk="0">
                    <a:moveTo>
                      <a:pt x="1014" y="1"/>
                    </a:moveTo>
                    <a:cubicBezTo>
                      <a:pt x="967" y="1"/>
                      <a:pt x="922" y="18"/>
                      <a:pt x="888" y="52"/>
                    </a:cubicBezTo>
                    <a:cubicBezTo>
                      <a:pt x="1" y="940"/>
                      <a:pt x="1" y="2382"/>
                      <a:pt x="888" y="3270"/>
                    </a:cubicBezTo>
                    <a:cubicBezTo>
                      <a:pt x="916" y="3297"/>
                      <a:pt x="971" y="3325"/>
                      <a:pt x="1012" y="3325"/>
                    </a:cubicBezTo>
                    <a:cubicBezTo>
                      <a:pt x="1068" y="3325"/>
                      <a:pt x="1110" y="3297"/>
                      <a:pt x="1151" y="3270"/>
                    </a:cubicBezTo>
                    <a:cubicBezTo>
                      <a:pt x="1221" y="3201"/>
                      <a:pt x="1221" y="3076"/>
                      <a:pt x="1151" y="3007"/>
                    </a:cubicBezTo>
                    <a:cubicBezTo>
                      <a:pt x="402" y="2258"/>
                      <a:pt x="402" y="1051"/>
                      <a:pt x="1151" y="316"/>
                    </a:cubicBezTo>
                    <a:cubicBezTo>
                      <a:pt x="1221" y="247"/>
                      <a:pt x="1221" y="122"/>
                      <a:pt x="1151" y="52"/>
                    </a:cubicBezTo>
                    <a:cubicBezTo>
                      <a:pt x="1109" y="18"/>
                      <a:pt x="1061" y="1"/>
                      <a:pt x="10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32"/>
              <p:cNvSpPr/>
              <p:nvPr/>
            </p:nvSpPr>
            <p:spPr>
              <a:xfrm>
                <a:off x="7291781" y="1401691"/>
                <a:ext cx="41722" cy="97606"/>
              </a:xfrm>
              <a:custGeom>
                <a:avLst/>
                <a:gdLst/>
                <a:ahLst/>
                <a:cxnLst/>
                <a:rect l="l" t="t" r="r" b="b"/>
                <a:pathLst>
                  <a:path w="875" h="2047" extrusionOk="0">
                    <a:moveTo>
                      <a:pt x="210" y="1"/>
                    </a:moveTo>
                    <a:cubicBezTo>
                      <a:pt x="163" y="1"/>
                      <a:pt x="119" y="18"/>
                      <a:pt x="84" y="52"/>
                    </a:cubicBezTo>
                    <a:cubicBezTo>
                      <a:pt x="1" y="122"/>
                      <a:pt x="1" y="246"/>
                      <a:pt x="84" y="316"/>
                    </a:cubicBezTo>
                    <a:cubicBezTo>
                      <a:pt x="472" y="705"/>
                      <a:pt x="472" y="1343"/>
                      <a:pt x="84" y="1731"/>
                    </a:cubicBezTo>
                    <a:cubicBezTo>
                      <a:pt x="1" y="1800"/>
                      <a:pt x="1" y="1911"/>
                      <a:pt x="84" y="1994"/>
                    </a:cubicBezTo>
                    <a:cubicBezTo>
                      <a:pt x="119" y="2029"/>
                      <a:pt x="163" y="2046"/>
                      <a:pt x="210" y="2046"/>
                    </a:cubicBezTo>
                    <a:cubicBezTo>
                      <a:pt x="257" y="2046"/>
                      <a:pt x="305" y="2029"/>
                      <a:pt x="347" y="1994"/>
                    </a:cubicBezTo>
                    <a:cubicBezTo>
                      <a:pt x="874" y="1454"/>
                      <a:pt x="874" y="594"/>
                      <a:pt x="347" y="52"/>
                    </a:cubicBezTo>
                    <a:cubicBezTo>
                      <a:pt x="305" y="18"/>
                      <a:pt x="257" y="1"/>
                      <a:pt x="2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32"/>
              <p:cNvSpPr/>
              <p:nvPr/>
            </p:nvSpPr>
            <p:spPr>
              <a:xfrm>
                <a:off x="7322871" y="1371269"/>
                <a:ext cx="57600" cy="158449"/>
              </a:xfrm>
              <a:custGeom>
                <a:avLst/>
                <a:gdLst/>
                <a:ahLst/>
                <a:cxnLst/>
                <a:rect l="l" t="t" r="r" b="b"/>
                <a:pathLst>
                  <a:path w="1208" h="3323" extrusionOk="0">
                    <a:moveTo>
                      <a:pt x="196" y="1"/>
                    </a:moveTo>
                    <a:cubicBezTo>
                      <a:pt x="149" y="1"/>
                      <a:pt x="104" y="18"/>
                      <a:pt x="70" y="52"/>
                    </a:cubicBezTo>
                    <a:cubicBezTo>
                      <a:pt x="0" y="122"/>
                      <a:pt x="0" y="247"/>
                      <a:pt x="70" y="316"/>
                    </a:cubicBezTo>
                    <a:cubicBezTo>
                      <a:pt x="805" y="1051"/>
                      <a:pt x="805" y="2258"/>
                      <a:pt x="70" y="3007"/>
                    </a:cubicBezTo>
                    <a:cubicBezTo>
                      <a:pt x="0" y="3076"/>
                      <a:pt x="0" y="3201"/>
                      <a:pt x="70" y="3270"/>
                    </a:cubicBezTo>
                    <a:cubicBezTo>
                      <a:pt x="104" y="3305"/>
                      <a:pt x="149" y="3322"/>
                      <a:pt x="196" y="3322"/>
                    </a:cubicBezTo>
                    <a:cubicBezTo>
                      <a:pt x="243" y="3322"/>
                      <a:pt x="291" y="3305"/>
                      <a:pt x="333" y="3270"/>
                    </a:cubicBezTo>
                    <a:cubicBezTo>
                      <a:pt x="1207" y="2382"/>
                      <a:pt x="1207" y="940"/>
                      <a:pt x="333" y="52"/>
                    </a:cubicBezTo>
                    <a:cubicBezTo>
                      <a:pt x="291" y="18"/>
                      <a:pt x="243" y="1"/>
                      <a:pt x="1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32"/>
              <p:cNvSpPr/>
              <p:nvPr/>
            </p:nvSpPr>
            <p:spPr>
              <a:xfrm>
                <a:off x="7018030" y="1348476"/>
                <a:ext cx="19502" cy="17786"/>
              </a:xfrm>
              <a:custGeom>
                <a:avLst/>
                <a:gdLst/>
                <a:ahLst/>
                <a:cxnLst/>
                <a:rect l="l" t="t" r="r" b="b"/>
                <a:pathLst>
                  <a:path w="409" h="373" extrusionOk="0">
                    <a:moveTo>
                      <a:pt x="207" y="1"/>
                    </a:moveTo>
                    <a:cubicBezTo>
                      <a:pt x="168" y="1"/>
                      <a:pt x="128" y="14"/>
                      <a:pt x="97" y="46"/>
                    </a:cubicBezTo>
                    <a:cubicBezTo>
                      <a:pt x="14" y="101"/>
                      <a:pt x="1" y="212"/>
                      <a:pt x="56" y="295"/>
                    </a:cubicBezTo>
                    <a:cubicBezTo>
                      <a:pt x="93" y="348"/>
                      <a:pt x="148" y="373"/>
                      <a:pt x="204" y="373"/>
                    </a:cubicBezTo>
                    <a:cubicBezTo>
                      <a:pt x="292" y="373"/>
                      <a:pt x="380" y="309"/>
                      <a:pt x="389" y="198"/>
                    </a:cubicBezTo>
                    <a:cubicBezTo>
                      <a:pt x="409" y="88"/>
                      <a:pt x="307" y="1"/>
                      <a:pt x="2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427" name="Google Shape;427;p32"/>
            <p:cNvCxnSpPr/>
            <p:nvPr/>
          </p:nvCxnSpPr>
          <p:spPr>
            <a:xfrm>
              <a:off x="729625" y="1355100"/>
              <a:ext cx="255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8" name="Google Shape;428;p32"/>
            <p:cNvCxnSpPr/>
            <p:nvPr/>
          </p:nvCxnSpPr>
          <p:spPr>
            <a:xfrm>
              <a:off x="729625" y="1845525"/>
              <a:ext cx="255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29" name="Google Shape;429;p32"/>
          <p:cNvSpPr/>
          <p:nvPr/>
        </p:nvSpPr>
        <p:spPr>
          <a:xfrm>
            <a:off x="1484848" y="1553691"/>
            <a:ext cx="1021200" cy="1021500"/>
          </a:xfrm>
          <a:prstGeom prst="rect">
            <a:avLst/>
          </a:prstGeom>
          <a:gradFill>
            <a:gsLst>
              <a:gs pos="0">
                <a:schemeClr val="dk2"/>
              </a:gs>
              <a:gs pos="2000">
                <a:schemeClr val="dk2"/>
              </a:gs>
              <a:gs pos="50000">
                <a:schemeClr val="dk1"/>
              </a:gs>
              <a:gs pos="100000">
                <a:schemeClr val="lt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32"/>
          <p:cNvSpPr/>
          <p:nvPr/>
        </p:nvSpPr>
        <p:spPr>
          <a:xfrm>
            <a:off x="2776873" y="1553691"/>
            <a:ext cx="1021200" cy="1021500"/>
          </a:xfrm>
          <a:prstGeom prst="rect">
            <a:avLst/>
          </a:prstGeom>
          <a:gradFill>
            <a:gsLst>
              <a:gs pos="0">
                <a:schemeClr val="dk2"/>
              </a:gs>
              <a:gs pos="2000">
                <a:schemeClr val="dk2"/>
              </a:gs>
              <a:gs pos="50000">
                <a:schemeClr val="dk1"/>
              </a:gs>
              <a:gs pos="100000">
                <a:schemeClr val="lt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32"/>
          <p:cNvSpPr/>
          <p:nvPr/>
        </p:nvSpPr>
        <p:spPr>
          <a:xfrm>
            <a:off x="1484848" y="2804973"/>
            <a:ext cx="1021200" cy="1021500"/>
          </a:xfrm>
          <a:prstGeom prst="rect">
            <a:avLst/>
          </a:prstGeom>
          <a:gradFill>
            <a:gsLst>
              <a:gs pos="0">
                <a:schemeClr val="dk2"/>
              </a:gs>
              <a:gs pos="2000">
                <a:schemeClr val="dk2"/>
              </a:gs>
              <a:gs pos="50000">
                <a:schemeClr val="dk1"/>
              </a:gs>
              <a:gs pos="100000">
                <a:schemeClr val="lt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32"/>
          <p:cNvSpPr/>
          <p:nvPr/>
        </p:nvSpPr>
        <p:spPr>
          <a:xfrm>
            <a:off x="2776873" y="2804973"/>
            <a:ext cx="1021200" cy="1021500"/>
          </a:xfrm>
          <a:prstGeom prst="rect">
            <a:avLst/>
          </a:prstGeom>
          <a:gradFill>
            <a:gsLst>
              <a:gs pos="0">
                <a:schemeClr val="dk2"/>
              </a:gs>
              <a:gs pos="2000">
                <a:schemeClr val="dk2"/>
              </a:gs>
              <a:gs pos="50000">
                <a:schemeClr val="dk1"/>
              </a:gs>
              <a:gs pos="100000">
                <a:schemeClr val="lt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3" name="Google Shape;433;p32"/>
          <p:cNvGrpSpPr/>
          <p:nvPr/>
        </p:nvGrpSpPr>
        <p:grpSpPr>
          <a:xfrm>
            <a:off x="3110946" y="3110579"/>
            <a:ext cx="353053" cy="410263"/>
            <a:chOff x="7684599" y="4152413"/>
            <a:chExt cx="388183" cy="451086"/>
          </a:xfrm>
        </p:grpSpPr>
        <p:sp>
          <p:nvSpPr>
            <p:cNvPr id="434" name="Google Shape;434;p32"/>
            <p:cNvSpPr/>
            <p:nvPr/>
          </p:nvSpPr>
          <p:spPr>
            <a:xfrm>
              <a:off x="7684599" y="4152413"/>
              <a:ext cx="388183" cy="451029"/>
            </a:xfrm>
            <a:custGeom>
              <a:avLst/>
              <a:gdLst/>
              <a:ahLst/>
              <a:cxnLst/>
              <a:rect l="l" t="t" r="r" b="b"/>
              <a:pathLst>
                <a:path w="8141" h="9459" extrusionOk="0">
                  <a:moveTo>
                    <a:pt x="2122" y="361"/>
                  </a:moveTo>
                  <a:lnTo>
                    <a:pt x="2192" y="472"/>
                  </a:lnTo>
                  <a:cubicBezTo>
                    <a:pt x="2260" y="570"/>
                    <a:pt x="2371" y="611"/>
                    <a:pt x="2482" y="611"/>
                  </a:cubicBezTo>
                  <a:lnTo>
                    <a:pt x="3467" y="611"/>
                  </a:lnTo>
                  <a:lnTo>
                    <a:pt x="3467" y="1665"/>
                  </a:lnTo>
                  <a:lnTo>
                    <a:pt x="1692" y="1665"/>
                  </a:lnTo>
                  <a:lnTo>
                    <a:pt x="1692" y="361"/>
                  </a:lnTo>
                  <a:close/>
                  <a:moveTo>
                    <a:pt x="5132" y="361"/>
                  </a:moveTo>
                  <a:lnTo>
                    <a:pt x="5215" y="472"/>
                  </a:lnTo>
                  <a:cubicBezTo>
                    <a:pt x="5284" y="570"/>
                    <a:pt x="5395" y="611"/>
                    <a:pt x="5506" y="611"/>
                  </a:cubicBezTo>
                  <a:lnTo>
                    <a:pt x="6476" y="611"/>
                  </a:lnTo>
                  <a:lnTo>
                    <a:pt x="6476" y="1665"/>
                  </a:lnTo>
                  <a:lnTo>
                    <a:pt x="4701" y="1665"/>
                  </a:lnTo>
                  <a:lnTo>
                    <a:pt x="4701" y="361"/>
                  </a:lnTo>
                  <a:close/>
                  <a:moveTo>
                    <a:pt x="2580" y="2123"/>
                  </a:moveTo>
                  <a:lnTo>
                    <a:pt x="3051" y="2622"/>
                  </a:lnTo>
                  <a:lnTo>
                    <a:pt x="2982" y="2622"/>
                  </a:lnTo>
                  <a:cubicBezTo>
                    <a:pt x="2871" y="2622"/>
                    <a:pt x="2787" y="2706"/>
                    <a:pt x="2787" y="2816"/>
                  </a:cubicBezTo>
                  <a:lnTo>
                    <a:pt x="2787" y="4189"/>
                  </a:lnTo>
                  <a:lnTo>
                    <a:pt x="2371" y="4189"/>
                  </a:lnTo>
                  <a:lnTo>
                    <a:pt x="2371" y="2816"/>
                  </a:lnTo>
                  <a:cubicBezTo>
                    <a:pt x="2371" y="2706"/>
                    <a:pt x="2288" y="2622"/>
                    <a:pt x="2177" y="2622"/>
                  </a:cubicBezTo>
                  <a:lnTo>
                    <a:pt x="2108" y="2622"/>
                  </a:lnTo>
                  <a:lnTo>
                    <a:pt x="2580" y="2123"/>
                  </a:lnTo>
                  <a:close/>
                  <a:moveTo>
                    <a:pt x="5006" y="3773"/>
                  </a:moveTo>
                  <a:lnTo>
                    <a:pt x="5006" y="4189"/>
                  </a:lnTo>
                  <a:lnTo>
                    <a:pt x="3162" y="4189"/>
                  </a:lnTo>
                  <a:lnTo>
                    <a:pt x="3162" y="3773"/>
                  </a:lnTo>
                  <a:close/>
                  <a:moveTo>
                    <a:pt x="5589" y="2136"/>
                  </a:moveTo>
                  <a:lnTo>
                    <a:pt x="6060" y="2636"/>
                  </a:lnTo>
                  <a:lnTo>
                    <a:pt x="5991" y="2636"/>
                  </a:lnTo>
                  <a:cubicBezTo>
                    <a:pt x="5894" y="2636"/>
                    <a:pt x="5811" y="2719"/>
                    <a:pt x="5811" y="2830"/>
                  </a:cubicBezTo>
                  <a:lnTo>
                    <a:pt x="5811" y="4189"/>
                  </a:lnTo>
                  <a:lnTo>
                    <a:pt x="5381" y="4189"/>
                  </a:lnTo>
                  <a:lnTo>
                    <a:pt x="5381" y="2830"/>
                  </a:lnTo>
                  <a:cubicBezTo>
                    <a:pt x="5381" y="2719"/>
                    <a:pt x="5298" y="2636"/>
                    <a:pt x="5200" y="2636"/>
                  </a:cubicBezTo>
                  <a:lnTo>
                    <a:pt x="5117" y="2636"/>
                  </a:lnTo>
                  <a:lnTo>
                    <a:pt x="5589" y="2136"/>
                  </a:lnTo>
                  <a:close/>
                  <a:moveTo>
                    <a:pt x="6393" y="4564"/>
                  </a:moveTo>
                  <a:lnTo>
                    <a:pt x="6393" y="7489"/>
                  </a:lnTo>
                  <a:lnTo>
                    <a:pt x="1748" y="7489"/>
                  </a:lnTo>
                  <a:lnTo>
                    <a:pt x="1748" y="4564"/>
                  </a:lnTo>
                  <a:close/>
                  <a:moveTo>
                    <a:pt x="6892" y="3773"/>
                  </a:moveTo>
                  <a:cubicBezTo>
                    <a:pt x="7059" y="3773"/>
                    <a:pt x="7197" y="3912"/>
                    <a:pt x="7197" y="4078"/>
                  </a:cubicBezTo>
                  <a:lnTo>
                    <a:pt x="7197" y="7933"/>
                  </a:lnTo>
                  <a:cubicBezTo>
                    <a:pt x="7197" y="8100"/>
                    <a:pt x="7059" y="8238"/>
                    <a:pt x="6892" y="8238"/>
                  </a:cubicBezTo>
                  <a:lnTo>
                    <a:pt x="1249" y="8238"/>
                  </a:lnTo>
                  <a:cubicBezTo>
                    <a:pt x="1082" y="8238"/>
                    <a:pt x="944" y="8100"/>
                    <a:pt x="944" y="7933"/>
                  </a:cubicBezTo>
                  <a:lnTo>
                    <a:pt x="944" y="4078"/>
                  </a:lnTo>
                  <a:cubicBezTo>
                    <a:pt x="944" y="3912"/>
                    <a:pt x="1082" y="3773"/>
                    <a:pt x="1249" y="3773"/>
                  </a:cubicBezTo>
                  <a:lnTo>
                    <a:pt x="1997" y="3773"/>
                  </a:lnTo>
                  <a:lnTo>
                    <a:pt x="1997" y="4189"/>
                  </a:lnTo>
                  <a:lnTo>
                    <a:pt x="1567" y="4189"/>
                  </a:lnTo>
                  <a:cubicBezTo>
                    <a:pt x="1456" y="4189"/>
                    <a:pt x="1373" y="4272"/>
                    <a:pt x="1373" y="4370"/>
                  </a:cubicBezTo>
                  <a:lnTo>
                    <a:pt x="1373" y="7670"/>
                  </a:lnTo>
                  <a:cubicBezTo>
                    <a:pt x="1373" y="7781"/>
                    <a:pt x="1456" y="7864"/>
                    <a:pt x="1567" y="7864"/>
                  </a:cubicBezTo>
                  <a:lnTo>
                    <a:pt x="6587" y="7864"/>
                  </a:lnTo>
                  <a:cubicBezTo>
                    <a:pt x="6685" y="7864"/>
                    <a:pt x="6768" y="7781"/>
                    <a:pt x="6768" y="7670"/>
                  </a:cubicBezTo>
                  <a:lnTo>
                    <a:pt x="6768" y="4370"/>
                  </a:lnTo>
                  <a:cubicBezTo>
                    <a:pt x="6768" y="4272"/>
                    <a:pt x="6685" y="4189"/>
                    <a:pt x="6587" y="4189"/>
                  </a:cubicBezTo>
                  <a:lnTo>
                    <a:pt x="6186" y="4189"/>
                  </a:lnTo>
                  <a:lnTo>
                    <a:pt x="6186" y="3773"/>
                  </a:lnTo>
                  <a:close/>
                  <a:moveTo>
                    <a:pt x="1678" y="1"/>
                  </a:moveTo>
                  <a:cubicBezTo>
                    <a:pt x="1484" y="1"/>
                    <a:pt x="1317" y="154"/>
                    <a:pt x="1317" y="348"/>
                  </a:cubicBezTo>
                  <a:lnTo>
                    <a:pt x="1317" y="1679"/>
                  </a:lnTo>
                  <a:cubicBezTo>
                    <a:pt x="1317" y="1873"/>
                    <a:pt x="1484" y="2040"/>
                    <a:pt x="1678" y="2040"/>
                  </a:cubicBezTo>
                  <a:lnTo>
                    <a:pt x="2149" y="2040"/>
                  </a:lnTo>
                  <a:lnTo>
                    <a:pt x="1539" y="2691"/>
                  </a:lnTo>
                  <a:cubicBezTo>
                    <a:pt x="1498" y="2733"/>
                    <a:pt x="1484" y="2816"/>
                    <a:pt x="1512" y="2885"/>
                  </a:cubicBezTo>
                  <a:cubicBezTo>
                    <a:pt x="1539" y="2955"/>
                    <a:pt x="1609" y="2996"/>
                    <a:pt x="1678" y="2996"/>
                  </a:cubicBezTo>
                  <a:lnTo>
                    <a:pt x="1997" y="2996"/>
                  </a:lnTo>
                  <a:lnTo>
                    <a:pt x="1997" y="3399"/>
                  </a:lnTo>
                  <a:lnTo>
                    <a:pt x="1249" y="3399"/>
                  </a:lnTo>
                  <a:cubicBezTo>
                    <a:pt x="874" y="3399"/>
                    <a:pt x="583" y="3704"/>
                    <a:pt x="583" y="4078"/>
                  </a:cubicBezTo>
                  <a:lnTo>
                    <a:pt x="583" y="7933"/>
                  </a:lnTo>
                  <a:cubicBezTo>
                    <a:pt x="583" y="8044"/>
                    <a:pt x="596" y="8142"/>
                    <a:pt x="652" y="8238"/>
                  </a:cubicBezTo>
                  <a:lnTo>
                    <a:pt x="180" y="8238"/>
                  </a:lnTo>
                  <a:cubicBezTo>
                    <a:pt x="84" y="8238"/>
                    <a:pt x="1" y="8322"/>
                    <a:pt x="1" y="8419"/>
                  </a:cubicBezTo>
                  <a:lnTo>
                    <a:pt x="1" y="8849"/>
                  </a:lnTo>
                  <a:cubicBezTo>
                    <a:pt x="1" y="9181"/>
                    <a:pt x="278" y="9459"/>
                    <a:pt x="611" y="9459"/>
                  </a:cubicBezTo>
                  <a:lnTo>
                    <a:pt x="3120" y="9459"/>
                  </a:lnTo>
                  <a:cubicBezTo>
                    <a:pt x="3218" y="9459"/>
                    <a:pt x="3301" y="9376"/>
                    <a:pt x="3301" y="9279"/>
                  </a:cubicBezTo>
                  <a:cubicBezTo>
                    <a:pt x="3301" y="9181"/>
                    <a:pt x="3218" y="9098"/>
                    <a:pt x="3120" y="9098"/>
                  </a:cubicBezTo>
                  <a:lnTo>
                    <a:pt x="611" y="9098"/>
                  </a:lnTo>
                  <a:cubicBezTo>
                    <a:pt x="472" y="9098"/>
                    <a:pt x="374" y="8987"/>
                    <a:pt x="374" y="8849"/>
                  </a:cubicBezTo>
                  <a:lnTo>
                    <a:pt x="374" y="8613"/>
                  </a:lnTo>
                  <a:lnTo>
                    <a:pt x="7780" y="8613"/>
                  </a:lnTo>
                  <a:lnTo>
                    <a:pt x="7780" y="8849"/>
                  </a:lnTo>
                  <a:cubicBezTo>
                    <a:pt x="7780" y="8987"/>
                    <a:pt x="7669" y="9098"/>
                    <a:pt x="7530" y="9098"/>
                  </a:cubicBezTo>
                  <a:lnTo>
                    <a:pt x="4784" y="9098"/>
                  </a:lnTo>
                  <a:cubicBezTo>
                    <a:pt x="4688" y="9098"/>
                    <a:pt x="4605" y="9181"/>
                    <a:pt x="4605" y="9279"/>
                  </a:cubicBezTo>
                  <a:cubicBezTo>
                    <a:pt x="4605" y="9376"/>
                    <a:pt x="4688" y="9459"/>
                    <a:pt x="4784" y="9459"/>
                  </a:cubicBezTo>
                  <a:lnTo>
                    <a:pt x="7530" y="9459"/>
                  </a:lnTo>
                  <a:cubicBezTo>
                    <a:pt x="7863" y="9459"/>
                    <a:pt x="8140" y="9181"/>
                    <a:pt x="8140" y="8849"/>
                  </a:cubicBezTo>
                  <a:lnTo>
                    <a:pt x="8140" y="8419"/>
                  </a:lnTo>
                  <a:cubicBezTo>
                    <a:pt x="8140" y="8322"/>
                    <a:pt x="8057" y="8238"/>
                    <a:pt x="7961" y="8238"/>
                  </a:cubicBezTo>
                  <a:lnTo>
                    <a:pt x="7489" y="8238"/>
                  </a:lnTo>
                  <a:cubicBezTo>
                    <a:pt x="7545" y="8142"/>
                    <a:pt x="7572" y="8044"/>
                    <a:pt x="7572" y="7933"/>
                  </a:cubicBezTo>
                  <a:lnTo>
                    <a:pt x="7572" y="4078"/>
                  </a:lnTo>
                  <a:cubicBezTo>
                    <a:pt x="7572" y="3704"/>
                    <a:pt x="7267" y="3399"/>
                    <a:pt x="6892" y="3399"/>
                  </a:cubicBezTo>
                  <a:lnTo>
                    <a:pt x="6186" y="3399"/>
                  </a:lnTo>
                  <a:lnTo>
                    <a:pt x="6186" y="3011"/>
                  </a:lnTo>
                  <a:lnTo>
                    <a:pt x="6491" y="3011"/>
                  </a:lnTo>
                  <a:cubicBezTo>
                    <a:pt x="6559" y="3011"/>
                    <a:pt x="6629" y="2968"/>
                    <a:pt x="6657" y="2900"/>
                  </a:cubicBezTo>
                  <a:cubicBezTo>
                    <a:pt x="6685" y="2830"/>
                    <a:pt x="6685" y="2761"/>
                    <a:pt x="6629" y="2706"/>
                  </a:cubicBezTo>
                  <a:lnTo>
                    <a:pt x="6005" y="2040"/>
                  </a:lnTo>
                  <a:lnTo>
                    <a:pt x="6491" y="2040"/>
                  </a:lnTo>
                  <a:cubicBezTo>
                    <a:pt x="6698" y="2040"/>
                    <a:pt x="6851" y="1873"/>
                    <a:pt x="6851" y="1679"/>
                  </a:cubicBezTo>
                  <a:lnTo>
                    <a:pt x="6851" y="598"/>
                  </a:lnTo>
                  <a:cubicBezTo>
                    <a:pt x="6851" y="403"/>
                    <a:pt x="6698" y="250"/>
                    <a:pt x="6491" y="250"/>
                  </a:cubicBezTo>
                  <a:lnTo>
                    <a:pt x="5506" y="250"/>
                  </a:lnTo>
                  <a:lnTo>
                    <a:pt x="5422" y="139"/>
                  </a:lnTo>
                  <a:cubicBezTo>
                    <a:pt x="5367" y="43"/>
                    <a:pt x="5256" y="1"/>
                    <a:pt x="5145" y="1"/>
                  </a:cubicBezTo>
                  <a:lnTo>
                    <a:pt x="4688" y="1"/>
                  </a:lnTo>
                  <a:cubicBezTo>
                    <a:pt x="4494" y="1"/>
                    <a:pt x="4341" y="154"/>
                    <a:pt x="4341" y="348"/>
                  </a:cubicBezTo>
                  <a:lnTo>
                    <a:pt x="4341" y="1679"/>
                  </a:lnTo>
                  <a:cubicBezTo>
                    <a:pt x="4341" y="1873"/>
                    <a:pt x="4494" y="2040"/>
                    <a:pt x="4688" y="2040"/>
                  </a:cubicBezTo>
                  <a:lnTo>
                    <a:pt x="5187" y="2040"/>
                  </a:lnTo>
                  <a:lnTo>
                    <a:pt x="4563" y="2706"/>
                  </a:lnTo>
                  <a:cubicBezTo>
                    <a:pt x="4507" y="2761"/>
                    <a:pt x="4494" y="2830"/>
                    <a:pt x="4521" y="2900"/>
                  </a:cubicBezTo>
                  <a:cubicBezTo>
                    <a:pt x="4563" y="2968"/>
                    <a:pt x="4618" y="3011"/>
                    <a:pt x="4701" y="3011"/>
                  </a:cubicBezTo>
                  <a:lnTo>
                    <a:pt x="5006" y="3011"/>
                  </a:lnTo>
                  <a:lnTo>
                    <a:pt x="5006" y="3399"/>
                  </a:lnTo>
                  <a:lnTo>
                    <a:pt x="3162" y="3399"/>
                  </a:lnTo>
                  <a:lnTo>
                    <a:pt x="3162" y="2996"/>
                  </a:lnTo>
                  <a:lnTo>
                    <a:pt x="3481" y="2996"/>
                  </a:lnTo>
                  <a:cubicBezTo>
                    <a:pt x="3551" y="2996"/>
                    <a:pt x="3619" y="2955"/>
                    <a:pt x="3647" y="2885"/>
                  </a:cubicBezTo>
                  <a:cubicBezTo>
                    <a:pt x="3675" y="2816"/>
                    <a:pt x="3662" y="2733"/>
                    <a:pt x="3606" y="2691"/>
                  </a:cubicBezTo>
                  <a:lnTo>
                    <a:pt x="2996" y="2040"/>
                  </a:lnTo>
                  <a:lnTo>
                    <a:pt x="3481" y="2040"/>
                  </a:lnTo>
                  <a:cubicBezTo>
                    <a:pt x="3675" y="2040"/>
                    <a:pt x="3828" y="1873"/>
                    <a:pt x="3828" y="1679"/>
                  </a:cubicBezTo>
                  <a:lnTo>
                    <a:pt x="3828" y="598"/>
                  </a:lnTo>
                  <a:cubicBezTo>
                    <a:pt x="3828" y="403"/>
                    <a:pt x="3675" y="250"/>
                    <a:pt x="3481" y="250"/>
                  </a:cubicBezTo>
                  <a:lnTo>
                    <a:pt x="2482" y="250"/>
                  </a:lnTo>
                  <a:lnTo>
                    <a:pt x="2414" y="139"/>
                  </a:lnTo>
                  <a:cubicBezTo>
                    <a:pt x="2344" y="43"/>
                    <a:pt x="2233" y="1"/>
                    <a:pt x="21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2"/>
            <p:cNvSpPr/>
            <p:nvPr/>
          </p:nvSpPr>
          <p:spPr>
            <a:xfrm>
              <a:off x="7834659" y="4383059"/>
              <a:ext cx="96605" cy="111339"/>
            </a:xfrm>
            <a:custGeom>
              <a:avLst/>
              <a:gdLst/>
              <a:ahLst/>
              <a:cxnLst/>
              <a:rect l="l" t="t" r="r" b="b"/>
              <a:pathLst>
                <a:path w="2026" h="2335" extrusionOk="0">
                  <a:moveTo>
                    <a:pt x="764" y="1613"/>
                  </a:moveTo>
                  <a:cubicBezTo>
                    <a:pt x="861" y="1613"/>
                    <a:pt x="944" y="1682"/>
                    <a:pt x="944" y="1779"/>
                  </a:cubicBezTo>
                  <a:lnTo>
                    <a:pt x="944" y="1793"/>
                  </a:lnTo>
                  <a:cubicBezTo>
                    <a:pt x="944" y="1890"/>
                    <a:pt x="861" y="1973"/>
                    <a:pt x="764" y="1973"/>
                  </a:cubicBezTo>
                  <a:lnTo>
                    <a:pt x="542" y="1973"/>
                  </a:lnTo>
                  <a:cubicBezTo>
                    <a:pt x="445" y="1973"/>
                    <a:pt x="376" y="1890"/>
                    <a:pt x="376" y="1793"/>
                  </a:cubicBezTo>
                  <a:lnTo>
                    <a:pt x="376" y="1779"/>
                  </a:lnTo>
                  <a:cubicBezTo>
                    <a:pt x="376" y="1682"/>
                    <a:pt x="445" y="1613"/>
                    <a:pt x="542" y="1613"/>
                  </a:cubicBezTo>
                  <a:close/>
                  <a:moveTo>
                    <a:pt x="1111" y="1"/>
                  </a:moveTo>
                  <a:cubicBezTo>
                    <a:pt x="1097" y="1"/>
                    <a:pt x="1083" y="2"/>
                    <a:pt x="1069" y="4"/>
                  </a:cubicBezTo>
                  <a:cubicBezTo>
                    <a:pt x="999" y="32"/>
                    <a:pt x="944" y="101"/>
                    <a:pt x="944" y="184"/>
                  </a:cubicBezTo>
                  <a:lnTo>
                    <a:pt x="944" y="1266"/>
                  </a:lnTo>
                  <a:cubicBezTo>
                    <a:pt x="889" y="1252"/>
                    <a:pt x="820" y="1238"/>
                    <a:pt x="764" y="1238"/>
                  </a:cubicBezTo>
                  <a:lnTo>
                    <a:pt x="542" y="1238"/>
                  </a:lnTo>
                  <a:cubicBezTo>
                    <a:pt x="251" y="1238"/>
                    <a:pt x="1" y="1474"/>
                    <a:pt x="1" y="1779"/>
                  </a:cubicBezTo>
                  <a:lnTo>
                    <a:pt x="1" y="1793"/>
                  </a:lnTo>
                  <a:cubicBezTo>
                    <a:pt x="1" y="2098"/>
                    <a:pt x="251" y="2334"/>
                    <a:pt x="542" y="2334"/>
                  </a:cubicBezTo>
                  <a:lnTo>
                    <a:pt x="764" y="2334"/>
                  </a:lnTo>
                  <a:cubicBezTo>
                    <a:pt x="1069" y="2334"/>
                    <a:pt x="1305" y="2098"/>
                    <a:pt x="1305" y="1793"/>
                  </a:cubicBezTo>
                  <a:lnTo>
                    <a:pt x="1305" y="1779"/>
                  </a:lnTo>
                  <a:lnTo>
                    <a:pt x="1305" y="572"/>
                  </a:lnTo>
                  <a:cubicBezTo>
                    <a:pt x="1347" y="600"/>
                    <a:pt x="1388" y="614"/>
                    <a:pt x="1443" y="628"/>
                  </a:cubicBezTo>
                  <a:cubicBezTo>
                    <a:pt x="1596" y="670"/>
                    <a:pt x="1624" y="781"/>
                    <a:pt x="1637" y="794"/>
                  </a:cubicBezTo>
                  <a:lnTo>
                    <a:pt x="1637" y="809"/>
                  </a:lnTo>
                  <a:cubicBezTo>
                    <a:pt x="1660" y="888"/>
                    <a:pt x="1740" y="940"/>
                    <a:pt x="1822" y="940"/>
                  </a:cubicBezTo>
                  <a:cubicBezTo>
                    <a:pt x="1839" y="940"/>
                    <a:pt x="1857" y="938"/>
                    <a:pt x="1874" y="933"/>
                  </a:cubicBezTo>
                  <a:cubicBezTo>
                    <a:pt x="1970" y="892"/>
                    <a:pt x="2026" y="794"/>
                    <a:pt x="1985" y="698"/>
                  </a:cubicBezTo>
                  <a:lnTo>
                    <a:pt x="1985" y="683"/>
                  </a:lnTo>
                  <a:cubicBezTo>
                    <a:pt x="1985" y="670"/>
                    <a:pt x="1957" y="600"/>
                    <a:pt x="1901" y="517"/>
                  </a:cubicBezTo>
                  <a:cubicBezTo>
                    <a:pt x="1804" y="406"/>
                    <a:pt x="1693" y="323"/>
                    <a:pt x="1541" y="282"/>
                  </a:cubicBezTo>
                  <a:cubicBezTo>
                    <a:pt x="1374" y="226"/>
                    <a:pt x="1291" y="115"/>
                    <a:pt x="1277" y="101"/>
                  </a:cubicBezTo>
                  <a:cubicBezTo>
                    <a:pt x="1243" y="31"/>
                    <a:pt x="1179" y="1"/>
                    <a:pt x="11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2"/>
            <p:cNvSpPr/>
            <p:nvPr/>
          </p:nvSpPr>
          <p:spPr>
            <a:xfrm>
              <a:off x="7863126" y="4585952"/>
              <a:ext cx="20551" cy="17547"/>
            </a:xfrm>
            <a:custGeom>
              <a:avLst/>
              <a:gdLst/>
              <a:ahLst/>
              <a:cxnLst/>
              <a:rect l="l" t="t" r="r" b="b"/>
              <a:pathLst>
                <a:path w="431" h="368" extrusionOk="0">
                  <a:moveTo>
                    <a:pt x="224" y="1"/>
                  </a:moveTo>
                  <a:cubicBezTo>
                    <a:pt x="185" y="1"/>
                    <a:pt x="145" y="12"/>
                    <a:pt x="112" y="34"/>
                  </a:cubicBezTo>
                  <a:cubicBezTo>
                    <a:pt x="29" y="89"/>
                    <a:pt x="1" y="200"/>
                    <a:pt x="56" y="284"/>
                  </a:cubicBezTo>
                  <a:cubicBezTo>
                    <a:pt x="101" y="337"/>
                    <a:pt x="163" y="368"/>
                    <a:pt x="223" y="368"/>
                  </a:cubicBezTo>
                  <a:cubicBezTo>
                    <a:pt x="257" y="368"/>
                    <a:pt x="290" y="359"/>
                    <a:pt x="319" y="339"/>
                  </a:cubicBezTo>
                  <a:cubicBezTo>
                    <a:pt x="402" y="284"/>
                    <a:pt x="430" y="159"/>
                    <a:pt x="375" y="76"/>
                  </a:cubicBezTo>
                  <a:cubicBezTo>
                    <a:pt x="341" y="26"/>
                    <a:pt x="283" y="1"/>
                    <a:pt x="2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7" name="Google Shape;437;p32"/>
          <p:cNvGrpSpPr/>
          <p:nvPr/>
        </p:nvGrpSpPr>
        <p:grpSpPr>
          <a:xfrm>
            <a:off x="1790035" y="3184379"/>
            <a:ext cx="410826" cy="262675"/>
            <a:chOff x="7652841" y="3500626"/>
            <a:chExt cx="451706" cy="288813"/>
          </a:xfrm>
        </p:grpSpPr>
        <p:sp>
          <p:nvSpPr>
            <p:cNvPr id="438" name="Google Shape;438;p32"/>
            <p:cNvSpPr/>
            <p:nvPr/>
          </p:nvSpPr>
          <p:spPr>
            <a:xfrm>
              <a:off x="7727561" y="3500626"/>
              <a:ext cx="299637" cy="288813"/>
            </a:xfrm>
            <a:custGeom>
              <a:avLst/>
              <a:gdLst/>
              <a:ahLst/>
              <a:cxnLst/>
              <a:rect l="l" t="t" r="r" b="b"/>
              <a:pathLst>
                <a:path w="6284" h="6057" extrusionOk="0">
                  <a:moveTo>
                    <a:pt x="4397" y="426"/>
                  </a:moveTo>
                  <a:lnTo>
                    <a:pt x="4397" y="939"/>
                  </a:lnTo>
                  <a:lnTo>
                    <a:pt x="2885" y="1397"/>
                  </a:lnTo>
                  <a:lnTo>
                    <a:pt x="2885" y="870"/>
                  </a:lnTo>
                  <a:lnTo>
                    <a:pt x="4397" y="426"/>
                  </a:lnTo>
                  <a:close/>
                  <a:moveTo>
                    <a:pt x="4105" y="2548"/>
                  </a:moveTo>
                  <a:cubicBezTo>
                    <a:pt x="4272" y="2548"/>
                    <a:pt x="4397" y="2686"/>
                    <a:pt x="4397" y="2839"/>
                  </a:cubicBezTo>
                  <a:cubicBezTo>
                    <a:pt x="4397" y="3006"/>
                    <a:pt x="4272" y="3130"/>
                    <a:pt x="4105" y="3130"/>
                  </a:cubicBezTo>
                  <a:lnTo>
                    <a:pt x="3842" y="3130"/>
                  </a:lnTo>
                  <a:cubicBezTo>
                    <a:pt x="3689" y="3130"/>
                    <a:pt x="3551" y="3006"/>
                    <a:pt x="3551" y="2839"/>
                  </a:cubicBezTo>
                  <a:cubicBezTo>
                    <a:pt x="3551" y="2686"/>
                    <a:pt x="3689" y="2548"/>
                    <a:pt x="3842" y="2548"/>
                  </a:cubicBezTo>
                  <a:close/>
                  <a:moveTo>
                    <a:pt x="2234" y="2936"/>
                  </a:moveTo>
                  <a:cubicBezTo>
                    <a:pt x="2386" y="2936"/>
                    <a:pt x="2524" y="3061"/>
                    <a:pt x="2524" y="3228"/>
                  </a:cubicBezTo>
                  <a:cubicBezTo>
                    <a:pt x="2524" y="3380"/>
                    <a:pt x="2386" y="3518"/>
                    <a:pt x="2234" y="3518"/>
                  </a:cubicBezTo>
                  <a:lnTo>
                    <a:pt x="1970" y="3518"/>
                  </a:lnTo>
                  <a:cubicBezTo>
                    <a:pt x="1803" y="3518"/>
                    <a:pt x="1665" y="3380"/>
                    <a:pt x="1665" y="3228"/>
                  </a:cubicBezTo>
                  <a:cubicBezTo>
                    <a:pt x="1665" y="3061"/>
                    <a:pt x="1803" y="2936"/>
                    <a:pt x="1970" y="2936"/>
                  </a:cubicBezTo>
                  <a:close/>
                  <a:moveTo>
                    <a:pt x="4590" y="0"/>
                  </a:moveTo>
                  <a:cubicBezTo>
                    <a:pt x="4572" y="0"/>
                    <a:pt x="4554" y="4"/>
                    <a:pt x="4536" y="10"/>
                  </a:cubicBezTo>
                  <a:lnTo>
                    <a:pt x="2650" y="551"/>
                  </a:lnTo>
                  <a:cubicBezTo>
                    <a:pt x="2580" y="565"/>
                    <a:pt x="2524" y="648"/>
                    <a:pt x="2524" y="731"/>
                  </a:cubicBezTo>
                  <a:lnTo>
                    <a:pt x="2524" y="745"/>
                  </a:lnTo>
                  <a:cubicBezTo>
                    <a:pt x="2302" y="662"/>
                    <a:pt x="2081" y="620"/>
                    <a:pt x="1845" y="620"/>
                  </a:cubicBezTo>
                  <a:cubicBezTo>
                    <a:pt x="819" y="620"/>
                    <a:pt x="0" y="1438"/>
                    <a:pt x="0" y="2451"/>
                  </a:cubicBezTo>
                  <a:cubicBezTo>
                    <a:pt x="0" y="2978"/>
                    <a:pt x="222" y="3491"/>
                    <a:pt x="625" y="3838"/>
                  </a:cubicBezTo>
                  <a:lnTo>
                    <a:pt x="3010" y="6001"/>
                  </a:lnTo>
                  <a:cubicBezTo>
                    <a:pt x="3051" y="6029"/>
                    <a:pt x="3093" y="6057"/>
                    <a:pt x="3135" y="6057"/>
                  </a:cubicBezTo>
                  <a:cubicBezTo>
                    <a:pt x="3190" y="6057"/>
                    <a:pt x="3232" y="6029"/>
                    <a:pt x="3260" y="6001"/>
                  </a:cubicBezTo>
                  <a:lnTo>
                    <a:pt x="4009" y="5321"/>
                  </a:lnTo>
                  <a:cubicBezTo>
                    <a:pt x="4092" y="5266"/>
                    <a:pt x="4092" y="5141"/>
                    <a:pt x="4022" y="5072"/>
                  </a:cubicBezTo>
                  <a:cubicBezTo>
                    <a:pt x="3986" y="5028"/>
                    <a:pt x="3939" y="5007"/>
                    <a:pt x="3890" y="5007"/>
                  </a:cubicBezTo>
                  <a:cubicBezTo>
                    <a:pt x="3845" y="5007"/>
                    <a:pt x="3799" y="5025"/>
                    <a:pt x="3759" y="5058"/>
                  </a:cubicBezTo>
                  <a:lnTo>
                    <a:pt x="3135" y="5613"/>
                  </a:lnTo>
                  <a:lnTo>
                    <a:pt x="888" y="3574"/>
                  </a:lnTo>
                  <a:cubicBezTo>
                    <a:pt x="875" y="3574"/>
                    <a:pt x="875" y="3574"/>
                    <a:pt x="875" y="3561"/>
                  </a:cubicBezTo>
                  <a:cubicBezTo>
                    <a:pt x="555" y="3283"/>
                    <a:pt x="361" y="2880"/>
                    <a:pt x="361" y="2451"/>
                  </a:cubicBezTo>
                  <a:cubicBezTo>
                    <a:pt x="361" y="1647"/>
                    <a:pt x="1027" y="981"/>
                    <a:pt x="1845" y="981"/>
                  </a:cubicBezTo>
                  <a:cubicBezTo>
                    <a:pt x="2081" y="981"/>
                    <a:pt x="2317" y="1037"/>
                    <a:pt x="2524" y="1147"/>
                  </a:cubicBezTo>
                  <a:lnTo>
                    <a:pt x="2524" y="2631"/>
                  </a:lnTo>
                  <a:cubicBezTo>
                    <a:pt x="2428" y="2590"/>
                    <a:pt x="2330" y="2562"/>
                    <a:pt x="2234" y="2562"/>
                  </a:cubicBezTo>
                  <a:lnTo>
                    <a:pt x="1970" y="2562"/>
                  </a:lnTo>
                  <a:cubicBezTo>
                    <a:pt x="1596" y="2562"/>
                    <a:pt x="1304" y="2853"/>
                    <a:pt x="1304" y="3228"/>
                  </a:cubicBezTo>
                  <a:cubicBezTo>
                    <a:pt x="1304" y="3588"/>
                    <a:pt x="1596" y="3879"/>
                    <a:pt x="1970" y="3879"/>
                  </a:cubicBezTo>
                  <a:lnTo>
                    <a:pt x="2234" y="3879"/>
                  </a:lnTo>
                  <a:cubicBezTo>
                    <a:pt x="2594" y="3879"/>
                    <a:pt x="2885" y="3588"/>
                    <a:pt x="2885" y="3228"/>
                  </a:cubicBezTo>
                  <a:lnTo>
                    <a:pt x="2885" y="1771"/>
                  </a:lnTo>
                  <a:lnTo>
                    <a:pt x="4397" y="1327"/>
                  </a:lnTo>
                  <a:lnTo>
                    <a:pt x="4397" y="2243"/>
                  </a:lnTo>
                  <a:cubicBezTo>
                    <a:pt x="4314" y="2201"/>
                    <a:pt x="4216" y="2187"/>
                    <a:pt x="4105" y="2187"/>
                  </a:cubicBezTo>
                  <a:lnTo>
                    <a:pt x="3842" y="2187"/>
                  </a:lnTo>
                  <a:cubicBezTo>
                    <a:pt x="3482" y="2187"/>
                    <a:pt x="3190" y="2479"/>
                    <a:pt x="3190" y="2839"/>
                  </a:cubicBezTo>
                  <a:cubicBezTo>
                    <a:pt x="3190" y="3200"/>
                    <a:pt x="3482" y="3505"/>
                    <a:pt x="3842" y="3505"/>
                  </a:cubicBezTo>
                  <a:lnTo>
                    <a:pt x="4105" y="3505"/>
                  </a:lnTo>
                  <a:cubicBezTo>
                    <a:pt x="4480" y="3505"/>
                    <a:pt x="4771" y="3200"/>
                    <a:pt x="4771" y="2839"/>
                  </a:cubicBezTo>
                  <a:lnTo>
                    <a:pt x="4771" y="1022"/>
                  </a:lnTo>
                  <a:cubicBezTo>
                    <a:pt x="5063" y="1092"/>
                    <a:pt x="5326" y="1244"/>
                    <a:pt x="5520" y="1466"/>
                  </a:cubicBezTo>
                  <a:cubicBezTo>
                    <a:pt x="5769" y="1730"/>
                    <a:pt x="5908" y="2091"/>
                    <a:pt x="5908" y="2451"/>
                  </a:cubicBezTo>
                  <a:cubicBezTo>
                    <a:pt x="5908" y="2880"/>
                    <a:pt x="5728" y="3283"/>
                    <a:pt x="5409" y="3561"/>
                  </a:cubicBezTo>
                  <a:cubicBezTo>
                    <a:pt x="5409" y="3574"/>
                    <a:pt x="5396" y="3574"/>
                    <a:pt x="5396" y="3574"/>
                  </a:cubicBezTo>
                  <a:lnTo>
                    <a:pt x="4952" y="3977"/>
                  </a:lnTo>
                  <a:cubicBezTo>
                    <a:pt x="4882" y="4045"/>
                    <a:pt x="4882" y="4156"/>
                    <a:pt x="4937" y="4239"/>
                  </a:cubicBezTo>
                  <a:cubicBezTo>
                    <a:pt x="4976" y="4278"/>
                    <a:pt x="5031" y="4299"/>
                    <a:pt x="5084" y="4299"/>
                  </a:cubicBezTo>
                  <a:cubicBezTo>
                    <a:pt x="5127" y="4299"/>
                    <a:pt x="5170" y="4285"/>
                    <a:pt x="5201" y="4254"/>
                  </a:cubicBezTo>
                  <a:lnTo>
                    <a:pt x="5658" y="3838"/>
                  </a:lnTo>
                  <a:cubicBezTo>
                    <a:pt x="6061" y="3491"/>
                    <a:pt x="6283" y="2991"/>
                    <a:pt x="6283" y="2464"/>
                  </a:cubicBezTo>
                  <a:cubicBezTo>
                    <a:pt x="6283" y="1993"/>
                    <a:pt x="6102" y="1549"/>
                    <a:pt x="5797" y="1216"/>
                  </a:cubicBezTo>
                  <a:cubicBezTo>
                    <a:pt x="5520" y="911"/>
                    <a:pt x="5159" y="717"/>
                    <a:pt x="4771" y="648"/>
                  </a:cubicBezTo>
                  <a:lnTo>
                    <a:pt x="4771" y="190"/>
                  </a:lnTo>
                  <a:cubicBezTo>
                    <a:pt x="4771" y="86"/>
                    <a:pt x="4684" y="0"/>
                    <a:pt x="45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2"/>
            <p:cNvSpPr/>
            <p:nvPr/>
          </p:nvSpPr>
          <p:spPr>
            <a:xfrm>
              <a:off x="8038363" y="3565667"/>
              <a:ext cx="31757" cy="101993"/>
            </a:xfrm>
            <a:custGeom>
              <a:avLst/>
              <a:gdLst/>
              <a:ahLst/>
              <a:cxnLst/>
              <a:rect l="l" t="t" r="r" b="b"/>
              <a:pathLst>
                <a:path w="666" h="2139" extrusionOk="0">
                  <a:moveTo>
                    <a:pt x="205" y="0"/>
                  </a:moveTo>
                  <a:cubicBezTo>
                    <a:pt x="178" y="0"/>
                    <a:pt x="150" y="6"/>
                    <a:pt x="126" y="19"/>
                  </a:cubicBezTo>
                  <a:cubicBezTo>
                    <a:pt x="28" y="74"/>
                    <a:pt x="0" y="185"/>
                    <a:pt x="42" y="268"/>
                  </a:cubicBezTo>
                  <a:cubicBezTo>
                    <a:pt x="278" y="712"/>
                    <a:pt x="278" y="1433"/>
                    <a:pt x="42" y="1864"/>
                  </a:cubicBezTo>
                  <a:cubicBezTo>
                    <a:pt x="0" y="1960"/>
                    <a:pt x="28" y="2071"/>
                    <a:pt x="126" y="2113"/>
                  </a:cubicBezTo>
                  <a:cubicBezTo>
                    <a:pt x="152" y="2131"/>
                    <a:pt x="180" y="2138"/>
                    <a:pt x="209" y="2138"/>
                  </a:cubicBezTo>
                  <a:cubicBezTo>
                    <a:pt x="273" y="2138"/>
                    <a:pt x="337" y="2101"/>
                    <a:pt x="375" y="2043"/>
                  </a:cubicBezTo>
                  <a:cubicBezTo>
                    <a:pt x="666" y="1503"/>
                    <a:pt x="666" y="643"/>
                    <a:pt x="375" y="102"/>
                  </a:cubicBezTo>
                  <a:cubicBezTo>
                    <a:pt x="336" y="34"/>
                    <a:pt x="270" y="0"/>
                    <a:pt x="2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2"/>
            <p:cNvSpPr/>
            <p:nvPr/>
          </p:nvSpPr>
          <p:spPr>
            <a:xfrm>
              <a:off x="8068785" y="3533576"/>
              <a:ext cx="35762" cy="166460"/>
            </a:xfrm>
            <a:custGeom>
              <a:avLst/>
              <a:gdLst/>
              <a:ahLst/>
              <a:cxnLst/>
              <a:rect l="l" t="t" r="r" b="b"/>
              <a:pathLst>
                <a:path w="750" h="3491" extrusionOk="0">
                  <a:moveTo>
                    <a:pt x="218" y="1"/>
                  </a:moveTo>
                  <a:cubicBezTo>
                    <a:pt x="187" y="1"/>
                    <a:pt x="156" y="9"/>
                    <a:pt x="126" y="26"/>
                  </a:cubicBezTo>
                  <a:cubicBezTo>
                    <a:pt x="42" y="68"/>
                    <a:pt x="0" y="179"/>
                    <a:pt x="56" y="276"/>
                  </a:cubicBezTo>
                  <a:cubicBezTo>
                    <a:pt x="264" y="664"/>
                    <a:pt x="375" y="1191"/>
                    <a:pt x="375" y="1746"/>
                  </a:cubicBezTo>
                  <a:cubicBezTo>
                    <a:pt x="375" y="2300"/>
                    <a:pt x="264" y="2827"/>
                    <a:pt x="56" y="3216"/>
                  </a:cubicBezTo>
                  <a:cubicBezTo>
                    <a:pt x="0" y="3313"/>
                    <a:pt x="42" y="3424"/>
                    <a:pt x="126" y="3465"/>
                  </a:cubicBezTo>
                  <a:cubicBezTo>
                    <a:pt x="156" y="3483"/>
                    <a:pt x="188" y="3491"/>
                    <a:pt x="219" y="3491"/>
                  </a:cubicBezTo>
                  <a:cubicBezTo>
                    <a:pt x="285" y="3491"/>
                    <a:pt x="346" y="3453"/>
                    <a:pt x="375" y="3397"/>
                  </a:cubicBezTo>
                  <a:cubicBezTo>
                    <a:pt x="610" y="2953"/>
                    <a:pt x="749" y="2370"/>
                    <a:pt x="749" y="1746"/>
                  </a:cubicBezTo>
                  <a:cubicBezTo>
                    <a:pt x="749" y="1122"/>
                    <a:pt x="610" y="540"/>
                    <a:pt x="375" y="96"/>
                  </a:cubicBezTo>
                  <a:cubicBezTo>
                    <a:pt x="346" y="39"/>
                    <a:pt x="285" y="1"/>
                    <a:pt x="2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2"/>
            <p:cNvSpPr/>
            <p:nvPr/>
          </p:nvSpPr>
          <p:spPr>
            <a:xfrm>
              <a:off x="7686554" y="3565667"/>
              <a:ext cx="31804" cy="101993"/>
            </a:xfrm>
            <a:custGeom>
              <a:avLst/>
              <a:gdLst/>
              <a:ahLst/>
              <a:cxnLst/>
              <a:rect l="l" t="t" r="r" b="b"/>
              <a:pathLst>
                <a:path w="667" h="2139" extrusionOk="0">
                  <a:moveTo>
                    <a:pt x="462" y="0"/>
                  </a:moveTo>
                  <a:cubicBezTo>
                    <a:pt x="397" y="0"/>
                    <a:pt x="331" y="34"/>
                    <a:pt x="292" y="102"/>
                  </a:cubicBezTo>
                  <a:cubicBezTo>
                    <a:pt x="1" y="643"/>
                    <a:pt x="1" y="1503"/>
                    <a:pt x="292" y="2043"/>
                  </a:cubicBezTo>
                  <a:cubicBezTo>
                    <a:pt x="330" y="2101"/>
                    <a:pt x="395" y="2138"/>
                    <a:pt x="458" y="2138"/>
                  </a:cubicBezTo>
                  <a:cubicBezTo>
                    <a:pt x="487" y="2138"/>
                    <a:pt x="516" y="2131"/>
                    <a:pt x="542" y="2113"/>
                  </a:cubicBezTo>
                  <a:cubicBezTo>
                    <a:pt x="638" y="2071"/>
                    <a:pt x="666" y="1960"/>
                    <a:pt x="611" y="1864"/>
                  </a:cubicBezTo>
                  <a:cubicBezTo>
                    <a:pt x="389" y="1433"/>
                    <a:pt x="389" y="712"/>
                    <a:pt x="611" y="268"/>
                  </a:cubicBezTo>
                  <a:cubicBezTo>
                    <a:pt x="666" y="185"/>
                    <a:pt x="638" y="74"/>
                    <a:pt x="542" y="19"/>
                  </a:cubicBezTo>
                  <a:cubicBezTo>
                    <a:pt x="517" y="6"/>
                    <a:pt x="490" y="0"/>
                    <a:pt x="4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2"/>
            <p:cNvSpPr/>
            <p:nvPr/>
          </p:nvSpPr>
          <p:spPr>
            <a:xfrm>
              <a:off x="7652841" y="3533576"/>
              <a:ext cx="35762" cy="166603"/>
            </a:xfrm>
            <a:custGeom>
              <a:avLst/>
              <a:gdLst/>
              <a:ahLst/>
              <a:cxnLst/>
              <a:rect l="l" t="t" r="r" b="b"/>
              <a:pathLst>
                <a:path w="750" h="3494" extrusionOk="0">
                  <a:moveTo>
                    <a:pt x="532" y="1"/>
                  </a:moveTo>
                  <a:cubicBezTo>
                    <a:pt x="465" y="1"/>
                    <a:pt x="404" y="39"/>
                    <a:pt x="375" y="96"/>
                  </a:cubicBezTo>
                  <a:cubicBezTo>
                    <a:pt x="140" y="540"/>
                    <a:pt x="1" y="1122"/>
                    <a:pt x="1" y="1746"/>
                  </a:cubicBezTo>
                  <a:cubicBezTo>
                    <a:pt x="1" y="2370"/>
                    <a:pt x="140" y="2953"/>
                    <a:pt x="375" y="3397"/>
                  </a:cubicBezTo>
                  <a:cubicBezTo>
                    <a:pt x="402" y="3452"/>
                    <a:pt x="472" y="3493"/>
                    <a:pt x="541" y="3493"/>
                  </a:cubicBezTo>
                  <a:cubicBezTo>
                    <a:pt x="569" y="3493"/>
                    <a:pt x="597" y="3480"/>
                    <a:pt x="624" y="3465"/>
                  </a:cubicBezTo>
                  <a:cubicBezTo>
                    <a:pt x="708" y="3424"/>
                    <a:pt x="750" y="3313"/>
                    <a:pt x="694" y="3216"/>
                  </a:cubicBezTo>
                  <a:cubicBezTo>
                    <a:pt x="486" y="2827"/>
                    <a:pt x="375" y="2300"/>
                    <a:pt x="375" y="1746"/>
                  </a:cubicBezTo>
                  <a:cubicBezTo>
                    <a:pt x="375" y="1191"/>
                    <a:pt x="486" y="664"/>
                    <a:pt x="694" y="276"/>
                  </a:cubicBezTo>
                  <a:cubicBezTo>
                    <a:pt x="750" y="179"/>
                    <a:pt x="708" y="68"/>
                    <a:pt x="624" y="26"/>
                  </a:cubicBezTo>
                  <a:cubicBezTo>
                    <a:pt x="594" y="9"/>
                    <a:pt x="563" y="1"/>
                    <a:pt x="5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2"/>
            <p:cNvSpPr/>
            <p:nvPr/>
          </p:nvSpPr>
          <p:spPr>
            <a:xfrm>
              <a:off x="7931933" y="3713724"/>
              <a:ext cx="19168" cy="17643"/>
            </a:xfrm>
            <a:custGeom>
              <a:avLst/>
              <a:gdLst/>
              <a:ahLst/>
              <a:cxnLst/>
              <a:rect l="l" t="t" r="r" b="b"/>
              <a:pathLst>
                <a:path w="402" h="370" extrusionOk="0">
                  <a:moveTo>
                    <a:pt x="192" y="1"/>
                  </a:moveTo>
                  <a:cubicBezTo>
                    <a:pt x="111" y="1"/>
                    <a:pt x="37" y="63"/>
                    <a:pt x="13" y="145"/>
                  </a:cubicBezTo>
                  <a:cubicBezTo>
                    <a:pt x="0" y="242"/>
                    <a:pt x="69" y="340"/>
                    <a:pt x="167" y="367"/>
                  </a:cubicBezTo>
                  <a:cubicBezTo>
                    <a:pt x="175" y="368"/>
                    <a:pt x="183" y="369"/>
                    <a:pt x="191" y="369"/>
                  </a:cubicBezTo>
                  <a:cubicBezTo>
                    <a:pt x="279" y="369"/>
                    <a:pt x="362" y="304"/>
                    <a:pt x="374" y="214"/>
                  </a:cubicBezTo>
                  <a:cubicBezTo>
                    <a:pt x="402" y="118"/>
                    <a:pt x="333" y="20"/>
                    <a:pt x="235" y="7"/>
                  </a:cubicBezTo>
                  <a:cubicBezTo>
                    <a:pt x="221" y="3"/>
                    <a:pt x="206" y="1"/>
                    <a:pt x="1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4" name="Google Shape;444;p32"/>
          <p:cNvGrpSpPr/>
          <p:nvPr/>
        </p:nvGrpSpPr>
        <p:grpSpPr>
          <a:xfrm>
            <a:off x="3082064" y="1886404"/>
            <a:ext cx="410818" cy="356088"/>
            <a:chOff x="7652841" y="2716136"/>
            <a:chExt cx="451696" cy="391521"/>
          </a:xfrm>
        </p:grpSpPr>
        <p:sp>
          <p:nvSpPr>
            <p:cNvPr id="445" name="Google Shape;445;p32"/>
            <p:cNvSpPr/>
            <p:nvPr/>
          </p:nvSpPr>
          <p:spPr>
            <a:xfrm>
              <a:off x="7693849" y="2750516"/>
              <a:ext cx="19884" cy="17643"/>
            </a:xfrm>
            <a:custGeom>
              <a:avLst/>
              <a:gdLst/>
              <a:ahLst/>
              <a:cxnLst/>
              <a:rect l="l" t="t" r="r" b="b"/>
              <a:pathLst>
                <a:path w="417" h="370" extrusionOk="0">
                  <a:moveTo>
                    <a:pt x="202" y="1"/>
                  </a:moveTo>
                  <a:cubicBezTo>
                    <a:pt x="180" y="1"/>
                    <a:pt x="159" y="5"/>
                    <a:pt x="139" y="15"/>
                  </a:cubicBezTo>
                  <a:cubicBezTo>
                    <a:pt x="42" y="56"/>
                    <a:pt x="1" y="167"/>
                    <a:pt x="42" y="250"/>
                  </a:cubicBezTo>
                  <a:cubicBezTo>
                    <a:pt x="64" y="328"/>
                    <a:pt x="138" y="370"/>
                    <a:pt x="217" y="370"/>
                  </a:cubicBezTo>
                  <a:cubicBezTo>
                    <a:pt x="237" y="370"/>
                    <a:pt x="258" y="367"/>
                    <a:pt x="278" y="361"/>
                  </a:cubicBezTo>
                  <a:cubicBezTo>
                    <a:pt x="375" y="320"/>
                    <a:pt x="417" y="209"/>
                    <a:pt x="375" y="112"/>
                  </a:cubicBezTo>
                  <a:cubicBezTo>
                    <a:pt x="343" y="48"/>
                    <a:pt x="271" y="1"/>
                    <a:pt x="2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2"/>
            <p:cNvSpPr/>
            <p:nvPr/>
          </p:nvSpPr>
          <p:spPr>
            <a:xfrm>
              <a:off x="7730184" y="2750659"/>
              <a:ext cx="20170" cy="17786"/>
            </a:xfrm>
            <a:custGeom>
              <a:avLst/>
              <a:gdLst/>
              <a:ahLst/>
              <a:cxnLst/>
              <a:rect l="l" t="t" r="r" b="b"/>
              <a:pathLst>
                <a:path w="423" h="373" extrusionOk="0">
                  <a:moveTo>
                    <a:pt x="201" y="0"/>
                  </a:moveTo>
                  <a:cubicBezTo>
                    <a:pt x="171" y="0"/>
                    <a:pt x="141" y="8"/>
                    <a:pt x="112" y="25"/>
                  </a:cubicBezTo>
                  <a:cubicBezTo>
                    <a:pt x="29" y="67"/>
                    <a:pt x="1" y="164"/>
                    <a:pt x="43" y="247"/>
                  </a:cubicBezTo>
                  <a:cubicBezTo>
                    <a:pt x="71" y="330"/>
                    <a:pt x="140" y="373"/>
                    <a:pt x="223" y="373"/>
                  </a:cubicBezTo>
                  <a:cubicBezTo>
                    <a:pt x="293" y="358"/>
                    <a:pt x="361" y="303"/>
                    <a:pt x="389" y="234"/>
                  </a:cubicBezTo>
                  <a:cubicBezTo>
                    <a:pt x="423" y="113"/>
                    <a:pt x="316" y="0"/>
                    <a:pt x="2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2"/>
            <p:cNvSpPr/>
            <p:nvPr/>
          </p:nvSpPr>
          <p:spPr>
            <a:xfrm>
              <a:off x="7652841" y="2716136"/>
              <a:ext cx="451696" cy="391521"/>
            </a:xfrm>
            <a:custGeom>
              <a:avLst/>
              <a:gdLst/>
              <a:ahLst/>
              <a:cxnLst/>
              <a:rect l="l" t="t" r="r" b="b"/>
              <a:pathLst>
                <a:path w="9473" h="8211" extrusionOk="0">
                  <a:moveTo>
                    <a:pt x="7101" y="361"/>
                  </a:moveTo>
                  <a:cubicBezTo>
                    <a:pt x="7420" y="361"/>
                    <a:pt x="7669" y="625"/>
                    <a:pt x="7669" y="930"/>
                  </a:cubicBezTo>
                  <a:lnTo>
                    <a:pt x="7669" y="1415"/>
                  </a:lnTo>
                  <a:lnTo>
                    <a:pt x="375" y="1415"/>
                  </a:lnTo>
                  <a:lnTo>
                    <a:pt x="375" y="930"/>
                  </a:lnTo>
                  <a:cubicBezTo>
                    <a:pt x="375" y="625"/>
                    <a:pt x="624" y="361"/>
                    <a:pt x="944" y="361"/>
                  </a:cubicBezTo>
                  <a:close/>
                  <a:moveTo>
                    <a:pt x="7669" y="1776"/>
                  </a:moveTo>
                  <a:lnTo>
                    <a:pt x="7669" y="4993"/>
                  </a:lnTo>
                  <a:cubicBezTo>
                    <a:pt x="7115" y="5063"/>
                    <a:pt x="6615" y="5423"/>
                    <a:pt x="6380" y="5936"/>
                  </a:cubicBezTo>
                  <a:lnTo>
                    <a:pt x="1138" y="5936"/>
                  </a:lnTo>
                  <a:cubicBezTo>
                    <a:pt x="1040" y="5936"/>
                    <a:pt x="957" y="6019"/>
                    <a:pt x="957" y="6117"/>
                  </a:cubicBezTo>
                  <a:lnTo>
                    <a:pt x="957" y="7060"/>
                  </a:lnTo>
                  <a:cubicBezTo>
                    <a:pt x="957" y="7171"/>
                    <a:pt x="1040" y="7254"/>
                    <a:pt x="1138" y="7254"/>
                  </a:cubicBezTo>
                  <a:lnTo>
                    <a:pt x="3037" y="7254"/>
                  </a:lnTo>
                  <a:cubicBezTo>
                    <a:pt x="3135" y="7254"/>
                    <a:pt x="3218" y="7171"/>
                    <a:pt x="3218" y="7060"/>
                  </a:cubicBezTo>
                  <a:cubicBezTo>
                    <a:pt x="3218" y="6962"/>
                    <a:pt x="3135" y="6879"/>
                    <a:pt x="3037" y="6879"/>
                  </a:cubicBezTo>
                  <a:lnTo>
                    <a:pt x="1318" y="6879"/>
                  </a:lnTo>
                  <a:lnTo>
                    <a:pt x="1318" y="6311"/>
                  </a:lnTo>
                  <a:lnTo>
                    <a:pt x="6269" y="6311"/>
                  </a:lnTo>
                  <a:cubicBezTo>
                    <a:pt x="6241" y="6407"/>
                    <a:pt x="6241" y="6505"/>
                    <a:pt x="6241" y="6602"/>
                  </a:cubicBezTo>
                  <a:cubicBezTo>
                    <a:pt x="6241" y="6699"/>
                    <a:pt x="6241" y="6782"/>
                    <a:pt x="6269" y="6879"/>
                  </a:cubicBezTo>
                  <a:lnTo>
                    <a:pt x="4660" y="6879"/>
                  </a:lnTo>
                  <a:cubicBezTo>
                    <a:pt x="4563" y="6879"/>
                    <a:pt x="4480" y="6962"/>
                    <a:pt x="4480" y="7060"/>
                  </a:cubicBezTo>
                  <a:cubicBezTo>
                    <a:pt x="4480" y="7171"/>
                    <a:pt x="4563" y="7254"/>
                    <a:pt x="4660" y="7254"/>
                  </a:cubicBezTo>
                  <a:lnTo>
                    <a:pt x="6380" y="7254"/>
                  </a:lnTo>
                  <a:cubicBezTo>
                    <a:pt x="6477" y="7476"/>
                    <a:pt x="6630" y="7683"/>
                    <a:pt x="6824" y="7850"/>
                  </a:cubicBezTo>
                  <a:lnTo>
                    <a:pt x="944" y="7850"/>
                  </a:lnTo>
                  <a:cubicBezTo>
                    <a:pt x="624" y="7850"/>
                    <a:pt x="375" y="7587"/>
                    <a:pt x="375" y="7282"/>
                  </a:cubicBezTo>
                  <a:lnTo>
                    <a:pt x="375" y="1776"/>
                  </a:lnTo>
                  <a:close/>
                  <a:moveTo>
                    <a:pt x="7850" y="5353"/>
                  </a:moveTo>
                  <a:cubicBezTo>
                    <a:pt x="8543" y="5353"/>
                    <a:pt x="9098" y="5908"/>
                    <a:pt x="9098" y="6602"/>
                  </a:cubicBezTo>
                  <a:cubicBezTo>
                    <a:pt x="9098" y="7295"/>
                    <a:pt x="8543" y="7850"/>
                    <a:pt x="7850" y="7850"/>
                  </a:cubicBezTo>
                  <a:cubicBezTo>
                    <a:pt x="7170" y="7850"/>
                    <a:pt x="6602" y="7282"/>
                    <a:pt x="6602" y="6602"/>
                  </a:cubicBezTo>
                  <a:cubicBezTo>
                    <a:pt x="6602" y="6518"/>
                    <a:pt x="6615" y="6435"/>
                    <a:pt x="6630" y="6352"/>
                  </a:cubicBezTo>
                  <a:cubicBezTo>
                    <a:pt x="6754" y="5784"/>
                    <a:pt x="7253" y="5353"/>
                    <a:pt x="7850" y="5353"/>
                  </a:cubicBezTo>
                  <a:close/>
                  <a:moveTo>
                    <a:pt x="944" y="0"/>
                  </a:moveTo>
                  <a:cubicBezTo>
                    <a:pt x="430" y="0"/>
                    <a:pt x="1" y="416"/>
                    <a:pt x="1" y="930"/>
                  </a:cubicBezTo>
                  <a:lnTo>
                    <a:pt x="1" y="7282"/>
                  </a:lnTo>
                  <a:cubicBezTo>
                    <a:pt x="1" y="7794"/>
                    <a:pt x="430" y="8210"/>
                    <a:pt x="944" y="8210"/>
                  </a:cubicBezTo>
                  <a:lnTo>
                    <a:pt x="7850" y="8210"/>
                  </a:lnTo>
                  <a:cubicBezTo>
                    <a:pt x="8751" y="8210"/>
                    <a:pt x="9472" y="7489"/>
                    <a:pt x="9472" y="6602"/>
                  </a:cubicBezTo>
                  <a:cubicBezTo>
                    <a:pt x="9472" y="5770"/>
                    <a:pt x="8849" y="5091"/>
                    <a:pt x="8044" y="4993"/>
                  </a:cubicBezTo>
                  <a:lnTo>
                    <a:pt x="8044" y="930"/>
                  </a:lnTo>
                  <a:cubicBezTo>
                    <a:pt x="8044" y="416"/>
                    <a:pt x="7614" y="0"/>
                    <a:pt x="71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2"/>
            <p:cNvSpPr/>
            <p:nvPr/>
          </p:nvSpPr>
          <p:spPr>
            <a:xfrm>
              <a:off x="7698474" y="2819276"/>
              <a:ext cx="157400" cy="158115"/>
            </a:xfrm>
            <a:custGeom>
              <a:avLst/>
              <a:gdLst/>
              <a:ahLst/>
              <a:cxnLst/>
              <a:rect l="l" t="t" r="r" b="b"/>
              <a:pathLst>
                <a:path w="3301" h="3316" extrusionOk="0">
                  <a:moveTo>
                    <a:pt x="1651" y="1138"/>
                  </a:moveTo>
                  <a:cubicBezTo>
                    <a:pt x="1790" y="1138"/>
                    <a:pt x="1914" y="1249"/>
                    <a:pt x="1914" y="1402"/>
                  </a:cubicBezTo>
                  <a:cubicBezTo>
                    <a:pt x="1914" y="1541"/>
                    <a:pt x="1790" y="1652"/>
                    <a:pt x="1651" y="1652"/>
                  </a:cubicBezTo>
                  <a:cubicBezTo>
                    <a:pt x="1512" y="1652"/>
                    <a:pt x="1401" y="1541"/>
                    <a:pt x="1401" y="1402"/>
                  </a:cubicBezTo>
                  <a:cubicBezTo>
                    <a:pt x="1401" y="1249"/>
                    <a:pt x="1512" y="1138"/>
                    <a:pt x="1651" y="1138"/>
                  </a:cubicBezTo>
                  <a:close/>
                  <a:moveTo>
                    <a:pt x="1651" y="376"/>
                  </a:moveTo>
                  <a:cubicBezTo>
                    <a:pt x="2358" y="376"/>
                    <a:pt x="2940" y="944"/>
                    <a:pt x="2940" y="1652"/>
                  </a:cubicBezTo>
                  <a:cubicBezTo>
                    <a:pt x="2940" y="1915"/>
                    <a:pt x="2857" y="2151"/>
                    <a:pt x="2718" y="2358"/>
                  </a:cubicBezTo>
                  <a:cubicBezTo>
                    <a:pt x="2607" y="2109"/>
                    <a:pt x="2413" y="1887"/>
                    <a:pt x="2164" y="1776"/>
                  </a:cubicBezTo>
                  <a:cubicBezTo>
                    <a:pt x="2233" y="1665"/>
                    <a:pt x="2275" y="1541"/>
                    <a:pt x="2275" y="1402"/>
                  </a:cubicBezTo>
                  <a:cubicBezTo>
                    <a:pt x="2275" y="1055"/>
                    <a:pt x="1997" y="764"/>
                    <a:pt x="1651" y="764"/>
                  </a:cubicBezTo>
                  <a:cubicBezTo>
                    <a:pt x="1304" y="764"/>
                    <a:pt x="1026" y="1055"/>
                    <a:pt x="1026" y="1402"/>
                  </a:cubicBezTo>
                  <a:cubicBezTo>
                    <a:pt x="1026" y="1541"/>
                    <a:pt x="1069" y="1665"/>
                    <a:pt x="1152" y="1776"/>
                  </a:cubicBezTo>
                  <a:cubicBezTo>
                    <a:pt x="902" y="1887"/>
                    <a:pt x="694" y="2109"/>
                    <a:pt x="583" y="2358"/>
                  </a:cubicBezTo>
                  <a:cubicBezTo>
                    <a:pt x="444" y="2151"/>
                    <a:pt x="375" y="1915"/>
                    <a:pt x="375" y="1652"/>
                  </a:cubicBezTo>
                  <a:cubicBezTo>
                    <a:pt x="361" y="944"/>
                    <a:pt x="943" y="376"/>
                    <a:pt x="1651" y="376"/>
                  </a:cubicBezTo>
                  <a:close/>
                  <a:moveTo>
                    <a:pt x="1651" y="2026"/>
                  </a:moveTo>
                  <a:cubicBezTo>
                    <a:pt x="2039" y="2026"/>
                    <a:pt x="2372" y="2303"/>
                    <a:pt x="2441" y="2678"/>
                  </a:cubicBezTo>
                  <a:cubicBezTo>
                    <a:pt x="2208" y="2846"/>
                    <a:pt x="1938" y="2942"/>
                    <a:pt x="1655" y="2942"/>
                  </a:cubicBezTo>
                  <a:cubicBezTo>
                    <a:pt x="1635" y="2942"/>
                    <a:pt x="1615" y="2942"/>
                    <a:pt x="1596" y="2941"/>
                  </a:cubicBezTo>
                  <a:cubicBezTo>
                    <a:pt x="1331" y="2928"/>
                    <a:pt x="1082" y="2830"/>
                    <a:pt x="874" y="2678"/>
                  </a:cubicBezTo>
                  <a:cubicBezTo>
                    <a:pt x="943" y="2303"/>
                    <a:pt x="1263" y="2026"/>
                    <a:pt x="1651" y="2026"/>
                  </a:cubicBezTo>
                  <a:close/>
                  <a:moveTo>
                    <a:pt x="1651" y="1"/>
                  </a:moveTo>
                  <a:cubicBezTo>
                    <a:pt x="736" y="1"/>
                    <a:pt x="0" y="750"/>
                    <a:pt x="0" y="1652"/>
                  </a:cubicBezTo>
                  <a:cubicBezTo>
                    <a:pt x="0" y="2123"/>
                    <a:pt x="194" y="2580"/>
                    <a:pt x="555" y="2885"/>
                  </a:cubicBezTo>
                  <a:cubicBezTo>
                    <a:pt x="860" y="3163"/>
                    <a:pt x="1248" y="3316"/>
                    <a:pt x="1651" y="3316"/>
                  </a:cubicBezTo>
                  <a:cubicBezTo>
                    <a:pt x="2053" y="3316"/>
                    <a:pt x="2455" y="3163"/>
                    <a:pt x="2760" y="2885"/>
                  </a:cubicBezTo>
                  <a:cubicBezTo>
                    <a:pt x="3107" y="2580"/>
                    <a:pt x="3301" y="2123"/>
                    <a:pt x="3301" y="1652"/>
                  </a:cubicBezTo>
                  <a:cubicBezTo>
                    <a:pt x="3301" y="750"/>
                    <a:pt x="2566" y="1"/>
                    <a:pt x="16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2"/>
            <p:cNvSpPr/>
            <p:nvPr/>
          </p:nvSpPr>
          <p:spPr>
            <a:xfrm>
              <a:off x="7988772" y="3002619"/>
              <a:ext cx="79391" cy="58745"/>
            </a:xfrm>
            <a:custGeom>
              <a:avLst/>
              <a:gdLst/>
              <a:ahLst/>
              <a:cxnLst/>
              <a:rect l="l" t="t" r="r" b="b"/>
              <a:pathLst>
                <a:path w="1665" h="1232" extrusionOk="0">
                  <a:moveTo>
                    <a:pt x="1456" y="1"/>
                  </a:moveTo>
                  <a:cubicBezTo>
                    <a:pt x="1411" y="1"/>
                    <a:pt x="1366" y="18"/>
                    <a:pt x="1332" y="53"/>
                  </a:cubicBezTo>
                  <a:lnTo>
                    <a:pt x="597" y="788"/>
                  </a:lnTo>
                  <a:lnTo>
                    <a:pt x="347" y="538"/>
                  </a:lnTo>
                  <a:cubicBezTo>
                    <a:pt x="305" y="497"/>
                    <a:pt x="257" y="476"/>
                    <a:pt x="210" y="476"/>
                  </a:cubicBezTo>
                  <a:cubicBezTo>
                    <a:pt x="163" y="476"/>
                    <a:pt x="118" y="497"/>
                    <a:pt x="84" y="538"/>
                  </a:cubicBezTo>
                  <a:cubicBezTo>
                    <a:pt x="1" y="608"/>
                    <a:pt x="1" y="719"/>
                    <a:pt x="84" y="788"/>
                  </a:cubicBezTo>
                  <a:lnTo>
                    <a:pt x="458" y="1176"/>
                  </a:lnTo>
                  <a:cubicBezTo>
                    <a:pt x="500" y="1218"/>
                    <a:pt x="541" y="1232"/>
                    <a:pt x="597" y="1232"/>
                  </a:cubicBezTo>
                  <a:cubicBezTo>
                    <a:pt x="639" y="1232"/>
                    <a:pt x="694" y="1218"/>
                    <a:pt x="722" y="1176"/>
                  </a:cubicBezTo>
                  <a:lnTo>
                    <a:pt x="1582" y="316"/>
                  </a:lnTo>
                  <a:cubicBezTo>
                    <a:pt x="1665" y="247"/>
                    <a:pt x="1665" y="122"/>
                    <a:pt x="1582" y="53"/>
                  </a:cubicBezTo>
                  <a:cubicBezTo>
                    <a:pt x="1547" y="18"/>
                    <a:pt x="1502" y="1"/>
                    <a:pt x="14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2"/>
            <p:cNvSpPr/>
            <p:nvPr/>
          </p:nvSpPr>
          <p:spPr>
            <a:xfrm>
              <a:off x="7879004" y="2889371"/>
              <a:ext cx="29802" cy="17929"/>
            </a:xfrm>
            <a:custGeom>
              <a:avLst/>
              <a:gdLst/>
              <a:ahLst/>
              <a:cxnLst/>
              <a:rect l="l" t="t" r="r" b="b"/>
              <a:pathLst>
                <a:path w="625" h="376" extrusionOk="0">
                  <a:moveTo>
                    <a:pt x="180" y="1"/>
                  </a:moveTo>
                  <a:cubicBezTo>
                    <a:pt x="84" y="1"/>
                    <a:pt x="1" y="84"/>
                    <a:pt x="1" y="195"/>
                  </a:cubicBezTo>
                  <a:cubicBezTo>
                    <a:pt x="1" y="293"/>
                    <a:pt x="84" y="376"/>
                    <a:pt x="180" y="376"/>
                  </a:cubicBezTo>
                  <a:lnTo>
                    <a:pt x="430" y="376"/>
                  </a:lnTo>
                  <a:cubicBezTo>
                    <a:pt x="541" y="376"/>
                    <a:pt x="624" y="293"/>
                    <a:pt x="624" y="195"/>
                  </a:cubicBezTo>
                  <a:cubicBezTo>
                    <a:pt x="624" y="84"/>
                    <a:pt x="541" y="1"/>
                    <a:pt x="4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2"/>
            <p:cNvSpPr/>
            <p:nvPr/>
          </p:nvSpPr>
          <p:spPr>
            <a:xfrm>
              <a:off x="7879004" y="2935052"/>
              <a:ext cx="29802" cy="17881"/>
            </a:xfrm>
            <a:custGeom>
              <a:avLst/>
              <a:gdLst/>
              <a:ahLst/>
              <a:cxnLst/>
              <a:rect l="l" t="t" r="r" b="b"/>
              <a:pathLst>
                <a:path w="625" h="375" extrusionOk="0">
                  <a:moveTo>
                    <a:pt x="180" y="0"/>
                  </a:moveTo>
                  <a:cubicBezTo>
                    <a:pt x="84" y="0"/>
                    <a:pt x="1" y="84"/>
                    <a:pt x="1" y="194"/>
                  </a:cubicBezTo>
                  <a:cubicBezTo>
                    <a:pt x="1" y="291"/>
                    <a:pt x="84" y="374"/>
                    <a:pt x="180" y="374"/>
                  </a:cubicBezTo>
                  <a:lnTo>
                    <a:pt x="430" y="374"/>
                  </a:lnTo>
                  <a:cubicBezTo>
                    <a:pt x="541" y="374"/>
                    <a:pt x="624" y="291"/>
                    <a:pt x="624" y="194"/>
                  </a:cubicBezTo>
                  <a:cubicBezTo>
                    <a:pt x="624" y="84"/>
                    <a:pt x="541" y="0"/>
                    <a:pt x="4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2"/>
            <p:cNvSpPr/>
            <p:nvPr/>
          </p:nvSpPr>
          <p:spPr>
            <a:xfrm>
              <a:off x="7926640" y="2889371"/>
              <a:ext cx="64848" cy="17929"/>
            </a:xfrm>
            <a:custGeom>
              <a:avLst/>
              <a:gdLst/>
              <a:ahLst/>
              <a:cxnLst/>
              <a:rect l="l" t="t" r="r" b="b"/>
              <a:pathLst>
                <a:path w="1360" h="376" extrusionOk="0">
                  <a:moveTo>
                    <a:pt x="180" y="1"/>
                  </a:moveTo>
                  <a:cubicBezTo>
                    <a:pt x="83" y="1"/>
                    <a:pt x="0" y="84"/>
                    <a:pt x="0" y="195"/>
                  </a:cubicBezTo>
                  <a:cubicBezTo>
                    <a:pt x="0" y="293"/>
                    <a:pt x="83" y="376"/>
                    <a:pt x="180" y="376"/>
                  </a:cubicBezTo>
                  <a:lnTo>
                    <a:pt x="1178" y="376"/>
                  </a:lnTo>
                  <a:cubicBezTo>
                    <a:pt x="1276" y="376"/>
                    <a:pt x="1359" y="293"/>
                    <a:pt x="1359" y="195"/>
                  </a:cubicBezTo>
                  <a:cubicBezTo>
                    <a:pt x="1359" y="84"/>
                    <a:pt x="1276" y="1"/>
                    <a:pt x="11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2"/>
            <p:cNvSpPr/>
            <p:nvPr/>
          </p:nvSpPr>
          <p:spPr>
            <a:xfrm>
              <a:off x="7879004" y="2843785"/>
              <a:ext cx="29802" cy="17261"/>
            </a:xfrm>
            <a:custGeom>
              <a:avLst/>
              <a:gdLst/>
              <a:ahLst/>
              <a:cxnLst/>
              <a:rect l="l" t="t" r="r" b="b"/>
              <a:pathLst>
                <a:path w="625" h="362" extrusionOk="0">
                  <a:moveTo>
                    <a:pt x="180" y="1"/>
                  </a:moveTo>
                  <a:cubicBezTo>
                    <a:pt x="84" y="1"/>
                    <a:pt x="1" y="84"/>
                    <a:pt x="1" y="180"/>
                  </a:cubicBezTo>
                  <a:cubicBezTo>
                    <a:pt x="1" y="278"/>
                    <a:pt x="84" y="361"/>
                    <a:pt x="180" y="361"/>
                  </a:cubicBezTo>
                  <a:lnTo>
                    <a:pt x="430" y="361"/>
                  </a:lnTo>
                  <a:cubicBezTo>
                    <a:pt x="541" y="361"/>
                    <a:pt x="624" y="278"/>
                    <a:pt x="624" y="180"/>
                  </a:cubicBezTo>
                  <a:cubicBezTo>
                    <a:pt x="624" y="84"/>
                    <a:pt x="541" y="1"/>
                    <a:pt x="4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2"/>
            <p:cNvSpPr/>
            <p:nvPr/>
          </p:nvSpPr>
          <p:spPr>
            <a:xfrm>
              <a:off x="7926640" y="2843785"/>
              <a:ext cx="64848" cy="17261"/>
            </a:xfrm>
            <a:custGeom>
              <a:avLst/>
              <a:gdLst/>
              <a:ahLst/>
              <a:cxnLst/>
              <a:rect l="l" t="t" r="r" b="b"/>
              <a:pathLst>
                <a:path w="1360" h="362" extrusionOk="0">
                  <a:moveTo>
                    <a:pt x="180" y="1"/>
                  </a:moveTo>
                  <a:cubicBezTo>
                    <a:pt x="83" y="1"/>
                    <a:pt x="0" y="84"/>
                    <a:pt x="0" y="180"/>
                  </a:cubicBezTo>
                  <a:cubicBezTo>
                    <a:pt x="0" y="278"/>
                    <a:pt x="83" y="361"/>
                    <a:pt x="180" y="361"/>
                  </a:cubicBezTo>
                  <a:lnTo>
                    <a:pt x="1178" y="361"/>
                  </a:lnTo>
                  <a:cubicBezTo>
                    <a:pt x="1276" y="361"/>
                    <a:pt x="1359" y="278"/>
                    <a:pt x="1359" y="180"/>
                  </a:cubicBezTo>
                  <a:cubicBezTo>
                    <a:pt x="1359" y="84"/>
                    <a:pt x="1276" y="1"/>
                    <a:pt x="11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2"/>
            <p:cNvSpPr/>
            <p:nvPr/>
          </p:nvSpPr>
          <p:spPr>
            <a:xfrm>
              <a:off x="7926640" y="2935052"/>
              <a:ext cx="64848" cy="17881"/>
            </a:xfrm>
            <a:custGeom>
              <a:avLst/>
              <a:gdLst/>
              <a:ahLst/>
              <a:cxnLst/>
              <a:rect l="l" t="t" r="r" b="b"/>
              <a:pathLst>
                <a:path w="1360" h="375" extrusionOk="0">
                  <a:moveTo>
                    <a:pt x="180" y="0"/>
                  </a:moveTo>
                  <a:cubicBezTo>
                    <a:pt x="83" y="0"/>
                    <a:pt x="0" y="84"/>
                    <a:pt x="0" y="194"/>
                  </a:cubicBezTo>
                  <a:cubicBezTo>
                    <a:pt x="0" y="291"/>
                    <a:pt x="83" y="374"/>
                    <a:pt x="180" y="374"/>
                  </a:cubicBezTo>
                  <a:lnTo>
                    <a:pt x="1178" y="374"/>
                  </a:lnTo>
                  <a:cubicBezTo>
                    <a:pt x="1276" y="374"/>
                    <a:pt x="1359" y="291"/>
                    <a:pt x="1359" y="194"/>
                  </a:cubicBezTo>
                  <a:cubicBezTo>
                    <a:pt x="1359" y="84"/>
                    <a:pt x="1276" y="0"/>
                    <a:pt x="11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2"/>
            <p:cNvSpPr/>
            <p:nvPr/>
          </p:nvSpPr>
          <p:spPr>
            <a:xfrm>
              <a:off x="7826123" y="3044056"/>
              <a:ext cx="20837" cy="17356"/>
            </a:xfrm>
            <a:custGeom>
              <a:avLst/>
              <a:gdLst/>
              <a:ahLst/>
              <a:cxnLst/>
              <a:rect l="l" t="t" r="r" b="b"/>
              <a:pathLst>
                <a:path w="437" h="364" extrusionOk="0">
                  <a:moveTo>
                    <a:pt x="214" y="0"/>
                  </a:moveTo>
                  <a:cubicBezTo>
                    <a:pt x="190" y="0"/>
                    <a:pt x="164" y="5"/>
                    <a:pt x="139" y="16"/>
                  </a:cubicBezTo>
                  <a:cubicBezTo>
                    <a:pt x="41" y="57"/>
                    <a:pt x="0" y="168"/>
                    <a:pt x="41" y="252"/>
                  </a:cubicBezTo>
                  <a:cubicBezTo>
                    <a:pt x="71" y="331"/>
                    <a:pt x="134" y="364"/>
                    <a:pt x="199" y="364"/>
                  </a:cubicBezTo>
                  <a:cubicBezTo>
                    <a:pt x="316" y="364"/>
                    <a:pt x="437" y="256"/>
                    <a:pt x="374" y="113"/>
                  </a:cubicBezTo>
                  <a:cubicBezTo>
                    <a:pt x="344" y="42"/>
                    <a:pt x="283" y="0"/>
                    <a:pt x="2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7" name="Google Shape;457;p32"/>
          <p:cNvGrpSpPr/>
          <p:nvPr/>
        </p:nvGrpSpPr>
        <p:grpSpPr>
          <a:xfrm>
            <a:off x="1790039" y="1870567"/>
            <a:ext cx="410818" cy="387746"/>
            <a:chOff x="7652841" y="1965835"/>
            <a:chExt cx="451696" cy="426329"/>
          </a:xfrm>
        </p:grpSpPr>
        <p:sp>
          <p:nvSpPr>
            <p:cNvPr id="458" name="Google Shape;458;p32"/>
            <p:cNvSpPr/>
            <p:nvPr/>
          </p:nvSpPr>
          <p:spPr>
            <a:xfrm>
              <a:off x="7775150" y="2146127"/>
              <a:ext cx="38432" cy="76721"/>
            </a:xfrm>
            <a:custGeom>
              <a:avLst/>
              <a:gdLst/>
              <a:ahLst/>
              <a:cxnLst/>
              <a:rect l="l" t="t" r="r" b="b"/>
              <a:pathLst>
                <a:path w="806" h="1609" extrusionOk="0">
                  <a:moveTo>
                    <a:pt x="195" y="0"/>
                  </a:moveTo>
                  <a:cubicBezTo>
                    <a:pt x="84" y="0"/>
                    <a:pt x="1" y="83"/>
                    <a:pt x="1" y="194"/>
                  </a:cubicBezTo>
                  <a:lnTo>
                    <a:pt x="1" y="1429"/>
                  </a:lnTo>
                  <a:cubicBezTo>
                    <a:pt x="1" y="1512"/>
                    <a:pt x="71" y="1596"/>
                    <a:pt x="167" y="1609"/>
                  </a:cubicBezTo>
                  <a:lnTo>
                    <a:pt x="625" y="1609"/>
                  </a:lnTo>
                  <a:cubicBezTo>
                    <a:pt x="736" y="1609"/>
                    <a:pt x="805" y="1526"/>
                    <a:pt x="805" y="1429"/>
                  </a:cubicBezTo>
                  <a:cubicBezTo>
                    <a:pt x="805" y="1332"/>
                    <a:pt x="722" y="1248"/>
                    <a:pt x="625" y="1248"/>
                  </a:cubicBezTo>
                  <a:lnTo>
                    <a:pt x="376" y="1248"/>
                  </a:lnTo>
                  <a:lnTo>
                    <a:pt x="376" y="194"/>
                  </a:lnTo>
                  <a:cubicBezTo>
                    <a:pt x="376" y="83"/>
                    <a:pt x="293" y="0"/>
                    <a:pt x="1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2"/>
            <p:cNvSpPr/>
            <p:nvPr/>
          </p:nvSpPr>
          <p:spPr>
            <a:xfrm>
              <a:off x="7830081" y="2146127"/>
              <a:ext cx="17261" cy="76721"/>
            </a:xfrm>
            <a:custGeom>
              <a:avLst/>
              <a:gdLst/>
              <a:ahLst/>
              <a:cxnLst/>
              <a:rect l="l" t="t" r="r" b="b"/>
              <a:pathLst>
                <a:path w="362" h="1609" extrusionOk="0">
                  <a:moveTo>
                    <a:pt x="180" y="0"/>
                  </a:moveTo>
                  <a:cubicBezTo>
                    <a:pt x="84" y="0"/>
                    <a:pt x="0" y="83"/>
                    <a:pt x="0" y="194"/>
                  </a:cubicBezTo>
                  <a:lnTo>
                    <a:pt x="0" y="1429"/>
                  </a:lnTo>
                  <a:cubicBezTo>
                    <a:pt x="0" y="1526"/>
                    <a:pt x="84" y="1609"/>
                    <a:pt x="180" y="1609"/>
                  </a:cubicBezTo>
                  <a:cubicBezTo>
                    <a:pt x="278" y="1609"/>
                    <a:pt x="361" y="1526"/>
                    <a:pt x="361" y="1429"/>
                  </a:cubicBezTo>
                  <a:lnTo>
                    <a:pt x="361" y="194"/>
                  </a:lnTo>
                  <a:cubicBezTo>
                    <a:pt x="361" y="83"/>
                    <a:pt x="278" y="0"/>
                    <a:pt x="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2"/>
            <p:cNvSpPr/>
            <p:nvPr/>
          </p:nvSpPr>
          <p:spPr>
            <a:xfrm>
              <a:off x="7939849" y="2146794"/>
              <a:ext cx="42390" cy="76054"/>
            </a:xfrm>
            <a:custGeom>
              <a:avLst/>
              <a:gdLst/>
              <a:ahLst/>
              <a:cxnLst/>
              <a:rect l="l" t="t" r="r" b="b"/>
              <a:pathLst>
                <a:path w="889" h="1595" extrusionOk="0">
                  <a:moveTo>
                    <a:pt x="180" y="1"/>
                  </a:moveTo>
                  <a:cubicBezTo>
                    <a:pt x="84" y="1"/>
                    <a:pt x="1" y="84"/>
                    <a:pt x="1" y="180"/>
                  </a:cubicBezTo>
                  <a:lnTo>
                    <a:pt x="1" y="1415"/>
                  </a:lnTo>
                  <a:cubicBezTo>
                    <a:pt x="1" y="1512"/>
                    <a:pt x="84" y="1595"/>
                    <a:pt x="180" y="1595"/>
                  </a:cubicBezTo>
                  <a:lnTo>
                    <a:pt x="694" y="1595"/>
                  </a:lnTo>
                  <a:cubicBezTo>
                    <a:pt x="805" y="1595"/>
                    <a:pt x="888" y="1512"/>
                    <a:pt x="888" y="1415"/>
                  </a:cubicBezTo>
                  <a:cubicBezTo>
                    <a:pt x="888" y="1318"/>
                    <a:pt x="805" y="1234"/>
                    <a:pt x="694" y="1234"/>
                  </a:cubicBezTo>
                  <a:lnTo>
                    <a:pt x="361" y="1234"/>
                  </a:lnTo>
                  <a:lnTo>
                    <a:pt x="361" y="985"/>
                  </a:lnTo>
                  <a:lnTo>
                    <a:pt x="666" y="985"/>
                  </a:lnTo>
                  <a:cubicBezTo>
                    <a:pt x="763" y="985"/>
                    <a:pt x="846" y="901"/>
                    <a:pt x="846" y="805"/>
                  </a:cubicBezTo>
                  <a:cubicBezTo>
                    <a:pt x="846" y="694"/>
                    <a:pt x="763" y="611"/>
                    <a:pt x="666" y="611"/>
                  </a:cubicBezTo>
                  <a:lnTo>
                    <a:pt x="361" y="611"/>
                  </a:lnTo>
                  <a:lnTo>
                    <a:pt x="361" y="375"/>
                  </a:lnTo>
                  <a:lnTo>
                    <a:pt x="694" y="375"/>
                  </a:lnTo>
                  <a:cubicBezTo>
                    <a:pt x="805" y="375"/>
                    <a:pt x="888" y="291"/>
                    <a:pt x="888" y="180"/>
                  </a:cubicBezTo>
                  <a:cubicBezTo>
                    <a:pt x="888" y="84"/>
                    <a:pt x="805" y="1"/>
                    <a:pt x="69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2"/>
            <p:cNvSpPr/>
            <p:nvPr/>
          </p:nvSpPr>
          <p:spPr>
            <a:xfrm>
              <a:off x="7862458" y="2146413"/>
              <a:ext cx="62178" cy="76435"/>
            </a:xfrm>
            <a:custGeom>
              <a:avLst/>
              <a:gdLst/>
              <a:ahLst/>
              <a:cxnLst/>
              <a:rect l="l" t="t" r="r" b="b"/>
              <a:pathLst>
                <a:path w="1304" h="1603" extrusionOk="0">
                  <a:moveTo>
                    <a:pt x="213" y="0"/>
                  </a:moveTo>
                  <a:cubicBezTo>
                    <a:pt x="193" y="0"/>
                    <a:pt x="173" y="3"/>
                    <a:pt x="154" y="9"/>
                  </a:cubicBezTo>
                  <a:cubicBezTo>
                    <a:pt x="56" y="36"/>
                    <a:pt x="0" y="147"/>
                    <a:pt x="28" y="244"/>
                  </a:cubicBezTo>
                  <a:lnTo>
                    <a:pt x="459" y="1464"/>
                  </a:lnTo>
                  <a:cubicBezTo>
                    <a:pt x="486" y="1547"/>
                    <a:pt x="570" y="1603"/>
                    <a:pt x="666" y="1603"/>
                  </a:cubicBezTo>
                  <a:cubicBezTo>
                    <a:pt x="749" y="1603"/>
                    <a:pt x="833" y="1547"/>
                    <a:pt x="860" y="1464"/>
                  </a:cubicBezTo>
                  <a:lnTo>
                    <a:pt x="1263" y="244"/>
                  </a:lnTo>
                  <a:cubicBezTo>
                    <a:pt x="1304" y="147"/>
                    <a:pt x="1249" y="50"/>
                    <a:pt x="1152" y="9"/>
                  </a:cubicBezTo>
                  <a:cubicBezTo>
                    <a:pt x="1135" y="4"/>
                    <a:pt x="1118" y="1"/>
                    <a:pt x="1100" y="1"/>
                  </a:cubicBezTo>
                  <a:cubicBezTo>
                    <a:pt x="1018" y="1"/>
                    <a:pt x="939" y="53"/>
                    <a:pt x="916" y="133"/>
                  </a:cubicBezTo>
                  <a:lnTo>
                    <a:pt x="653" y="909"/>
                  </a:lnTo>
                  <a:lnTo>
                    <a:pt x="389" y="120"/>
                  </a:lnTo>
                  <a:cubicBezTo>
                    <a:pt x="356" y="42"/>
                    <a:pt x="288" y="0"/>
                    <a:pt x="2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2"/>
            <p:cNvSpPr/>
            <p:nvPr/>
          </p:nvSpPr>
          <p:spPr>
            <a:xfrm>
              <a:off x="7739435" y="2111079"/>
              <a:ext cx="50305" cy="49637"/>
            </a:xfrm>
            <a:custGeom>
              <a:avLst/>
              <a:gdLst/>
              <a:ahLst/>
              <a:cxnLst/>
              <a:rect l="l" t="t" r="r" b="b"/>
              <a:pathLst>
                <a:path w="1055" h="1041" extrusionOk="0">
                  <a:moveTo>
                    <a:pt x="847" y="1"/>
                  </a:moveTo>
                  <a:cubicBezTo>
                    <a:pt x="417" y="42"/>
                    <a:pt x="56" y="402"/>
                    <a:pt x="15" y="833"/>
                  </a:cubicBezTo>
                  <a:cubicBezTo>
                    <a:pt x="1" y="944"/>
                    <a:pt x="84" y="1027"/>
                    <a:pt x="182" y="1040"/>
                  </a:cubicBezTo>
                  <a:lnTo>
                    <a:pt x="195" y="1040"/>
                  </a:lnTo>
                  <a:cubicBezTo>
                    <a:pt x="293" y="1040"/>
                    <a:pt x="376" y="957"/>
                    <a:pt x="389" y="861"/>
                  </a:cubicBezTo>
                  <a:cubicBezTo>
                    <a:pt x="404" y="624"/>
                    <a:pt x="626" y="402"/>
                    <a:pt x="875" y="375"/>
                  </a:cubicBezTo>
                  <a:cubicBezTo>
                    <a:pt x="972" y="361"/>
                    <a:pt x="1055" y="278"/>
                    <a:pt x="1042" y="180"/>
                  </a:cubicBezTo>
                  <a:cubicBezTo>
                    <a:pt x="1027" y="70"/>
                    <a:pt x="944" y="1"/>
                    <a:pt x="8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2"/>
            <p:cNvSpPr/>
            <p:nvPr/>
          </p:nvSpPr>
          <p:spPr>
            <a:xfrm>
              <a:off x="7708393" y="2079942"/>
              <a:ext cx="74099" cy="73526"/>
            </a:xfrm>
            <a:custGeom>
              <a:avLst/>
              <a:gdLst/>
              <a:ahLst/>
              <a:cxnLst/>
              <a:rect l="l" t="t" r="r" b="b"/>
              <a:pathLst>
                <a:path w="1554" h="1542" extrusionOk="0">
                  <a:moveTo>
                    <a:pt x="1366" y="0"/>
                  </a:moveTo>
                  <a:cubicBezTo>
                    <a:pt x="1359" y="0"/>
                    <a:pt x="1352" y="0"/>
                    <a:pt x="1345" y="1"/>
                  </a:cubicBezTo>
                  <a:cubicBezTo>
                    <a:pt x="1013" y="29"/>
                    <a:pt x="694" y="182"/>
                    <a:pt x="445" y="432"/>
                  </a:cubicBezTo>
                  <a:cubicBezTo>
                    <a:pt x="195" y="681"/>
                    <a:pt x="28" y="1000"/>
                    <a:pt x="14" y="1333"/>
                  </a:cubicBezTo>
                  <a:cubicBezTo>
                    <a:pt x="1" y="1430"/>
                    <a:pt x="70" y="1527"/>
                    <a:pt x="180" y="1527"/>
                  </a:cubicBezTo>
                  <a:cubicBezTo>
                    <a:pt x="180" y="1541"/>
                    <a:pt x="180" y="1541"/>
                    <a:pt x="195" y="1541"/>
                  </a:cubicBezTo>
                  <a:cubicBezTo>
                    <a:pt x="291" y="1541"/>
                    <a:pt x="375" y="1458"/>
                    <a:pt x="375" y="1360"/>
                  </a:cubicBezTo>
                  <a:cubicBezTo>
                    <a:pt x="417" y="861"/>
                    <a:pt x="861" y="417"/>
                    <a:pt x="1373" y="376"/>
                  </a:cubicBezTo>
                  <a:cubicBezTo>
                    <a:pt x="1471" y="362"/>
                    <a:pt x="1554" y="279"/>
                    <a:pt x="1540" y="168"/>
                  </a:cubicBezTo>
                  <a:cubicBezTo>
                    <a:pt x="1527" y="78"/>
                    <a:pt x="1455" y="0"/>
                    <a:pt x="136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2"/>
            <p:cNvSpPr/>
            <p:nvPr/>
          </p:nvSpPr>
          <p:spPr>
            <a:xfrm>
              <a:off x="7967601" y="2111079"/>
              <a:ext cx="49637" cy="49637"/>
            </a:xfrm>
            <a:custGeom>
              <a:avLst/>
              <a:gdLst/>
              <a:ahLst/>
              <a:cxnLst/>
              <a:rect l="l" t="t" r="r" b="b"/>
              <a:pathLst>
                <a:path w="1041" h="1041" extrusionOk="0">
                  <a:moveTo>
                    <a:pt x="208" y="1"/>
                  </a:moveTo>
                  <a:cubicBezTo>
                    <a:pt x="98" y="1"/>
                    <a:pt x="14" y="70"/>
                    <a:pt x="1" y="180"/>
                  </a:cubicBezTo>
                  <a:cubicBezTo>
                    <a:pt x="1" y="278"/>
                    <a:pt x="70" y="361"/>
                    <a:pt x="181" y="375"/>
                  </a:cubicBezTo>
                  <a:cubicBezTo>
                    <a:pt x="417" y="402"/>
                    <a:pt x="639" y="624"/>
                    <a:pt x="667" y="861"/>
                  </a:cubicBezTo>
                  <a:cubicBezTo>
                    <a:pt x="667" y="957"/>
                    <a:pt x="750" y="1040"/>
                    <a:pt x="846" y="1040"/>
                  </a:cubicBezTo>
                  <a:lnTo>
                    <a:pt x="861" y="1040"/>
                  </a:lnTo>
                  <a:cubicBezTo>
                    <a:pt x="972" y="1027"/>
                    <a:pt x="1041" y="944"/>
                    <a:pt x="1027" y="833"/>
                  </a:cubicBezTo>
                  <a:cubicBezTo>
                    <a:pt x="999" y="402"/>
                    <a:pt x="639" y="42"/>
                    <a:pt x="2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2"/>
            <p:cNvSpPr/>
            <p:nvPr/>
          </p:nvSpPr>
          <p:spPr>
            <a:xfrm>
              <a:off x="7974848" y="2079942"/>
              <a:ext cx="73479" cy="73526"/>
            </a:xfrm>
            <a:custGeom>
              <a:avLst/>
              <a:gdLst/>
              <a:ahLst/>
              <a:cxnLst/>
              <a:rect l="l" t="t" r="r" b="b"/>
              <a:pathLst>
                <a:path w="1541" h="1542" extrusionOk="0">
                  <a:moveTo>
                    <a:pt x="186" y="0"/>
                  </a:moveTo>
                  <a:cubicBezTo>
                    <a:pt x="87" y="0"/>
                    <a:pt x="14" y="78"/>
                    <a:pt x="1" y="168"/>
                  </a:cubicBezTo>
                  <a:cubicBezTo>
                    <a:pt x="1" y="279"/>
                    <a:pt x="71" y="362"/>
                    <a:pt x="182" y="376"/>
                  </a:cubicBezTo>
                  <a:cubicBezTo>
                    <a:pt x="681" y="417"/>
                    <a:pt x="1125" y="861"/>
                    <a:pt x="1166" y="1360"/>
                  </a:cubicBezTo>
                  <a:cubicBezTo>
                    <a:pt x="1180" y="1458"/>
                    <a:pt x="1264" y="1541"/>
                    <a:pt x="1360" y="1541"/>
                  </a:cubicBezTo>
                  <a:lnTo>
                    <a:pt x="1374" y="1527"/>
                  </a:lnTo>
                  <a:cubicBezTo>
                    <a:pt x="1471" y="1527"/>
                    <a:pt x="1541" y="1430"/>
                    <a:pt x="1541" y="1333"/>
                  </a:cubicBezTo>
                  <a:cubicBezTo>
                    <a:pt x="1513" y="1000"/>
                    <a:pt x="1360" y="681"/>
                    <a:pt x="1110" y="432"/>
                  </a:cubicBezTo>
                  <a:cubicBezTo>
                    <a:pt x="861" y="182"/>
                    <a:pt x="542" y="29"/>
                    <a:pt x="210" y="1"/>
                  </a:cubicBezTo>
                  <a:cubicBezTo>
                    <a:pt x="202" y="0"/>
                    <a:pt x="194" y="0"/>
                    <a:pt x="18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2"/>
            <p:cNvSpPr/>
            <p:nvPr/>
          </p:nvSpPr>
          <p:spPr>
            <a:xfrm>
              <a:off x="7652841" y="1965835"/>
              <a:ext cx="451696" cy="426329"/>
            </a:xfrm>
            <a:custGeom>
              <a:avLst/>
              <a:gdLst/>
              <a:ahLst/>
              <a:cxnLst/>
              <a:rect l="l" t="t" r="r" b="b"/>
              <a:pathLst>
                <a:path w="9473" h="8941" extrusionOk="0">
                  <a:moveTo>
                    <a:pt x="4424" y="2492"/>
                  </a:moveTo>
                  <a:cubicBezTo>
                    <a:pt x="4591" y="2492"/>
                    <a:pt x="4716" y="2616"/>
                    <a:pt x="4716" y="2783"/>
                  </a:cubicBezTo>
                  <a:cubicBezTo>
                    <a:pt x="4716" y="2936"/>
                    <a:pt x="4591" y="3060"/>
                    <a:pt x="4424" y="3060"/>
                  </a:cubicBezTo>
                  <a:lnTo>
                    <a:pt x="4175" y="3060"/>
                  </a:lnTo>
                  <a:cubicBezTo>
                    <a:pt x="4023" y="3060"/>
                    <a:pt x="3897" y="2936"/>
                    <a:pt x="3897" y="2783"/>
                  </a:cubicBezTo>
                  <a:cubicBezTo>
                    <a:pt x="3897" y="2616"/>
                    <a:pt x="4023" y="2492"/>
                    <a:pt x="4175" y="2492"/>
                  </a:cubicBezTo>
                  <a:close/>
                  <a:moveTo>
                    <a:pt x="9098" y="6541"/>
                  </a:moveTo>
                  <a:lnTo>
                    <a:pt x="9098" y="7374"/>
                  </a:lnTo>
                  <a:lnTo>
                    <a:pt x="375" y="7374"/>
                  </a:lnTo>
                  <a:lnTo>
                    <a:pt x="375" y="6541"/>
                  </a:lnTo>
                  <a:close/>
                  <a:moveTo>
                    <a:pt x="5034" y="7747"/>
                  </a:moveTo>
                  <a:lnTo>
                    <a:pt x="5034" y="8566"/>
                  </a:lnTo>
                  <a:lnTo>
                    <a:pt x="4285" y="8566"/>
                  </a:lnTo>
                  <a:lnTo>
                    <a:pt x="4285" y="7747"/>
                  </a:lnTo>
                  <a:close/>
                  <a:moveTo>
                    <a:pt x="4893" y="0"/>
                  </a:moveTo>
                  <a:cubicBezTo>
                    <a:pt x="4876" y="0"/>
                    <a:pt x="4858" y="3"/>
                    <a:pt x="4840" y="9"/>
                  </a:cubicBezTo>
                  <a:cubicBezTo>
                    <a:pt x="4771" y="24"/>
                    <a:pt x="4716" y="107"/>
                    <a:pt x="4716" y="190"/>
                  </a:cubicBezTo>
                  <a:lnTo>
                    <a:pt x="4716" y="1355"/>
                  </a:lnTo>
                  <a:lnTo>
                    <a:pt x="195" y="1355"/>
                  </a:lnTo>
                  <a:cubicBezTo>
                    <a:pt x="84" y="1355"/>
                    <a:pt x="1" y="1438"/>
                    <a:pt x="1" y="1535"/>
                  </a:cubicBezTo>
                  <a:lnTo>
                    <a:pt x="1" y="7568"/>
                  </a:lnTo>
                  <a:cubicBezTo>
                    <a:pt x="1" y="7664"/>
                    <a:pt x="84" y="7747"/>
                    <a:pt x="195" y="7747"/>
                  </a:cubicBezTo>
                  <a:lnTo>
                    <a:pt x="3912" y="7747"/>
                  </a:lnTo>
                  <a:lnTo>
                    <a:pt x="3912" y="8566"/>
                  </a:lnTo>
                  <a:lnTo>
                    <a:pt x="1956" y="8566"/>
                  </a:lnTo>
                  <a:cubicBezTo>
                    <a:pt x="1859" y="8566"/>
                    <a:pt x="1776" y="8649"/>
                    <a:pt x="1762" y="8746"/>
                  </a:cubicBezTo>
                  <a:cubicBezTo>
                    <a:pt x="1762" y="8857"/>
                    <a:pt x="1845" y="8940"/>
                    <a:pt x="1956" y="8940"/>
                  </a:cubicBezTo>
                  <a:lnTo>
                    <a:pt x="7379" y="8940"/>
                  </a:lnTo>
                  <a:cubicBezTo>
                    <a:pt x="7490" y="8940"/>
                    <a:pt x="7573" y="8871"/>
                    <a:pt x="7573" y="8774"/>
                  </a:cubicBezTo>
                  <a:cubicBezTo>
                    <a:pt x="7586" y="8663"/>
                    <a:pt x="7503" y="8566"/>
                    <a:pt x="7392" y="8566"/>
                  </a:cubicBezTo>
                  <a:lnTo>
                    <a:pt x="5409" y="8566"/>
                  </a:lnTo>
                  <a:lnTo>
                    <a:pt x="5409" y="7747"/>
                  </a:lnTo>
                  <a:lnTo>
                    <a:pt x="9292" y="7747"/>
                  </a:lnTo>
                  <a:cubicBezTo>
                    <a:pt x="9389" y="7747"/>
                    <a:pt x="9472" y="7664"/>
                    <a:pt x="9472" y="7568"/>
                  </a:cubicBezTo>
                  <a:lnTo>
                    <a:pt x="9472" y="1535"/>
                  </a:lnTo>
                  <a:cubicBezTo>
                    <a:pt x="9472" y="1438"/>
                    <a:pt x="9389" y="1355"/>
                    <a:pt x="9292" y="1355"/>
                  </a:cubicBezTo>
                  <a:lnTo>
                    <a:pt x="8044" y="1355"/>
                  </a:lnTo>
                  <a:cubicBezTo>
                    <a:pt x="7933" y="1355"/>
                    <a:pt x="7850" y="1424"/>
                    <a:pt x="7850" y="1521"/>
                  </a:cubicBezTo>
                  <a:cubicBezTo>
                    <a:pt x="7836" y="1632"/>
                    <a:pt x="7919" y="1715"/>
                    <a:pt x="8030" y="1715"/>
                  </a:cubicBezTo>
                  <a:lnTo>
                    <a:pt x="9098" y="1715"/>
                  </a:lnTo>
                  <a:lnTo>
                    <a:pt x="9098" y="6167"/>
                  </a:lnTo>
                  <a:lnTo>
                    <a:pt x="375" y="6167"/>
                  </a:lnTo>
                  <a:lnTo>
                    <a:pt x="375" y="1715"/>
                  </a:lnTo>
                  <a:lnTo>
                    <a:pt x="4716" y="1715"/>
                  </a:lnTo>
                  <a:lnTo>
                    <a:pt x="4716" y="2187"/>
                  </a:lnTo>
                  <a:cubicBezTo>
                    <a:pt x="4618" y="2145"/>
                    <a:pt x="4535" y="2131"/>
                    <a:pt x="4424" y="2131"/>
                  </a:cubicBezTo>
                  <a:lnTo>
                    <a:pt x="4189" y="2131"/>
                  </a:lnTo>
                  <a:cubicBezTo>
                    <a:pt x="3828" y="2131"/>
                    <a:pt x="3537" y="2409"/>
                    <a:pt x="3523" y="2755"/>
                  </a:cubicBezTo>
                  <a:cubicBezTo>
                    <a:pt x="3523" y="3130"/>
                    <a:pt x="3814" y="3421"/>
                    <a:pt x="4175" y="3421"/>
                  </a:cubicBezTo>
                  <a:lnTo>
                    <a:pt x="4424" y="3421"/>
                  </a:lnTo>
                  <a:cubicBezTo>
                    <a:pt x="4799" y="3421"/>
                    <a:pt x="5062" y="3130"/>
                    <a:pt x="5077" y="2783"/>
                  </a:cubicBezTo>
                  <a:lnTo>
                    <a:pt x="5077" y="1715"/>
                  </a:lnTo>
                  <a:lnTo>
                    <a:pt x="6393" y="1715"/>
                  </a:lnTo>
                  <a:cubicBezTo>
                    <a:pt x="6491" y="1715"/>
                    <a:pt x="6588" y="1646"/>
                    <a:pt x="6588" y="1549"/>
                  </a:cubicBezTo>
                  <a:cubicBezTo>
                    <a:pt x="6602" y="1438"/>
                    <a:pt x="6504" y="1355"/>
                    <a:pt x="6408" y="1355"/>
                  </a:cubicBezTo>
                  <a:lnTo>
                    <a:pt x="5077" y="1355"/>
                  </a:lnTo>
                  <a:lnTo>
                    <a:pt x="5077" y="606"/>
                  </a:lnTo>
                  <a:cubicBezTo>
                    <a:pt x="5145" y="634"/>
                    <a:pt x="5215" y="675"/>
                    <a:pt x="5312" y="703"/>
                  </a:cubicBezTo>
                  <a:cubicBezTo>
                    <a:pt x="5534" y="758"/>
                    <a:pt x="5589" y="924"/>
                    <a:pt x="5589" y="924"/>
                  </a:cubicBezTo>
                  <a:lnTo>
                    <a:pt x="5589" y="939"/>
                  </a:lnTo>
                  <a:cubicBezTo>
                    <a:pt x="5613" y="1023"/>
                    <a:pt x="5691" y="1066"/>
                    <a:pt x="5774" y="1066"/>
                  </a:cubicBezTo>
                  <a:cubicBezTo>
                    <a:pt x="5786" y="1066"/>
                    <a:pt x="5799" y="1065"/>
                    <a:pt x="5811" y="1063"/>
                  </a:cubicBezTo>
                  <a:cubicBezTo>
                    <a:pt x="5909" y="1035"/>
                    <a:pt x="5964" y="939"/>
                    <a:pt x="5936" y="828"/>
                  </a:cubicBezTo>
                  <a:cubicBezTo>
                    <a:pt x="5909" y="689"/>
                    <a:pt x="5755" y="453"/>
                    <a:pt x="5409" y="342"/>
                  </a:cubicBezTo>
                  <a:cubicBezTo>
                    <a:pt x="5173" y="273"/>
                    <a:pt x="5062" y="107"/>
                    <a:pt x="5049" y="92"/>
                  </a:cubicBezTo>
                  <a:cubicBezTo>
                    <a:pt x="5016" y="38"/>
                    <a:pt x="4957" y="0"/>
                    <a:pt x="48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2"/>
            <p:cNvSpPr/>
            <p:nvPr/>
          </p:nvSpPr>
          <p:spPr>
            <a:xfrm>
              <a:off x="7988105" y="2030351"/>
              <a:ext cx="19884" cy="17356"/>
            </a:xfrm>
            <a:custGeom>
              <a:avLst/>
              <a:gdLst/>
              <a:ahLst/>
              <a:cxnLst/>
              <a:rect l="l" t="t" r="r" b="b"/>
              <a:pathLst>
                <a:path w="417" h="364" extrusionOk="0">
                  <a:moveTo>
                    <a:pt x="197" y="1"/>
                  </a:moveTo>
                  <a:cubicBezTo>
                    <a:pt x="162" y="1"/>
                    <a:pt x="127" y="10"/>
                    <a:pt x="98" y="30"/>
                  </a:cubicBezTo>
                  <a:cubicBezTo>
                    <a:pt x="15" y="85"/>
                    <a:pt x="0" y="196"/>
                    <a:pt x="56" y="279"/>
                  </a:cubicBezTo>
                  <a:cubicBezTo>
                    <a:pt x="92" y="333"/>
                    <a:pt x="151" y="364"/>
                    <a:pt x="210" y="364"/>
                  </a:cubicBezTo>
                  <a:cubicBezTo>
                    <a:pt x="243" y="364"/>
                    <a:pt x="276" y="354"/>
                    <a:pt x="305" y="335"/>
                  </a:cubicBezTo>
                  <a:cubicBezTo>
                    <a:pt x="389" y="279"/>
                    <a:pt x="416" y="168"/>
                    <a:pt x="361" y="85"/>
                  </a:cubicBezTo>
                  <a:cubicBezTo>
                    <a:pt x="325" y="31"/>
                    <a:pt x="261" y="1"/>
                    <a:pt x="1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 descr="This may contain: a small toy sitting on top of a laptop computer next to a green sticker">
            <a:extLst>
              <a:ext uri="{FF2B5EF4-FFF2-40B4-BE49-F238E27FC236}">
                <a16:creationId xmlns:a16="http://schemas.microsoft.com/office/drawing/2014/main" id="{D71C4809-B0D3-32EB-5508-26A866EC24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758213" y="3780590"/>
            <a:ext cx="1645820" cy="16458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43"/>
          <p:cNvSpPr txBox="1">
            <a:spLocks noGrp="1"/>
          </p:cNvSpPr>
          <p:nvPr>
            <p:ph type="title"/>
          </p:nvPr>
        </p:nvSpPr>
        <p:spPr>
          <a:xfrm>
            <a:off x="2336200" y="941150"/>
            <a:ext cx="5928000" cy="29067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Genre ≠</a:t>
            </a:r>
            <a:r>
              <a:rPr lang="en"/>
              <a:t> Mood</a:t>
            </a:r>
            <a:endParaRPr/>
          </a:p>
        </p:txBody>
      </p:sp>
      <p:grpSp>
        <p:nvGrpSpPr>
          <p:cNvPr id="1132" name="Google Shape;1132;p43"/>
          <p:cNvGrpSpPr/>
          <p:nvPr/>
        </p:nvGrpSpPr>
        <p:grpSpPr>
          <a:xfrm>
            <a:off x="723837" y="552000"/>
            <a:ext cx="1244188" cy="1640915"/>
            <a:chOff x="723837" y="552000"/>
            <a:chExt cx="1244188" cy="1640915"/>
          </a:xfrm>
        </p:grpSpPr>
        <p:sp>
          <p:nvSpPr>
            <p:cNvPr id="1133" name="Google Shape;1133;p43"/>
            <p:cNvSpPr/>
            <p:nvPr/>
          </p:nvSpPr>
          <p:spPr>
            <a:xfrm>
              <a:off x="729625" y="552000"/>
              <a:ext cx="98100" cy="98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43"/>
            <p:cNvSpPr/>
            <p:nvPr/>
          </p:nvSpPr>
          <p:spPr>
            <a:xfrm>
              <a:off x="882900" y="552000"/>
              <a:ext cx="98100" cy="98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43"/>
            <p:cNvSpPr/>
            <p:nvPr/>
          </p:nvSpPr>
          <p:spPr>
            <a:xfrm>
              <a:off x="1036175" y="552000"/>
              <a:ext cx="98100" cy="98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36" name="Google Shape;1136;p43"/>
            <p:cNvGrpSpPr/>
            <p:nvPr/>
          </p:nvGrpSpPr>
          <p:grpSpPr>
            <a:xfrm>
              <a:off x="729630" y="1968358"/>
              <a:ext cx="255615" cy="224557"/>
              <a:chOff x="6184139" y="1980808"/>
              <a:chExt cx="451696" cy="396814"/>
            </a:xfrm>
          </p:grpSpPr>
          <p:sp>
            <p:nvSpPr>
              <p:cNvPr id="1137" name="Google Shape;1137;p43"/>
              <p:cNvSpPr/>
              <p:nvPr/>
            </p:nvSpPr>
            <p:spPr>
              <a:xfrm>
                <a:off x="6184139" y="1980808"/>
                <a:ext cx="451696" cy="396814"/>
              </a:xfrm>
              <a:custGeom>
                <a:avLst/>
                <a:gdLst/>
                <a:ahLst/>
                <a:cxnLst/>
                <a:rect l="l" t="t" r="r" b="b"/>
                <a:pathLst>
                  <a:path w="9473" h="8322" extrusionOk="0">
                    <a:moveTo>
                      <a:pt x="4272" y="361"/>
                    </a:moveTo>
                    <a:cubicBezTo>
                      <a:pt x="4675" y="361"/>
                      <a:pt x="5063" y="583"/>
                      <a:pt x="5257" y="943"/>
                    </a:cubicBezTo>
                    <a:cubicBezTo>
                      <a:pt x="5285" y="1013"/>
                      <a:pt x="5354" y="1041"/>
                      <a:pt x="5437" y="1041"/>
                    </a:cubicBezTo>
                    <a:cubicBezTo>
                      <a:pt x="5466" y="1038"/>
                      <a:pt x="5495" y="1036"/>
                      <a:pt x="5524" y="1036"/>
                    </a:cubicBezTo>
                    <a:cubicBezTo>
                      <a:pt x="5868" y="1036"/>
                      <a:pt x="6196" y="1263"/>
                      <a:pt x="6324" y="1596"/>
                    </a:cubicBezTo>
                    <a:cubicBezTo>
                      <a:pt x="6349" y="1657"/>
                      <a:pt x="6408" y="1709"/>
                      <a:pt x="6480" y="1709"/>
                    </a:cubicBezTo>
                    <a:cubicBezTo>
                      <a:pt x="6489" y="1709"/>
                      <a:pt x="6497" y="1708"/>
                      <a:pt x="6505" y="1707"/>
                    </a:cubicBezTo>
                    <a:cubicBezTo>
                      <a:pt x="6521" y="1705"/>
                      <a:pt x="6536" y="1704"/>
                      <a:pt x="6552" y="1704"/>
                    </a:cubicBezTo>
                    <a:cubicBezTo>
                      <a:pt x="6838" y="1704"/>
                      <a:pt x="7088" y="1944"/>
                      <a:pt x="7088" y="2234"/>
                    </a:cubicBezTo>
                    <a:cubicBezTo>
                      <a:pt x="7088" y="2524"/>
                      <a:pt x="6851" y="2760"/>
                      <a:pt x="6561" y="2760"/>
                    </a:cubicBezTo>
                    <a:lnTo>
                      <a:pt x="6311" y="2760"/>
                    </a:lnTo>
                    <a:lnTo>
                      <a:pt x="6311" y="2178"/>
                    </a:lnTo>
                    <a:cubicBezTo>
                      <a:pt x="6311" y="2073"/>
                      <a:pt x="6222" y="1988"/>
                      <a:pt x="6120" y="1988"/>
                    </a:cubicBezTo>
                    <a:cubicBezTo>
                      <a:pt x="6101" y="1988"/>
                      <a:pt x="6081" y="1991"/>
                      <a:pt x="6061" y="1997"/>
                    </a:cubicBezTo>
                    <a:lnTo>
                      <a:pt x="4064" y="2566"/>
                    </a:lnTo>
                    <a:cubicBezTo>
                      <a:pt x="3981" y="2594"/>
                      <a:pt x="3926" y="2677"/>
                      <a:pt x="3939" y="2760"/>
                    </a:cubicBezTo>
                    <a:lnTo>
                      <a:pt x="3066" y="2760"/>
                    </a:lnTo>
                    <a:cubicBezTo>
                      <a:pt x="2678" y="2760"/>
                      <a:pt x="2345" y="2413"/>
                      <a:pt x="2373" y="2025"/>
                    </a:cubicBezTo>
                    <a:cubicBezTo>
                      <a:pt x="2373" y="1886"/>
                      <a:pt x="2441" y="1720"/>
                      <a:pt x="2552" y="1609"/>
                    </a:cubicBezTo>
                    <a:cubicBezTo>
                      <a:pt x="2678" y="1470"/>
                      <a:pt x="2830" y="1401"/>
                      <a:pt x="3011" y="1387"/>
                    </a:cubicBezTo>
                    <a:cubicBezTo>
                      <a:pt x="3094" y="1374"/>
                      <a:pt x="3163" y="1318"/>
                      <a:pt x="3177" y="1235"/>
                    </a:cubicBezTo>
                    <a:cubicBezTo>
                      <a:pt x="3232" y="999"/>
                      <a:pt x="3371" y="777"/>
                      <a:pt x="3565" y="610"/>
                    </a:cubicBezTo>
                    <a:cubicBezTo>
                      <a:pt x="3773" y="444"/>
                      <a:pt x="4009" y="361"/>
                      <a:pt x="4272" y="361"/>
                    </a:cubicBezTo>
                    <a:close/>
                    <a:moveTo>
                      <a:pt x="5936" y="2413"/>
                    </a:moveTo>
                    <a:lnTo>
                      <a:pt x="5936" y="2816"/>
                    </a:lnTo>
                    <a:lnTo>
                      <a:pt x="4300" y="3301"/>
                    </a:lnTo>
                    <a:lnTo>
                      <a:pt x="4300" y="2885"/>
                    </a:lnTo>
                    <a:lnTo>
                      <a:pt x="5936" y="2413"/>
                    </a:lnTo>
                    <a:close/>
                    <a:moveTo>
                      <a:pt x="5618" y="4493"/>
                    </a:moveTo>
                    <a:cubicBezTo>
                      <a:pt x="5797" y="4493"/>
                      <a:pt x="5936" y="4632"/>
                      <a:pt x="5936" y="4813"/>
                    </a:cubicBezTo>
                    <a:lnTo>
                      <a:pt x="5936" y="4826"/>
                    </a:lnTo>
                    <a:lnTo>
                      <a:pt x="5936" y="4841"/>
                    </a:lnTo>
                    <a:cubicBezTo>
                      <a:pt x="5936" y="5007"/>
                      <a:pt x="5797" y="5146"/>
                      <a:pt x="5618" y="5146"/>
                    </a:cubicBezTo>
                    <a:lnTo>
                      <a:pt x="5326" y="5146"/>
                    </a:lnTo>
                    <a:cubicBezTo>
                      <a:pt x="5146" y="5146"/>
                      <a:pt x="5007" y="5007"/>
                      <a:pt x="5007" y="4841"/>
                    </a:cubicBezTo>
                    <a:lnTo>
                      <a:pt x="5007" y="4813"/>
                    </a:lnTo>
                    <a:cubicBezTo>
                      <a:pt x="5007" y="4632"/>
                      <a:pt x="5146" y="4493"/>
                      <a:pt x="5326" y="4493"/>
                    </a:cubicBezTo>
                    <a:close/>
                    <a:moveTo>
                      <a:pt x="3621" y="4909"/>
                    </a:moveTo>
                    <a:cubicBezTo>
                      <a:pt x="3800" y="4909"/>
                      <a:pt x="3939" y="5048"/>
                      <a:pt x="3939" y="5215"/>
                    </a:cubicBezTo>
                    <a:lnTo>
                      <a:pt x="3939" y="5229"/>
                    </a:lnTo>
                    <a:lnTo>
                      <a:pt x="3939" y="5242"/>
                    </a:lnTo>
                    <a:cubicBezTo>
                      <a:pt x="3939" y="5409"/>
                      <a:pt x="3800" y="5547"/>
                      <a:pt x="3621" y="5547"/>
                    </a:cubicBezTo>
                    <a:lnTo>
                      <a:pt x="3316" y="5547"/>
                    </a:lnTo>
                    <a:cubicBezTo>
                      <a:pt x="3149" y="5547"/>
                      <a:pt x="3011" y="5409"/>
                      <a:pt x="3011" y="5242"/>
                    </a:cubicBezTo>
                    <a:lnTo>
                      <a:pt x="3011" y="5215"/>
                    </a:lnTo>
                    <a:cubicBezTo>
                      <a:pt x="3011" y="5048"/>
                      <a:pt x="3149" y="4909"/>
                      <a:pt x="3316" y="4909"/>
                    </a:cubicBezTo>
                    <a:close/>
                    <a:moveTo>
                      <a:pt x="7615" y="2483"/>
                    </a:moveTo>
                    <a:lnTo>
                      <a:pt x="7615" y="6200"/>
                    </a:lnTo>
                    <a:lnTo>
                      <a:pt x="1873" y="6200"/>
                    </a:lnTo>
                    <a:lnTo>
                      <a:pt x="1873" y="2483"/>
                    </a:lnTo>
                    <a:lnTo>
                      <a:pt x="2081" y="2483"/>
                    </a:lnTo>
                    <a:cubicBezTo>
                      <a:pt x="2247" y="2871"/>
                      <a:pt x="2636" y="3134"/>
                      <a:pt x="3066" y="3134"/>
                    </a:cubicBezTo>
                    <a:lnTo>
                      <a:pt x="3939" y="3134"/>
                    </a:lnTo>
                    <a:lnTo>
                      <a:pt x="3939" y="4619"/>
                    </a:lnTo>
                    <a:cubicBezTo>
                      <a:pt x="3843" y="4563"/>
                      <a:pt x="3732" y="4536"/>
                      <a:pt x="3621" y="4536"/>
                    </a:cubicBezTo>
                    <a:lnTo>
                      <a:pt x="3316" y="4536"/>
                    </a:lnTo>
                    <a:cubicBezTo>
                      <a:pt x="2941" y="4536"/>
                      <a:pt x="2636" y="4841"/>
                      <a:pt x="2636" y="5215"/>
                    </a:cubicBezTo>
                    <a:lnTo>
                      <a:pt x="2636" y="5242"/>
                    </a:lnTo>
                    <a:cubicBezTo>
                      <a:pt x="2636" y="5617"/>
                      <a:pt x="2941" y="5922"/>
                      <a:pt x="3316" y="5922"/>
                    </a:cubicBezTo>
                    <a:lnTo>
                      <a:pt x="3621" y="5922"/>
                    </a:lnTo>
                    <a:cubicBezTo>
                      <a:pt x="4009" y="5922"/>
                      <a:pt x="4300" y="5590"/>
                      <a:pt x="4300" y="5215"/>
                    </a:cubicBezTo>
                    <a:lnTo>
                      <a:pt x="4300" y="3676"/>
                    </a:lnTo>
                    <a:lnTo>
                      <a:pt x="5936" y="3204"/>
                    </a:lnTo>
                    <a:lnTo>
                      <a:pt x="5936" y="4203"/>
                    </a:lnTo>
                    <a:cubicBezTo>
                      <a:pt x="5840" y="4161"/>
                      <a:pt x="5742" y="4133"/>
                      <a:pt x="5618" y="4133"/>
                    </a:cubicBezTo>
                    <a:lnTo>
                      <a:pt x="5326" y="4133"/>
                    </a:lnTo>
                    <a:cubicBezTo>
                      <a:pt x="4952" y="4133"/>
                      <a:pt x="4647" y="4438"/>
                      <a:pt x="4647" y="4813"/>
                    </a:cubicBezTo>
                    <a:lnTo>
                      <a:pt x="4647" y="4841"/>
                    </a:lnTo>
                    <a:cubicBezTo>
                      <a:pt x="4647" y="5215"/>
                      <a:pt x="4952" y="5520"/>
                      <a:pt x="5326" y="5520"/>
                    </a:cubicBezTo>
                    <a:lnTo>
                      <a:pt x="5618" y="5520"/>
                    </a:lnTo>
                    <a:cubicBezTo>
                      <a:pt x="6006" y="5520"/>
                      <a:pt x="6311" y="5187"/>
                      <a:pt x="6311" y="4813"/>
                    </a:cubicBezTo>
                    <a:lnTo>
                      <a:pt x="6311" y="3134"/>
                    </a:lnTo>
                    <a:lnTo>
                      <a:pt x="6561" y="3134"/>
                    </a:lnTo>
                    <a:cubicBezTo>
                      <a:pt x="6962" y="3134"/>
                      <a:pt x="7323" y="2857"/>
                      <a:pt x="7434" y="2483"/>
                    </a:cubicBezTo>
                    <a:close/>
                    <a:moveTo>
                      <a:pt x="8044" y="1664"/>
                    </a:moveTo>
                    <a:cubicBezTo>
                      <a:pt x="8253" y="1664"/>
                      <a:pt x="8432" y="1831"/>
                      <a:pt x="8432" y="2053"/>
                    </a:cubicBezTo>
                    <a:lnTo>
                      <a:pt x="8432" y="6629"/>
                    </a:lnTo>
                    <a:cubicBezTo>
                      <a:pt x="8432" y="6838"/>
                      <a:pt x="8253" y="7017"/>
                      <a:pt x="8044" y="7017"/>
                    </a:cubicBezTo>
                    <a:lnTo>
                      <a:pt x="1443" y="7017"/>
                    </a:lnTo>
                    <a:cubicBezTo>
                      <a:pt x="1221" y="7017"/>
                      <a:pt x="1055" y="6838"/>
                      <a:pt x="1055" y="6629"/>
                    </a:cubicBezTo>
                    <a:lnTo>
                      <a:pt x="1055" y="2053"/>
                    </a:lnTo>
                    <a:cubicBezTo>
                      <a:pt x="1055" y="1831"/>
                      <a:pt x="1221" y="1664"/>
                      <a:pt x="1443" y="1664"/>
                    </a:cubicBezTo>
                    <a:lnTo>
                      <a:pt x="2081" y="1664"/>
                    </a:lnTo>
                    <a:cubicBezTo>
                      <a:pt x="2025" y="1803"/>
                      <a:pt x="1998" y="1956"/>
                      <a:pt x="1998" y="2108"/>
                    </a:cubicBezTo>
                    <a:lnTo>
                      <a:pt x="1679" y="2108"/>
                    </a:lnTo>
                    <a:cubicBezTo>
                      <a:pt x="1582" y="2108"/>
                      <a:pt x="1498" y="2191"/>
                      <a:pt x="1498" y="2289"/>
                    </a:cubicBezTo>
                    <a:lnTo>
                      <a:pt x="1498" y="6394"/>
                    </a:lnTo>
                    <a:cubicBezTo>
                      <a:pt x="1498" y="6490"/>
                      <a:pt x="1582" y="6574"/>
                      <a:pt x="1679" y="6574"/>
                    </a:cubicBezTo>
                    <a:lnTo>
                      <a:pt x="7794" y="6574"/>
                    </a:lnTo>
                    <a:cubicBezTo>
                      <a:pt x="7905" y="6574"/>
                      <a:pt x="7989" y="6490"/>
                      <a:pt x="7989" y="6394"/>
                    </a:cubicBezTo>
                    <a:lnTo>
                      <a:pt x="7989" y="2289"/>
                    </a:lnTo>
                    <a:cubicBezTo>
                      <a:pt x="7989" y="2191"/>
                      <a:pt x="7905" y="2108"/>
                      <a:pt x="7794" y="2108"/>
                    </a:cubicBezTo>
                    <a:lnTo>
                      <a:pt x="7448" y="2108"/>
                    </a:lnTo>
                    <a:cubicBezTo>
                      <a:pt x="7434" y="1942"/>
                      <a:pt x="7365" y="1790"/>
                      <a:pt x="7254" y="1664"/>
                    </a:cubicBezTo>
                    <a:close/>
                    <a:moveTo>
                      <a:pt x="4272" y="0"/>
                    </a:moveTo>
                    <a:cubicBezTo>
                      <a:pt x="3926" y="0"/>
                      <a:pt x="3593" y="111"/>
                      <a:pt x="3329" y="320"/>
                    </a:cubicBezTo>
                    <a:cubicBezTo>
                      <a:pt x="3107" y="514"/>
                      <a:pt x="2941" y="749"/>
                      <a:pt x="2844" y="1026"/>
                    </a:cubicBezTo>
                    <a:cubicBezTo>
                      <a:pt x="2663" y="1069"/>
                      <a:pt x="2484" y="1165"/>
                      <a:pt x="2345" y="1290"/>
                    </a:cubicBezTo>
                    <a:lnTo>
                      <a:pt x="1443" y="1290"/>
                    </a:lnTo>
                    <a:cubicBezTo>
                      <a:pt x="1027" y="1290"/>
                      <a:pt x="681" y="1637"/>
                      <a:pt x="681" y="2053"/>
                    </a:cubicBezTo>
                    <a:lnTo>
                      <a:pt x="681" y="6629"/>
                    </a:lnTo>
                    <a:cubicBezTo>
                      <a:pt x="681" y="6768"/>
                      <a:pt x="722" y="6906"/>
                      <a:pt x="792" y="7017"/>
                    </a:cubicBezTo>
                    <a:lnTo>
                      <a:pt x="195" y="7017"/>
                    </a:lnTo>
                    <a:cubicBezTo>
                      <a:pt x="84" y="7017"/>
                      <a:pt x="1" y="7101"/>
                      <a:pt x="1" y="7198"/>
                    </a:cubicBezTo>
                    <a:lnTo>
                      <a:pt x="1" y="7642"/>
                    </a:lnTo>
                    <a:cubicBezTo>
                      <a:pt x="1" y="8016"/>
                      <a:pt x="320" y="8321"/>
                      <a:pt x="694" y="8321"/>
                    </a:cubicBezTo>
                    <a:lnTo>
                      <a:pt x="3926" y="8321"/>
                    </a:lnTo>
                    <a:cubicBezTo>
                      <a:pt x="4037" y="8321"/>
                      <a:pt x="4120" y="8238"/>
                      <a:pt x="4120" y="8141"/>
                    </a:cubicBezTo>
                    <a:cubicBezTo>
                      <a:pt x="4120" y="8030"/>
                      <a:pt x="4037" y="7947"/>
                      <a:pt x="3926" y="7947"/>
                    </a:cubicBezTo>
                    <a:lnTo>
                      <a:pt x="694" y="7947"/>
                    </a:lnTo>
                    <a:cubicBezTo>
                      <a:pt x="514" y="7947"/>
                      <a:pt x="376" y="7808"/>
                      <a:pt x="376" y="7642"/>
                    </a:cubicBezTo>
                    <a:lnTo>
                      <a:pt x="376" y="7392"/>
                    </a:lnTo>
                    <a:lnTo>
                      <a:pt x="9098" y="7392"/>
                    </a:lnTo>
                    <a:lnTo>
                      <a:pt x="9098" y="7642"/>
                    </a:lnTo>
                    <a:cubicBezTo>
                      <a:pt x="9098" y="7808"/>
                      <a:pt x="8959" y="7947"/>
                      <a:pt x="8793" y="7947"/>
                    </a:cubicBezTo>
                    <a:lnTo>
                      <a:pt x="5562" y="7947"/>
                    </a:lnTo>
                    <a:cubicBezTo>
                      <a:pt x="5451" y="7947"/>
                      <a:pt x="5368" y="8030"/>
                      <a:pt x="5368" y="8141"/>
                    </a:cubicBezTo>
                    <a:cubicBezTo>
                      <a:pt x="5368" y="8238"/>
                      <a:pt x="5451" y="8321"/>
                      <a:pt x="5562" y="8321"/>
                    </a:cubicBezTo>
                    <a:lnTo>
                      <a:pt x="8793" y="8321"/>
                    </a:lnTo>
                    <a:cubicBezTo>
                      <a:pt x="9168" y="8321"/>
                      <a:pt x="9473" y="8016"/>
                      <a:pt x="9473" y="7642"/>
                    </a:cubicBezTo>
                    <a:lnTo>
                      <a:pt x="9473" y="7198"/>
                    </a:lnTo>
                    <a:cubicBezTo>
                      <a:pt x="9473" y="7101"/>
                      <a:pt x="9390" y="7017"/>
                      <a:pt x="9292" y="7017"/>
                    </a:cubicBezTo>
                    <a:lnTo>
                      <a:pt x="8696" y="7017"/>
                    </a:lnTo>
                    <a:cubicBezTo>
                      <a:pt x="8765" y="6906"/>
                      <a:pt x="8793" y="6768"/>
                      <a:pt x="8793" y="6629"/>
                    </a:cubicBezTo>
                    <a:lnTo>
                      <a:pt x="8793" y="2053"/>
                    </a:lnTo>
                    <a:cubicBezTo>
                      <a:pt x="8793" y="1637"/>
                      <a:pt x="8460" y="1290"/>
                      <a:pt x="8044" y="1290"/>
                    </a:cubicBezTo>
                    <a:lnTo>
                      <a:pt x="6588" y="1290"/>
                    </a:lnTo>
                    <a:cubicBezTo>
                      <a:pt x="6367" y="915"/>
                      <a:pt x="5964" y="666"/>
                      <a:pt x="5520" y="666"/>
                    </a:cubicBezTo>
                    <a:cubicBezTo>
                      <a:pt x="5243" y="250"/>
                      <a:pt x="4771" y="0"/>
                      <a:pt x="42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43"/>
              <p:cNvSpPr/>
              <p:nvPr/>
            </p:nvSpPr>
            <p:spPr>
              <a:xfrm>
                <a:off x="6400384" y="2359892"/>
                <a:ext cx="19216" cy="17499"/>
              </a:xfrm>
              <a:custGeom>
                <a:avLst/>
                <a:gdLst/>
                <a:ahLst/>
                <a:cxnLst/>
                <a:rect l="l" t="t" r="r" b="b"/>
                <a:pathLst>
                  <a:path w="403" h="367" extrusionOk="0">
                    <a:moveTo>
                      <a:pt x="192" y="0"/>
                    </a:moveTo>
                    <a:cubicBezTo>
                      <a:pt x="147" y="0"/>
                      <a:pt x="103" y="19"/>
                      <a:pt x="70" y="53"/>
                    </a:cubicBezTo>
                    <a:cubicBezTo>
                      <a:pt x="14" y="121"/>
                      <a:pt x="1" y="219"/>
                      <a:pt x="56" y="288"/>
                    </a:cubicBezTo>
                    <a:cubicBezTo>
                      <a:pt x="89" y="342"/>
                      <a:pt x="142" y="366"/>
                      <a:pt x="197" y="366"/>
                    </a:cubicBezTo>
                    <a:cubicBezTo>
                      <a:pt x="283" y="366"/>
                      <a:pt x="372" y="306"/>
                      <a:pt x="389" y="205"/>
                    </a:cubicBezTo>
                    <a:cubicBezTo>
                      <a:pt x="403" y="136"/>
                      <a:pt x="362" y="53"/>
                      <a:pt x="278" y="25"/>
                    </a:cubicBezTo>
                    <a:cubicBezTo>
                      <a:pt x="251" y="8"/>
                      <a:pt x="221" y="0"/>
                      <a:pt x="19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39" name="Google Shape;1139;p43"/>
            <p:cNvGrpSpPr/>
            <p:nvPr/>
          </p:nvGrpSpPr>
          <p:grpSpPr>
            <a:xfrm>
              <a:off x="729630" y="975085"/>
              <a:ext cx="255615" cy="254967"/>
              <a:chOff x="6184139" y="1220827"/>
              <a:chExt cx="451696" cy="450552"/>
            </a:xfrm>
          </p:grpSpPr>
          <p:sp>
            <p:nvSpPr>
              <p:cNvPr id="1140" name="Google Shape;1140;p43"/>
              <p:cNvSpPr/>
              <p:nvPr/>
            </p:nvSpPr>
            <p:spPr>
              <a:xfrm>
                <a:off x="6353416" y="1390104"/>
                <a:ext cx="117776" cy="137087"/>
              </a:xfrm>
              <a:custGeom>
                <a:avLst/>
                <a:gdLst/>
                <a:ahLst/>
                <a:cxnLst/>
                <a:rect l="l" t="t" r="r" b="b"/>
                <a:pathLst>
                  <a:path w="2470" h="2875" extrusionOk="0">
                    <a:moveTo>
                      <a:pt x="916" y="1946"/>
                    </a:moveTo>
                    <a:cubicBezTo>
                      <a:pt x="1069" y="1946"/>
                      <a:pt x="1193" y="2070"/>
                      <a:pt x="1193" y="2224"/>
                    </a:cubicBezTo>
                    <a:cubicBezTo>
                      <a:pt x="1193" y="2376"/>
                      <a:pt x="1069" y="2501"/>
                      <a:pt x="916" y="2501"/>
                    </a:cubicBezTo>
                    <a:lnTo>
                      <a:pt x="666" y="2501"/>
                    </a:lnTo>
                    <a:cubicBezTo>
                      <a:pt x="500" y="2501"/>
                      <a:pt x="376" y="2376"/>
                      <a:pt x="376" y="2224"/>
                    </a:cubicBezTo>
                    <a:cubicBezTo>
                      <a:pt x="376" y="2070"/>
                      <a:pt x="500" y="1946"/>
                      <a:pt x="666" y="1946"/>
                    </a:cubicBezTo>
                    <a:close/>
                    <a:moveTo>
                      <a:pt x="1383" y="1"/>
                    </a:moveTo>
                    <a:cubicBezTo>
                      <a:pt x="1371" y="1"/>
                      <a:pt x="1358" y="2"/>
                      <a:pt x="1347" y="5"/>
                    </a:cubicBezTo>
                    <a:cubicBezTo>
                      <a:pt x="1263" y="18"/>
                      <a:pt x="1193" y="101"/>
                      <a:pt x="1193" y="184"/>
                    </a:cubicBezTo>
                    <a:lnTo>
                      <a:pt x="1193" y="1627"/>
                    </a:lnTo>
                    <a:cubicBezTo>
                      <a:pt x="1110" y="1599"/>
                      <a:pt x="1014" y="1571"/>
                      <a:pt x="916" y="1571"/>
                    </a:cubicBezTo>
                    <a:lnTo>
                      <a:pt x="666" y="1571"/>
                    </a:lnTo>
                    <a:cubicBezTo>
                      <a:pt x="320" y="1571"/>
                      <a:pt x="15" y="1849"/>
                      <a:pt x="15" y="2209"/>
                    </a:cubicBezTo>
                    <a:cubicBezTo>
                      <a:pt x="1" y="2570"/>
                      <a:pt x="293" y="2875"/>
                      <a:pt x="666" y="2875"/>
                    </a:cubicBezTo>
                    <a:lnTo>
                      <a:pt x="916" y="2875"/>
                    </a:lnTo>
                    <a:cubicBezTo>
                      <a:pt x="1277" y="2875"/>
                      <a:pt x="1568" y="2584"/>
                      <a:pt x="1568" y="2224"/>
                    </a:cubicBezTo>
                    <a:lnTo>
                      <a:pt x="1568" y="600"/>
                    </a:lnTo>
                    <a:cubicBezTo>
                      <a:pt x="1637" y="628"/>
                      <a:pt x="1707" y="670"/>
                      <a:pt x="1804" y="698"/>
                    </a:cubicBezTo>
                    <a:cubicBezTo>
                      <a:pt x="2026" y="767"/>
                      <a:pt x="2081" y="920"/>
                      <a:pt x="2081" y="933"/>
                    </a:cubicBezTo>
                    <a:lnTo>
                      <a:pt x="2095" y="948"/>
                    </a:lnTo>
                    <a:cubicBezTo>
                      <a:pt x="2118" y="1025"/>
                      <a:pt x="2183" y="1067"/>
                      <a:pt x="2259" y="1067"/>
                    </a:cubicBezTo>
                    <a:cubicBezTo>
                      <a:pt x="2278" y="1067"/>
                      <a:pt x="2297" y="1064"/>
                      <a:pt x="2317" y="1059"/>
                    </a:cubicBezTo>
                    <a:cubicBezTo>
                      <a:pt x="2414" y="1031"/>
                      <a:pt x="2469" y="933"/>
                      <a:pt x="2442" y="822"/>
                    </a:cubicBezTo>
                    <a:cubicBezTo>
                      <a:pt x="2401" y="698"/>
                      <a:pt x="2247" y="448"/>
                      <a:pt x="1915" y="337"/>
                    </a:cubicBezTo>
                    <a:cubicBezTo>
                      <a:pt x="1665" y="268"/>
                      <a:pt x="1554" y="101"/>
                      <a:pt x="1541" y="88"/>
                    </a:cubicBezTo>
                    <a:cubicBezTo>
                      <a:pt x="1506" y="30"/>
                      <a:pt x="1443" y="1"/>
                      <a:pt x="13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43"/>
              <p:cNvSpPr/>
              <p:nvPr/>
            </p:nvSpPr>
            <p:spPr>
              <a:xfrm>
                <a:off x="6184139" y="1227598"/>
                <a:ext cx="451696" cy="443781"/>
              </a:xfrm>
              <a:custGeom>
                <a:avLst/>
                <a:gdLst/>
                <a:ahLst/>
                <a:cxnLst/>
                <a:rect l="l" t="t" r="r" b="b"/>
                <a:pathLst>
                  <a:path w="9473" h="9307" extrusionOk="0">
                    <a:moveTo>
                      <a:pt x="4672" y="2941"/>
                    </a:moveTo>
                    <a:cubicBezTo>
                      <a:pt x="5194" y="2941"/>
                      <a:pt x="5714" y="3135"/>
                      <a:pt x="6103" y="3524"/>
                    </a:cubicBezTo>
                    <a:cubicBezTo>
                      <a:pt x="6894" y="4313"/>
                      <a:pt x="6894" y="5604"/>
                      <a:pt x="6103" y="6394"/>
                    </a:cubicBezTo>
                    <a:cubicBezTo>
                      <a:pt x="5708" y="6789"/>
                      <a:pt x="5188" y="6987"/>
                      <a:pt x="4667" y="6987"/>
                    </a:cubicBezTo>
                    <a:cubicBezTo>
                      <a:pt x="4147" y="6987"/>
                      <a:pt x="3627" y="6789"/>
                      <a:pt x="3232" y="6394"/>
                    </a:cubicBezTo>
                    <a:cubicBezTo>
                      <a:pt x="2441" y="5604"/>
                      <a:pt x="2441" y="4313"/>
                      <a:pt x="3232" y="3524"/>
                    </a:cubicBezTo>
                    <a:cubicBezTo>
                      <a:pt x="3627" y="3135"/>
                      <a:pt x="4151" y="2941"/>
                      <a:pt x="4672" y="2941"/>
                    </a:cubicBezTo>
                    <a:close/>
                    <a:moveTo>
                      <a:pt x="2726" y="6554"/>
                    </a:moveTo>
                    <a:cubicBezTo>
                      <a:pt x="2820" y="6554"/>
                      <a:pt x="2913" y="6588"/>
                      <a:pt x="2983" y="6658"/>
                    </a:cubicBezTo>
                    <a:cubicBezTo>
                      <a:pt x="3121" y="6796"/>
                      <a:pt x="3121" y="7018"/>
                      <a:pt x="2983" y="7157"/>
                    </a:cubicBezTo>
                    <a:lnTo>
                      <a:pt x="1720" y="8418"/>
                    </a:lnTo>
                    <a:lnTo>
                      <a:pt x="1208" y="7919"/>
                    </a:lnTo>
                    <a:lnTo>
                      <a:pt x="2469" y="6658"/>
                    </a:lnTo>
                    <a:cubicBezTo>
                      <a:pt x="2538" y="6588"/>
                      <a:pt x="2632" y="6554"/>
                      <a:pt x="2726" y="6554"/>
                    </a:cubicBezTo>
                    <a:close/>
                    <a:moveTo>
                      <a:pt x="944" y="8183"/>
                    </a:moveTo>
                    <a:lnTo>
                      <a:pt x="1457" y="8682"/>
                    </a:lnTo>
                    <a:lnTo>
                      <a:pt x="1304" y="8834"/>
                    </a:lnTo>
                    <a:cubicBezTo>
                      <a:pt x="1235" y="8904"/>
                      <a:pt x="1145" y="8938"/>
                      <a:pt x="1055" y="8938"/>
                    </a:cubicBezTo>
                    <a:cubicBezTo>
                      <a:pt x="964" y="8938"/>
                      <a:pt x="874" y="8904"/>
                      <a:pt x="805" y="8834"/>
                    </a:cubicBezTo>
                    <a:cubicBezTo>
                      <a:pt x="666" y="8696"/>
                      <a:pt x="666" y="8474"/>
                      <a:pt x="805" y="8335"/>
                    </a:cubicBezTo>
                    <a:lnTo>
                      <a:pt x="944" y="8183"/>
                    </a:lnTo>
                    <a:close/>
                    <a:moveTo>
                      <a:pt x="4718" y="1"/>
                    </a:moveTo>
                    <a:cubicBezTo>
                      <a:pt x="4642" y="1"/>
                      <a:pt x="4571" y="51"/>
                      <a:pt x="4549" y="125"/>
                    </a:cubicBezTo>
                    <a:cubicBezTo>
                      <a:pt x="4508" y="223"/>
                      <a:pt x="4564" y="320"/>
                      <a:pt x="4660" y="362"/>
                    </a:cubicBezTo>
                    <a:cubicBezTo>
                      <a:pt x="5146" y="541"/>
                      <a:pt x="5548" y="889"/>
                      <a:pt x="5797" y="1346"/>
                    </a:cubicBezTo>
                    <a:cubicBezTo>
                      <a:pt x="5834" y="1394"/>
                      <a:pt x="5890" y="1432"/>
                      <a:pt x="5950" y="1432"/>
                    </a:cubicBezTo>
                    <a:cubicBezTo>
                      <a:pt x="5959" y="1432"/>
                      <a:pt x="5969" y="1431"/>
                      <a:pt x="5978" y="1429"/>
                    </a:cubicBezTo>
                    <a:lnTo>
                      <a:pt x="6130" y="1429"/>
                    </a:lnTo>
                    <a:cubicBezTo>
                      <a:pt x="6824" y="1429"/>
                      <a:pt x="7462" y="1873"/>
                      <a:pt x="7711" y="2511"/>
                    </a:cubicBezTo>
                    <a:cubicBezTo>
                      <a:pt x="7739" y="2594"/>
                      <a:pt x="7822" y="2636"/>
                      <a:pt x="7905" y="2636"/>
                    </a:cubicBezTo>
                    <a:cubicBezTo>
                      <a:pt x="7947" y="2636"/>
                      <a:pt x="7975" y="2622"/>
                      <a:pt x="8016" y="2622"/>
                    </a:cubicBezTo>
                    <a:cubicBezTo>
                      <a:pt x="8613" y="2622"/>
                      <a:pt x="9098" y="3121"/>
                      <a:pt x="9098" y="3718"/>
                    </a:cubicBezTo>
                    <a:cubicBezTo>
                      <a:pt x="9098" y="4328"/>
                      <a:pt x="8613" y="4813"/>
                      <a:pt x="8016" y="4813"/>
                    </a:cubicBezTo>
                    <a:lnTo>
                      <a:pt x="7073" y="4813"/>
                    </a:lnTo>
                    <a:cubicBezTo>
                      <a:pt x="7004" y="3870"/>
                      <a:pt x="6380" y="3024"/>
                      <a:pt x="5492" y="2705"/>
                    </a:cubicBezTo>
                    <a:cubicBezTo>
                      <a:pt x="5230" y="2611"/>
                      <a:pt x="4957" y="2565"/>
                      <a:pt x="4687" y="2565"/>
                    </a:cubicBezTo>
                    <a:cubicBezTo>
                      <a:pt x="4001" y="2565"/>
                      <a:pt x="3329" y="2857"/>
                      <a:pt x="2872" y="3385"/>
                    </a:cubicBezTo>
                    <a:cubicBezTo>
                      <a:pt x="2705" y="3579"/>
                      <a:pt x="2567" y="3787"/>
                      <a:pt x="2456" y="4023"/>
                    </a:cubicBezTo>
                    <a:cubicBezTo>
                      <a:pt x="2358" y="4272"/>
                      <a:pt x="2289" y="4550"/>
                      <a:pt x="2275" y="4813"/>
                    </a:cubicBezTo>
                    <a:lnTo>
                      <a:pt x="1762" y="4813"/>
                    </a:lnTo>
                    <a:cubicBezTo>
                      <a:pt x="999" y="4813"/>
                      <a:pt x="376" y="4189"/>
                      <a:pt x="376" y="3426"/>
                    </a:cubicBezTo>
                    <a:cubicBezTo>
                      <a:pt x="376" y="2719"/>
                      <a:pt x="944" y="2109"/>
                      <a:pt x="1651" y="2054"/>
                    </a:cubicBezTo>
                    <a:cubicBezTo>
                      <a:pt x="1735" y="2039"/>
                      <a:pt x="1803" y="1984"/>
                      <a:pt x="1818" y="1900"/>
                    </a:cubicBezTo>
                    <a:cubicBezTo>
                      <a:pt x="1984" y="1194"/>
                      <a:pt x="2484" y="611"/>
                      <a:pt x="3177" y="362"/>
                    </a:cubicBezTo>
                    <a:cubicBezTo>
                      <a:pt x="3273" y="334"/>
                      <a:pt x="3316" y="223"/>
                      <a:pt x="3273" y="125"/>
                    </a:cubicBezTo>
                    <a:cubicBezTo>
                      <a:pt x="3251" y="48"/>
                      <a:pt x="3176" y="6"/>
                      <a:pt x="3098" y="6"/>
                    </a:cubicBezTo>
                    <a:cubicBezTo>
                      <a:pt x="3078" y="6"/>
                      <a:pt x="3058" y="9"/>
                      <a:pt x="3038" y="14"/>
                    </a:cubicBezTo>
                    <a:cubicBezTo>
                      <a:pt x="2650" y="153"/>
                      <a:pt x="2303" y="403"/>
                      <a:pt x="2025" y="722"/>
                    </a:cubicBezTo>
                    <a:cubicBezTo>
                      <a:pt x="1776" y="1000"/>
                      <a:pt x="1596" y="1332"/>
                      <a:pt x="1498" y="1693"/>
                    </a:cubicBezTo>
                    <a:cubicBezTo>
                      <a:pt x="653" y="1832"/>
                      <a:pt x="1" y="2581"/>
                      <a:pt x="1" y="3426"/>
                    </a:cubicBezTo>
                    <a:cubicBezTo>
                      <a:pt x="1" y="4397"/>
                      <a:pt x="792" y="5188"/>
                      <a:pt x="1762" y="5188"/>
                    </a:cubicBezTo>
                    <a:lnTo>
                      <a:pt x="2289" y="5188"/>
                    </a:lnTo>
                    <a:cubicBezTo>
                      <a:pt x="2317" y="5534"/>
                      <a:pt x="2428" y="5881"/>
                      <a:pt x="2608" y="6186"/>
                    </a:cubicBezTo>
                    <a:cubicBezTo>
                      <a:pt x="2469" y="6214"/>
                      <a:pt x="2330" y="6283"/>
                      <a:pt x="2206" y="6394"/>
                    </a:cubicBezTo>
                    <a:lnTo>
                      <a:pt x="542" y="8072"/>
                    </a:lnTo>
                    <a:cubicBezTo>
                      <a:pt x="250" y="8350"/>
                      <a:pt x="250" y="8807"/>
                      <a:pt x="542" y="9099"/>
                    </a:cubicBezTo>
                    <a:cubicBezTo>
                      <a:pt x="681" y="9237"/>
                      <a:pt x="868" y="9307"/>
                      <a:pt x="1055" y="9307"/>
                    </a:cubicBezTo>
                    <a:cubicBezTo>
                      <a:pt x="1242" y="9307"/>
                      <a:pt x="1430" y="9237"/>
                      <a:pt x="1568" y="9099"/>
                    </a:cubicBezTo>
                    <a:lnTo>
                      <a:pt x="3232" y="7420"/>
                    </a:lnTo>
                    <a:cubicBezTo>
                      <a:pt x="3343" y="7309"/>
                      <a:pt x="3412" y="7170"/>
                      <a:pt x="3440" y="7018"/>
                    </a:cubicBezTo>
                    <a:cubicBezTo>
                      <a:pt x="3815" y="7240"/>
                      <a:pt x="4244" y="7364"/>
                      <a:pt x="4675" y="7364"/>
                    </a:cubicBezTo>
                    <a:cubicBezTo>
                      <a:pt x="5285" y="7364"/>
                      <a:pt x="5895" y="7129"/>
                      <a:pt x="6367" y="6658"/>
                    </a:cubicBezTo>
                    <a:cubicBezTo>
                      <a:pt x="6783" y="6242"/>
                      <a:pt x="7004" y="5728"/>
                      <a:pt x="7060" y="5188"/>
                    </a:cubicBezTo>
                    <a:lnTo>
                      <a:pt x="8016" y="5188"/>
                    </a:lnTo>
                    <a:cubicBezTo>
                      <a:pt x="8821" y="5188"/>
                      <a:pt x="9473" y="4522"/>
                      <a:pt x="9473" y="3718"/>
                    </a:cubicBezTo>
                    <a:cubicBezTo>
                      <a:pt x="9473" y="2913"/>
                      <a:pt x="8821" y="2261"/>
                      <a:pt x="8016" y="2261"/>
                    </a:cubicBezTo>
                    <a:lnTo>
                      <a:pt x="8003" y="2261"/>
                    </a:lnTo>
                    <a:cubicBezTo>
                      <a:pt x="7670" y="1540"/>
                      <a:pt x="6935" y="1055"/>
                      <a:pt x="6130" y="1055"/>
                    </a:cubicBezTo>
                    <a:lnTo>
                      <a:pt x="6061" y="1055"/>
                    </a:lnTo>
                    <a:cubicBezTo>
                      <a:pt x="5770" y="569"/>
                      <a:pt x="5313" y="209"/>
                      <a:pt x="4786" y="14"/>
                    </a:cubicBezTo>
                    <a:cubicBezTo>
                      <a:pt x="4763" y="5"/>
                      <a:pt x="4740" y="1"/>
                      <a:pt x="47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43"/>
              <p:cNvSpPr/>
              <p:nvPr/>
            </p:nvSpPr>
            <p:spPr>
              <a:xfrm>
                <a:off x="6361570" y="1220827"/>
                <a:ext cx="19025" cy="17690"/>
              </a:xfrm>
              <a:custGeom>
                <a:avLst/>
                <a:gdLst/>
                <a:ahLst/>
                <a:cxnLst/>
                <a:rect l="l" t="t" r="r" b="b"/>
                <a:pathLst>
                  <a:path w="399" h="371" extrusionOk="0">
                    <a:moveTo>
                      <a:pt x="187" y="1"/>
                    </a:moveTo>
                    <a:cubicBezTo>
                      <a:pt x="174" y="1"/>
                      <a:pt x="161" y="2"/>
                      <a:pt x="149" y="4"/>
                    </a:cubicBezTo>
                    <a:cubicBezTo>
                      <a:pt x="79" y="32"/>
                      <a:pt x="24" y="101"/>
                      <a:pt x="11" y="171"/>
                    </a:cubicBezTo>
                    <a:cubicBezTo>
                      <a:pt x="1" y="288"/>
                      <a:pt x="101" y="370"/>
                      <a:pt x="200" y="370"/>
                    </a:cubicBezTo>
                    <a:cubicBezTo>
                      <a:pt x="241" y="370"/>
                      <a:pt x="283" y="356"/>
                      <a:pt x="316" y="323"/>
                    </a:cubicBezTo>
                    <a:cubicBezTo>
                      <a:pt x="385" y="267"/>
                      <a:pt x="399" y="156"/>
                      <a:pt x="357" y="88"/>
                    </a:cubicBezTo>
                    <a:cubicBezTo>
                      <a:pt x="323" y="30"/>
                      <a:pt x="250" y="1"/>
                      <a:pt x="1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3" name="Google Shape;1143;p43"/>
            <p:cNvGrpSpPr/>
            <p:nvPr/>
          </p:nvGrpSpPr>
          <p:grpSpPr>
            <a:xfrm>
              <a:off x="723837" y="1482615"/>
              <a:ext cx="267223" cy="233165"/>
              <a:chOff x="6908262" y="1240186"/>
              <a:chExt cx="472209" cy="412024"/>
            </a:xfrm>
          </p:grpSpPr>
          <p:sp>
            <p:nvSpPr>
              <p:cNvPr id="1144" name="Google Shape;1144;p43"/>
              <p:cNvSpPr/>
              <p:nvPr/>
            </p:nvSpPr>
            <p:spPr>
              <a:xfrm>
                <a:off x="7105958" y="1594618"/>
                <a:ext cx="76769" cy="17929"/>
              </a:xfrm>
              <a:custGeom>
                <a:avLst/>
                <a:gdLst/>
                <a:ahLst/>
                <a:cxnLst/>
                <a:rect l="l" t="t" r="r" b="b"/>
                <a:pathLst>
                  <a:path w="1610" h="376" extrusionOk="0">
                    <a:moveTo>
                      <a:pt x="181" y="0"/>
                    </a:moveTo>
                    <a:cubicBezTo>
                      <a:pt x="84" y="0"/>
                      <a:pt x="1" y="84"/>
                      <a:pt x="1" y="181"/>
                    </a:cubicBezTo>
                    <a:cubicBezTo>
                      <a:pt x="1" y="292"/>
                      <a:pt x="84" y="375"/>
                      <a:pt x="181" y="375"/>
                    </a:cubicBezTo>
                    <a:lnTo>
                      <a:pt x="1429" y="375"/>
                    </a:lnTo>
                    <a:cubicBezTo>
                      <a:pt x="1540" y="375"/>
                      <a:pt x="1609" y="292"/>
                      <a:pt x="1609" y="181"/>
                    </a:cubicBezTo>
                    <a:cubicBezTo>
                      <a:pt x="1609" y="84"/>
                      <a:pt x="1540" y="0"/>
                      <a:pt x="14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43"/>
              <p:cNvSpPr/>
              <p:nvPr/>
            </p:nvSpPr>
            <p:spPr>
              <a:xfrm>
                <a:off x="7080209" y="1365642"/>
                <a:ext cx="136229" cy="159593"/>
              </a:xfrm>
              <a:custGeom>
                <a:avLst/>
                <a:gdLst/>
                <a:ahLst/>
                <a:cxnLst/>
                <a:rect l="l" t="t" r="r" b="b"/>
                <a:pathLst>
                  <a:path w="2857" h="3347" extrusionOk="0">
                    <a:moveTo>
                      <a:pt x="1054" y="2237"/>
                    </a:moveTo>
                    <a:cubicBezTo>
                      <a:pt x="1262" y="2237"/>
                      <a:pt x="1415" y="2404"/>
                      <a:pt x="1415" y="2598"/>
                    </a:cubicBezTo>
                    <a:lnTo>
                      <a:pt x="1415" y="2611"/>
                    </a:lnTo>
                    <a:cubicBezTo>
                      <a:pt x="1415" y="2820"/>
                      <a:pt x="1262" y="2972"/>
                      <a:pt x="1054" y="2972"/>
                    </a:cubicBezTo>
                    <a:lnTo>
                      <a:pt x="735" y="2972"/>
                    </a:lnTo>
                    <a:cubicBezTo>
                      <a:pt x="541" y="2972"/>
                      <a:pt x="374" y="2820"/>
                      <a:pt x="374" y="2611"/>
                    </a:cubicBezTo>
                    <a:lnTo>
                      <a:pt x="374" y="2598"/>
                    </a:lnTo>
                    <a:cubicBezTo>
                      <a:pt x="374" y="2404"/>
                      <a:pt x="541" y="2237"/>
                      <a:pt x="735" y="2237"/>
                    </a:cubicBezTo>
                    <a:close/>
                    <a:moveTo>
                      <a:pt x="1594" y="1"/>
                    </a:moveTo>
                    <a:cubicBezTo>
                      <a:pt x="1580" y="1"/>
                      <a:pt x="1567" y="2"/>
                      <a:pt x="1553" y="4"/>
                    </a:cubicBezTo>
                    <a:cubicBezTo>
                      <a:pt x="1470" y="32"/>
                      <a:pt x="1415" y="102"/>
                      <a:pt x="1415" y="185"/>
                    </a:cubicBezTo>
                    <a:lnTo>
                      <a:pt x="1415" y="1960"/>
                    </a:lnTo>
                    <a:cubicBezTo>
                      <a:pt x="1317" y="1904"/>
                      <a:pt x="1193" y="1862"/>
                      <a:pt x="1054" y="1862"/>
                    </a:cubicBezTo>
                    <a:lnTo>
                      <a:pt x="735" y="1862"/>
                    </a:lnTo>
                    <a:cubicBezTo>
                      <a:pt x="333" y="1862"/>
                      <a:pt x="0" y="2195"/>
                      <a:pt x="0" y="2598"/>
                    </a:cubicBezTo>
                    <a:lnTo>
                      <a:pt x="0" y="2611"/>
                    </a:lnTo>
                    <a:cubicBezTo>
                      <a:pt x="0" y="3014"/>
                      <a:pt x="333" y="3347"/>
                      <a:pt x="735" y="3347"/>
                    </a:cubicBezTo>
                    <a:lnTo>
                      <a:pt x="1054" y="3347"/>
                    </a:lnTo>
                    <a:cubicBezTo>
                      <a:pt x="1456" y="3347"/>
                      <a:pt x="1789" y="3014"/>
                      <a:pt x="1789" y="2611"/>
                    </a:cubicBezTo>
                    <a:lnTo>
                      <a:pt x="1789" y="2598"/>
                    </a:lnTo>
                    <a:lnTo>
                      <a:pt x="1789" y="614"/>
                    </a:lnTo>
                    <a:cubicBezTo>
                      <a:pt x="1872" y="670"/>
                      <a:pt x="1983" y="725"/>
                      <a:pt x="2108" y="767"/>
                    </a:cubicBezTo>
                    <a:cubicBezTo>
                      <a:pt x="2399" y="850"/>
                      <a:pt x="2469" y="1058"/>
                      <a:pt x="2469" y="1058"/>
                    </a:cubicBezTo>
                    <a:lnTo>
                      <a:pt x="2482" y="1086"/>
                    </a:lnTo>
                    <a:cubicBezTo>
                      <a:pt x="2505" y="1154"/>
                      <a:pt x="2575" y="1204"/>
                      <a:pt x="2645" y="1204"/>
                    </a:cubicBezTo>
                    <a:cubicBezTo>
                      <a:pt x="2661" y="1204"/>
                      <a:pt x="2676" y="1202"/>
                      <a:pt x="2691" y="1197"/>
                    </a:cubicBezTo>
                    <a:cubicBezTo>
                      <a:pt x="2802" y="1183"/>
                      <a:pt x="2857" y="1072"/>
                      <a:pt x="2829" y="975"/>
                    </a:cubicBezTo>
                    <a:lnTo>
                      <a:pt x="2829" y="961"/>
                    </a:lnTo>
                    <a:cubicBezTo>
                      <a:pt x="2787" y="808"/>
                      <a:pt x="2607" y="531"/>
                      <a:pt x="2219" y="407"/>
                    </a:cubicBezTo>
                    <a:cubicBezTo>
                      <a:pt x="1914" y="309"/>
                      <a:pt x="1775" y="115"/>
                      <a:pt x="1761" y="87"/>
                    </a:cubicBezTo>
                    <a:cubicBezTo>
                      <a:pt x="1726" y="30"/>
                      <a:pt x="1663" y="1"/>
                      <a:pt x="15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43"/>
              <p:cNvSpPr/>
              <p:nvPr/>
            </p:nvSpPr>
            <p:spPr>
              <a:xfrm>
                <a:off x="7019365" y="1240186"/>
                <a:ext cx="249999" cy="412024"/>
              </a:xfrm>
              <a:custGeom>
                <a:avLst/>
                <a:gdLst/>
                <a:ahLst/>
                <a:cxnLst/>
                <a:rect l="l" t="t" r="r" b="b"/>
                <a:pathLst>
                  <a:path w="5243" h="8641" extrusionOk="0">
                    <a:moveTo>
                      <a:pt x="3578" y="361"/>
                    </a:moveTo>
                    <a:lnTo>
                      <a:pt x="3578" y="403"/>
                    </a:lnTo>
                    <a:lnTo>
                      <a:pt x="3578" y="666"/>
                    </a:lnTo>
                    <a:cubicBezTo>
                      <a:pt x="3578" y="736"/>
                      <a:pt x="3523" y="791"/>
                      <a:pt x="3453" y="791"/>
                    </a:cubicBezTo>
                    <a:lnTo>
                      <a:pt x="1803" y="791"/>
                    </a:lnTo>
                    <a:cubicBezTo>
                      <a:pt x="1720" y="791"/>
                      <a:pt x="1665" y="736"/>
                      <a:pt x="1665" y="666"/>
                    </a:cubicBezTo>
                    <a:lnTo>
                      <a:pt x="1665" y="403"/>
                    </a:lnTo>
                    <a:lnTo>
                      <a:pt x="1665" y="361"/>
                    </a:lnTo>
                    <a:close/>
                    <a:moveTo>
                      <a:pt x="832" y="0"/>
                    </a:moveTo>
                    <a:cubicBezTo>
                      <a:pt x="374" y="0"/>
                      <a:pt x="0" y="375"/>
                      <a:pt x="0" y="832"/>
                    </a:cubicBezTo>
                    <a:lnTo>
                      <a:pt x="0" y="1636"/>
                    </a:lnTo>
                    <a:cubicBezTo>
                      <a:pt x="0" y="1747"/>
                      <a:pt x="84" y="1831"/>
                      <a:pt x="180" y="1831"/>
                    </a:cubicBezTo>
                    <a:cubicBezTo>
                      <a:pt x="291" y="1831"/>
                      <a:pt x="374" y="1747"/>
                      <a:pt x="374" y="1636"/>
                    </a:cubicBezTo>
                    <a:lnTo>
                      <a:pt x="374" y="832"/>
                    </a:lnTo>
                    <a:cubicBezTo>
                      <a:pt x="374" y="569"/>
                      <a:pt x="568" y="361"/>
                      <a:pt x="832" y="361"/>
                    </a:cubicBezTo>
                    <a:lnTo>
                      <a:pt x="1262" y="361"/>
                    </a:lnTo>
                    <a:cubicBezTo>
                      <a:pt x="1276" y="361"/>
                      <a:pt x="1290" y="388"/>
                      <a:pt x="1290" y="403"/>
                    </a:cubicBezTo>
                    <a:lnTo>
                      <a:pt x="1290" y="666"/>
                    </a:lnTo>
                    <a:cubicBezTo>
                      <a:pt x="1290" y="943"/>
                      <a:pt x="1526" y="1165"/>
                      <a:pt x="1803" y="1165"/>
                    </a:cubicBezTo>
                    <a:lnTo>
                      <a:pt x="3453" y="1165"/>
                    </a:lnTo>
                    <a:cubicBezTo>
                      <a:pt x="3730" y="1165"/>
                      <a:pt x="3952" y="943"/>
                      <a:pt x="3952" y="666"/>
                    </a:cubicBezTo>
                    <a:lnTo>
                      <a:pt x="3952" y="403"/>
                    </a:lnTo>
                    <a:cubicBezTo>
                      <a:pt x="3952" y="388"/>
                      <a:pt x="3967" y="361"/>
                      <a:pt x="3994" y="361"/>
                    </a:cubicBezTo>
                    <a:lnTo>
                      <a:pt x="4410" y="361"/>
                    </a:lnTo>
                    <a:cubicBezTo>
                      <a:pt x="4673" y="361"/>
                      <a:pt x="4882" y="569"/>
                      <a:pt x="4882" y="832"/>
                    </a:cubicBezTo>
                    <a:lnTo>
                      <a:pt x="4882" y="7808"/>
                    </a:lnTo>
                    <a:cubicBezTo>
                      <a:pt x="4882" y="8058"/>
                      <a:pt x="4673" y="8265"/>
                      <a:pt x="4410" y="8265"/>
                    </a:cubicBezTo>
                    <a:lnTo>
                      <a:pt x="832" y="8265"/>
                    </a:lnTo>
                    <a:cubicBezTo>
                      <a:pt x="583" y="8265"/>
                      <a:pt x="374" y="8058"/>
                      <a:pt x="374" y="7808"/>
                    </a:cubicBezTo>
                    <a:lnTo>
                      <a:pt x="374" y="3273"/>
                    </a:lnTo>
                    <a:cubicBezTo>
                      <a:pt x="374" y="3162"/>
                      <a:pt x="291" y="3079"/>
                      <a:pt x="180" y="3079"/>
                    </a:cubicBezTo>
                    <a:cubicBezTo>
                      <a:pt x="84" y="3079"/>
                      <a:pt x="0" y="3162"/>
                      <a:pt x="0" y="3273"/>
                    </a:cubicBezTo>
                    <a:lnTo>
                      <a:pt x="0" y="7808"/>
                    </a:lnTo>
                    <a:cubicBezTo>
                      <a:pt x="0" y="8265"/>
                      <a:pt x="374" y="8640"/>
                      <a:pt x="832" y="8640"/>
                    </a:cubicBezTo>
                    <a:lnTo>
                      <a:pt x="4410" y="8640"/>
                    </a:lnTo>
                    <a:cubicBezTo>
                      <a:pt x="4882" y="8640"/>
                      <a:pt x="5242" y="8265"/>
                      <a:pt x="5242" y="7808"/>
                    </a:cubicBezTo>
                    <a:lnTo>
                      <a:pt x="5242" y="832"/>
                    </a:lnTo>
                    <a:cubicBezTo>
                      <a:pt x="5242" y="375"/>
                      <a:pt x="4882" y="0"/>
                      <a:pt x="44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43"/>
              <p:cNvSpPr/>
              <p:nvPr/>
            </p:nvSpPr>
            <p:spPr>
              <a:xfrm>
                <a:off x="6955183" y="1401691"/>
                <a:ext cx="41722" cy="97606"/>
              </a:xfrm>
              <a:custGeom>
                <a:avLst/>
                <a:gdLst/>
                <a:ahLst/>
                <a:cxnLst/>
                <a:rect l="l" t="t" r="r" b="b"/>
                <a:pathLst>
                  <a:path w="875" h="2047" extrusionOk="0">
                    <a:moveTo>
                      <a:pt x="668" y="1"/>
                    </a:moveTo>
                    <a:cubicBezTo>
                      <a:pt x="621" y="1"/>
                      <a:pt x="576" y="18"/>
                      <a:pt x="542" y="52"/>
                    </a:cubicBezTo>
                    <a:cubicBezTo>
                      <a:pt x="1" y="594"/>
                      <a:pt x="1" y="1454"/>
                      <a:pt x="542" y="1994"/>
                    </a:cubicBezTo>
                    <a:cubicBezTo>
                      <a:pt x="576" y="2029"/>
                      <a:pt x="625" y="2046"/>
                      <a:pt x="673" y="2046"/>
                    </a:cubicBezTo>
                    <a:cubicBezTo>
                      <a:pt x="722" y="2046"/>
                      <a:pt x="771" y="2029"/>
                      <a:pt x="805" y="1994"/>
                    </a:cubicBezTo>
                    <a:cubicBezTo>
                      <a:pt x="875" y="1911"/>
                      <a:pt x="875" y="1800"/>
                      <a:pt x="805" y="1731"/>
                    </a:cubicBezTo>
                    <a:cubicBezTo>
                      <a:pt x="417" y="1343"/>
                      <a:pt x="417" y="705"/>
                      <a:pt x="805" y="316"/>
                    </a:cubicBezTo>
                    <a:cubicBezTo>
                      <a:pt x="875" y="246"/>
                      <a:pt x="875" y="122"/>
                      <a:pt x="805" y="52"/>
                    </a:cubicBezTo>
                    <a:cubicBezTo>
                      <a:pt x="763" y="18"/>
                      <a:pt x="715" y="1"/>
                      <a:pt x="6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43"/>
              <p:cNvSpPr/>
              <p:nvPr/>
            </p:nvSpPr>
            <p:spPr>
              <a:xfrm>
                <a:off x="6908262" y="1371269"/>
                <a:ext cx="58220" cy="158592"/>
              </a:xfrm>
              <a:custGeom>
                <a:avLst/>
                <a:gdLst/>
                <a:ahLst/>
                <a:cxnLst/>
                <a:rect l="l" t="t" r="r" b="b"/>
                <a:pathLst>
                  <a:path w="1221" h="3326" extrusionOk="0">
                    <a:moveTo>
                      <a:pt x="1014" y="1"/>
                    </a:moveTo>
                    <a:cubicBezTo>
                      <a:pt x="967" y="1"/>
                      <a:pt x="922" y="18"/>
                      <a:pt x="888" y="52"/>
                    </a:cubicBezTo>
                    <a:cubicBezTo>
                      <a:pt x="1" y="940"/>
                      <a:pt x="1" y="2382"/>
                      <a:pt x="888" y="3270"/>
                    </a:cubicBezTo>
                    <a:cubicBezTo>
                      <a:pt x="916" y="3297"/>
                      <a:pt x="971" y="3325"/>
                      <a:pt x="1012" y="3325"/>
                    </a:cubicBezTo>
                    <a:cubicBezTo>
                      <a:pt x="1068" y="3325"/>
                      <a:pt x="1110" y="3297"/>
                      <a:pt x="1151" y="3270"/>
                    </a:cubicBezTo>
                    <a:cubicBezTo>
                      <a:pt x="1221" y="3201"/>
                      <a:pt x="1221" y="3076"/>
                      <a:pt x="1151" y="3007"/>
                    </a:cubicBezTo>
                    <a:cubicBezTo>
                      <a:pt x="402" y="2258"/>
                      <a:pt x="402" y="1051"/>
                      <a:pt x="1151" y="316"/>
                    </a:cubicBezTo>
                    <a:cubicBezTo>
                      <a:pt x="1221" y="247"/>
                      <a:pt x="1221" y="122"/>
                      <a:pt x="1151" y="52"/>
                    </a:cubicBezTo>
                    <a:cubicBezTo>
                      <a:pt x="1109" y="18"/>
                      <a:pt x="1061" y="1"/>
                      <a:pt x="10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43"/>
              <p:cNvSpPr/>
              <p:nvPr/>
            </p:nvSpPr>
            <p:spPr>
              <a:xfrm>
                <a:off x="7291781" y="1401691"/>
                <a:ext cx="41722" cy="97606"/>
              </a:xfrm>
              <a:custGeom>
                <a:avLst/>
                <a:gdLst/>
                <a:ahLst/>
                <a:cxnLst/>
                <a:rect l="l" t="t" r="r" b="b"/>
                <a:pathLst>
                  <a:path w="875" h="2047" extrusionOk="0">
                    <a:moveTo>
                      <a:pt x="210" y="1"/>
                    </a:moveTo>
                    <a:cubicBezTo>
                      <a:pt x="163" y="1"/>
                      <a:pt x="119" y="18"/>
                      <a:pt x="84" y="52"/>
                    </a:cubicBezTo>
                    <a:cubicBezTo>
                      <a:pt x="1" y="122"/>
                      <a:pt x="1" y="246"/>
                      <a:pt x="84" y="316"/>
                    </a:cubicBezTo>
                    <a:cubicBezTo>
                      <a:pt x="472" y="705"/>
                      <a:pt x="472" y="1343"/>
                      <a:pt x="84" y="1731"/>
                    </a:cubicBezTo>
                    <a:cubicBezTo>
                      <a:pt x="1" y="1800"/>
                      <a:pt x="1" y="1911"/>
                      <a:pt x="84" y="1994"/>
                    </a:cubicBezTo>
                    <a:cubicBezTo>
                      <a:pt x="119" y="2029"/>
                      <a:pt x="163" y="2046"/>
                      <a:pt x="210" y="2046"/>
                    </a:cubicBezTo>
                    <a:cubicBezTo>
                      <a:pt x="257" y="2046"/>
                      <a:pt x="305" y="2029"/>
                      <a:pt x="347" y="1994"/>
                    </a:cubicBezTo>
                    <a:cubicBezTo>
                      <a:pt x="874" y="1454"/>
                      <a:pt x="874" y="594"/>
                      <a:pt x="347" y="52"/>
                    </a:cubicBezTo>
                    <a:cubicBezTo>
                      <a:pt x="305" y="18"/>
                      <a:pt x="257" y="1"/>
                      <a:pt x="2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43"/>
              <p:cNvSpPr/>
              <p:nvPr/>
            </p:nvSpPr>
            <p:spPr>
              <a:xfrm>
                <a:off x="7322871" y="1371269"/>
                <a:ext cx="57600" cy="158449"/>
              </a:xfrm>
              <a:custGeom>
                <a:avLst/>
                <a:gdLst/>
                <a:ahLst/>
                <a:cxnLst/>
                <a:rect l="l" t="t" r="r" b="b"/>
                <a:pathLst>
                  <a:path w="1208" h="3323" extrusionOk="0">
                    <a:moveTo>
                      <a:pt x="196" y="1"/>
                    </a:moveTo>
                    <a:cubicBezTo>
                      <a:pt x="149" y="1"/>
                      <a:pt x="104" y="18"/>
                      <a:pt x="70" y="52"/>
                    </a:cubicBezTo>
                    <a:cubicBezTo>
                      <a:pt x="0" y="122"/>
                      <a:pt x="0" y="247"/>
                      <a:pt x="70" y="316"/>
                    </a:cubicBezTo>
                    <a:cubicBezTo>
                      <a:pt x="805" y="1051"/>
                      <a:pt x="805" y="2258"/>
                      <a:pt x="70" y="3007"/>
                    </a:cubicBezTo>
                    <a:cubicBezTo>
                      <a:pt x="0" y="3076"/>
                      <a:pt x="0" y="3201"/>
                      <a:pt x="70" y="3270"/>
                    </a:cubicBezTo>
                    <a:cubicBezTo>
                      <a:pt x="104" y="3305"/>
                      <a:pt x="149" y="3322"/>
                      <a:pt x="196" y="3322"/>
                    </a:cubicBezTo>
                    <a:cubicBezTo>
                      <a:pt x="243" y="3322"/>
                      <a:pt x="291" y="3305"/>
                      <a:pt x="333" y="3270"/>
                    </a:cubicBezTo>
                    <a:cubicBezTo>
                      <a:pt x="1207" y="2382"/>
                      <a:pt x="1207" y="940"/>
                      <a:pt x="333" y="52"/>
                    </a:cubicBezTo>
                    <a:cubicBezTo>
                      <a:pt x="291" y="18"/>
                      <a:pt x="243" y="1"/>
                      <a:pt x="1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43"/>
              <p:cNvSpPr/>
              <p:nvPr/>
            </p:nvSpPr>
            <p:spPr>
              <a:xfrm>
                <a:off x="7018030" y="1348476"/>
                <a:ext cx="19502" cy="17786"/>
              </a:xfrm>
              <a:custGeom>
                <a:avLst/>
                <a:gdLst/>
                <a:ahLst/>
                <a:cxnLst/>
                <a:rect l="l" t="t" r="r" b="b"/>
                <a:pathLst>
                  <a:path w="409" h="373" extrusionOk="0">
                    <a:moveTo>
                      <a:pt x="207" y="1"/>
                    </a:moveTo>
                    <a:cubicBezTo>
                      <a:pt x="168" y="1"/>
                      <a:pt x="128" y="14"/>
                      <a:pt x="97" y="46"/>
                    </a:cubicBezTo>
                    <a:cubicBezTo>
                      <a:pt x="14" y="101"/>
                      <a:pt x="1" y="212"/>
                      <a:pt x="56" y="295"/>
                    </a:cubicBezTo>
                    <a:cubicBezTo>
                      <a:pt x="93" y="348"/>
                      <a:pt x="148" y="373"/>
                      <a:pt x="204" y="373"/>
                    </a:cubicBezTo>
                    <a:cubicBezTo>
                      <a:pt x="292" y="373"/>
                      <a:pt x="380" y="309"/>
                      <a:pt x="389" y="198"/>
                    </a:cubicBezTo>
                    <a:cubicBezTo>
                      <a:pt x="409" y="88"/>
                      <a:pt x="307" y="1"/>
                      <a:pt x="2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52" name="Google Shape;1152;p43"/>
            <p:cNvSpPr txBox="1"/>
            <p:nvPr/>
          </p:nvSpPr>
          <p:spPr>
            <a:xfrm>
              <a:off x="1085175" y="1029513"/>
              <a:ext cx="858300" cy="1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Search</a:t>
              </a:r>
              <a:endParaRPr sz="11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endParaRPr>
            </a:p>
          </p:txBody>
        </p:sp>
        <p:sp>
          <p:nvSpPr>
            <p:cNvPr id="1153" name="Google Shape;1153;p43"/>
            <p:cNvSpPr txBox="1"/>
            <p:nvPr/>
          </p:nvSpPr>
          <p:spPr>
            <a:xfrm>
              <a:off x="1085175" y="1526138"/>
              <a:ext cx="858300" cy="1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Home</a:t>
              </a:r>
              <a:endParaRPr sz="11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endParaRPr>
            </a:p>
          </p:txBody>
        </p:sp>
        <p:sp>
          <p:nvSpPr>
            <p:cNvPr id="1154" name="Google Shape;1154;p43"/>
            <p:cNvSpPr txBox="1"/>
            <p:nvPr/>
          </p:nvSpPr>
          <p:spPr>
            <a:xfrm>
              <a:off x="1085175" y="2007575"/>
              <a:ext cx="858300" cy="1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Library</a:t>
              </a:r>
              <a:endParaRPr sz="11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endParaRPr>
            </a:p>
          </p:txBody>
        </p:sp>
        <p:cxnSp>
          <p:nvCxnSpPr>
            <p:cNvPr id="1155" name="Google Shape;1155;p43"/>
            <p:cNvCxnSpPr/>
            <p:nvPr/>
          </p:nvCxnSpPr>
          <p:spPr>
            <a:xfrm>
              <a:off x="729625" y="1355100"/>
              <a:ext cx="1238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6" name="Google Shape;1156;p43"/>
            <p:cNvCxnSpPr/>
            <p:nvPr/>
          </p:nvCxnSpPr>
          <p:spPr>
            <a:xfrm>
              <a:off x="729625" y="1845525"/>
              <a:ext cx="1238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57" name="Google Shape;1157;p43"/>
          <p:cNvGrpSpPr/>
          <p:nvPr/>
        </p:nvGrpSpPr>
        <p:grpSpPr>
          <a:xfrm>
            <a:off x="2465285" y="552003"/>
            <a:ext cx="599322" cy="250348"/>
            <a:chOff x="2465285" y="552003"/>
            <a:chExt cx="599322" cy="250348"/>
          </a:xfrm>
        </p:grpSpPr>
        <p:sp>
          <p:nvSpPr>
            <p:cNvPr id="1158" name="Google Shape;1158;p43"/>
            <p:cNvSpPr/>
            <p:nvPr/>
          </p:nvSpPr>
          <p:spPr>
            <a:xfrm>
              <a:off x="2465285" y="552003"/>
              <a:ext cx="255633" cy="250348"/>
            </a:xfrm>
            <a:custGeom>
              <a:avLst/>
              <a:gdLst/>
              <a:ahLst/>
              <a:cxnLst/>
              <a:rect l="l" t="t" r="r" b="b"/>
              <a:pathLst>
                <a:path w="11027" h="10799" extrusionOk="0">
                  <a:moveTo>
                    <a:pt x="5504" y="1"/>
                  </a:moveTo>
                  <a:cubicBezTo>
                    <a:pt x="5436" y="1"/>
                    <a:pt x="5367" y="2"/>
                    <a:pt x="5298" y="4"/>
                  </a:cubicBezTo>
                  <a:cubicBezTo>
                    <a:pt x="2331" y="130"/>
                    <a:pt x="1" y="2639"/>
                    <a:pt x="126" y="5621"/>
                  </a:cubicBezTo>
                  <a:cubicBezTo>
                    <a:pt x="234" y="8525"/>
                    <a:pt x="2618" y="10799"/>
                    <a:pt x="5498" y="10799"/>
                  </a:cubicBezTo>
                  <a:cubicBezTo>
                    <a:pt x="5575" y="10799"/>
                    <a:pt x="5652" y="10797"/>
                    <a:pt x="5729" y="10794"/>
                  </a:cubicBezTo>
                  <a:cubicBezTo>
                    <a:pt x="8710" y="10683"/>
                    <a:pt x="11027" y="8173"/>
                    <a:pt x="10916" y="5191"/>
                  </a:cubicBezTo>
                  <a:cubicBezTo>
                    <a:pt x="10793" y="2279"/>
                    <a:pt x="8395" y="1"/>
                    <a:pt x="55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43"/>
            <p:cNvSpPr/>
            <p:nvPr/>
          </p:nvSpPr>
          <p:spPr>
            <a:xfrm>
              <a:off x="2569277" y="620325"/>
              <a:ext cx="47650" cy="117350"/>
            </a:xfrm>
            <a:custGeom>
              <a:avLst/>
              <a:gdLst/>
              <a:ahLst/>
              <a:cxnLst/>
              <a:rect l="l" t="t" r="r" b="b"/>
              <a:pathLst>
                <a:path w="1906" h="4694" extrusionOk="0">
                  <a:moveTo>
                    <a:pt x="1906" y="0"/>
                  </a:moveTo>
                  <a:lnTo>
                    <a:pt x="0" y="2347"/>
                  </a:lnTo>
                  <a:lnTo>
                    <a:pt x="1857" y="4694"/>
                  </a:ln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0" name="Google Shape;1160;p43"/>
            <p:cNvSpPr/>
            <p:nvPr/>
          </p:nvSpPr>
          <p:spPr>
            <a:xfrm flipH="1">
              <a:off x="2808974" y="552003"/>
              <a:ext cx="255633" cy="250348"/>
            </a:xfrm>
            <a:custGeom>
              <a:avLst/>
              <a:gdLst/>
              <a:ahLst/>
              <a:cxnLst/>
              <a:rect l="l" t="t" r="r" b="b"/>
              <a:pathLst>
                <a:path w="11027" h="10799" extrusionOk="0">
                  <a:moveTo>
                    <a:pt x="5504" y="1"/>
                  </a:moveTo>
                  <a:cubicBezTo>
                    <a:pt x="5436" y="1"/>
                    <a:pt x="5367" y="2"/>
                    <a:pt x="5298" y="4"/>
                  </a:cubicBezTo>
                  <a:cubicBezTo>
                    <a:pt x="2331" y="130"/>
                    <a:pt x="1" y="2639"/>
                    <a:pt x="126" y="5621"/>
                  </a:cubicBezTo>
                  <a:cubicBezTo>
                    <a:pt x="234" y="8525"/>
                    <a:pt x="2618" y="10799"/>
                    <a:pt x="5498" y="10799"/>
                  </a:cubicBezTo>
                  <a:cubicBezTo>
                    <a:pt x="5575" y="10799"/>
                    <a:pt x="5652" y="10797"/>
                    <a:pt x="5729" y="10794"/>
                  </a:cubicBezTo>
                  <a:cubicBezTo>
                    <a:pt x="8710" y="10683"/>
                    <a:pt x="11027" y="8173"/>
                    <a:pt x="10916" y="5191"/>
                  </a:cubicBezTo>
                  <a:cubicBezTo>
                    <a:pt x="10793" y="2279"/>
                    <a:pt x="8395" y="1"/>
                    <a:pt x="55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43"/>
            <p:cNvSpPr/>
            <p:nvPr/>
          </p:nvSpPr>
          <p:spPr>
            <a:xfrm flipH="1">
              <a:off x="2912966" y="620325"/>
              <a:ext cx="47650" cy="117350"/>
            </a:xfrm>
            <a:custGeom>
              <a:avLst/>
              <a:gdLst/>
              <a:ahLst/>
              <a:cxnLst/>
              <a:rect l="l" t="t" r="r" b="b"/>
              <a:pathLst>
                <a:path w="1906" h="4694" extrusionOk="0">
                  <a:moveTo>
                    <a:pt x="1906" y="0"/>
                  </a:moveTo>
                  <a:lnTo>
                    <a:pt x="0" y="2347"/>
                  </a:lnTo>
                  <a:lnTo>
                    <a:pt x="1857" y="4694"/>
                  </a:ln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62" name="Google Shape;1162;p43"/>
          <p:cNvSpPr txBox="1"/>
          <p:nvPr/>
        </p:nvSpPr>
        <p:spPr>
          <a:xfrm>
            <a:off x="3256650" y="604125"/>
            <a:ext cx="16110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Spotify Mood Clustering</a:t>
            </a:r>
            <a:endParaRPr sz="1100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1163" name="Google Shape;1163;p43"/>
          <p:cNvSpPr/>
          <p:nvPr/>
        </p:nvSpPr>
        <p:spPr>
          <a:xfrm>
            <a:off x="3974600" y="4214463"/>
            <a:ext cx="4113600" cy="390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4" name="Google Shape;1164;p43"/>
          <p:cNvSpPr/>
          <p:nvPr/>
        </p:nvSpPr>
        <p:spPr>
          <a:xfrm>
            <a:off x="2821234" y="3986650"/>
            <a:ext cx="492273" cy="482094"/>
          </a:xfrm>
          <a:custGeom>
            <a:avLst/>
            <a:gdLst/>
            <a:ahLst/>
            <a:cxnLst/>
            <a:rect l="l" t="t" r="r" b="b"/>
            <a:pathLst>
              <a:path w="11027" h="10799" extrusionOk="0">
                <a:moveTo>
                  <a:pt x="5504" y="1"/>
                </a:moveTo>
                <a:cubicBezTo>
                  <a:pt x="5436" y="1"/>
                  <a:pt x="5367" y="2"/>
                  <a:pt x="5298" y="4"/>
                </a:cubicBezTo>
                <a:cubicBezTo>
                  <a:pt x="2331" y="130"/>
                  <a:pt x="1" y="2639"/>
                  <a:pt x="126" y="5621"/>
                </a:cubicBezTo>
                <a:cubicBezTo>
                  <a:pt x="234" y="8525"/>
                  <a:pt x="2618" y="10799"/>
                  <a:pt x="5498" y="10799"/>
                </a:cubicBezTo>
                <a:cubicBezTo>
                  <a:pt x="5575" y="10799"/>
                  <a:pt x="5652" y="10797"/>
                  <a:pt x="5729" y="10794"/>
                </a:cubicBezTo>
                <a:cubicBezTo>
                  <a:pt x="8710" y="10683"/>
                  <a:pt x="11027" y="8173"/>
                  <a:pt x="10916" y="5191"/>
                </a:cubicBezTo>
                <a:cubicBezTo>
                  <a:pt x="10793" y="2279"/>
                  <a:pt x="8395" y="1"/>
                  <a:pt x="5504" y="1"/>
                </a:cubicBezTo>
                <a:close/>
              </a:path>
            </a:pathLst>
          </a:custGeom>
          <a:solidFill>
            <a:srgbClr val="FF6A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5" name="Google Shape;1165;p43"/>
          <p:cNvSpPr/>
          <p:nvPr/>
        </p:nvSpPr>
        <p:spPr>
          <a:xfrm>
            <a:off x="3003288" y="4154642"/>
            <a:ext cx="42768" cy="146115"/>
          </a:xfrm>
          <a:custGeom>
            <a:avLst/>
            <a:gdLst/>
            <a:ahLst/>
            <a:cxnLst/>
            <a:rect l="l" t="t" r="r" b="b"/>
            <a:pathLst>
              <a:path w="958" h="3273" extrusionOk="0">
                <a:moveTo>
                  <a:pt x="0" y="0"/>
                </a:moveTo>
                <a:lnTo>
                  <a:pt x="0" y="3273"/>
                </a:lnTo>
                <a:lnTo>
                  <a:pt x="958" y="3273"/>
                </a:lnTo>
                <a:lnTo>
                  <a:pt x="95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6" name="Google Shape;1166;p43"/>
          <p:cNvSpPr/>
          <p:nvPr/>
        </p:nvSpPr>
        <p:spPr>
          <a:xfrm>
            <a:off x="3084404" y="4154642"/>
            <a:ext cx="43393" cy="146115"/>
          </a:xfrm>
          <a:custGeom>
            <a:avLst/>
            <a:gdLst/>
            <a:ahLst/>
            <a:cxnLst/>
            <a:rect l="l" t="t" r="r" b="b"/>
            <a:pathLst>
              <a:path w="972" h="3273" extrusionOk="0">
                <a:moveTo>
                  <a:pt x="0" y="0"/>
                </a:moveTo>
                <a:lnTo>
                  <a:pt x="0" y="3273"/>
                </a:lnTo>
                <a:lnTo>
                  <a:pt x="971" y="3273"/>
                </a:lnTo>
                <a:lnTo>
                  <a:pt x="97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7" name="Google Shape;1167;p43"/>
          <p:cNvSpPr/>
          <p:nvPr/>
        </p:nvSpPr>
        <p:spPr>
          <a:xfrm>
            <a:off x="3455209" y="4097008"/>
            <a:ext cx="261293" cy="261337"/>
          </a:xfrm>
          <a:custGeom>
            <a:avLst/>
            <a:gdLst/>
            <a:ahLst/>
            <a:cxnLst/>
            <a:rect l="l" t="t" r="r" b="b"/>
            <a:pathLst>
              <a:path w="5853" h="5854" extrusionOk="0">
                <a:moveTo>
                  <a:pt x="2927" y="1"/>
                </a:moveTo>
                <a:cubicBezTo>
                  <a:pt x="1319" y="1"/>
                  <a:pt x="1" y="1319"/>
                  <a:pt x="1" y="2928"/>
                </a:cubicBezTo>
                <a:cubicBezTo>
                  <a:pt x="1" y="4550"/>
                  <a:pt x="1319" y="5853"/>
                  <a:pt x="2927" y="5853"/>
                </a:cubicBezTo>
                <a:cubicBezTo>
                  <a:pt x="4549" y="5853"/>
                  <a:pt x="5853" y="4550"/>
                  <a:pt x="5853" y="2928"/>
                </a:cubicBezTo>
                <a:cubicBezTo>
                  <a:pt x="5853" y="1319"/>
                  <a:pt x="4549" y="1"/>
                  <a:pt x="29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8" name="Google Shape;1168;p43"/>
          <p:cNvSpPr/>
          <p:nvPr/>
        </p:nvSpPr>
        <p:spPr>
          <a:xfrm>
            <a:off x="3557397" y="4199776"/>
            <a:ext cx="48928" cy="56428"/>
          </a:xfrm>
          <a:custGeom>
            <a:avLst/>
            <a:gdLst/>
            <a:ahLst/>
            <a:cxnLst/>
            <a:rect l="l" t="t" r="r" b="b"/>
            <a:pathLst>
              <a:path w="1096" h="1264" extrusionOk="0">
                <a:moveTo>
                  <a:pt x="0" y="1"/>
                </a:moveTo>
                <a:lnTo>
                  <a:pt x="0" y="1263"/>
                </a:lnTo>
                <a:lnTo>
                  <a:pt x="1095" y="626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9" name="Google Shape;1169;p43"/>
          <p:cNvSpPr/>
          <p:nvPr/>
        </p:nvSpPr>
        <p:spPr>
          <a:xfrm>
            <a:off x="3606281" y="4199776"/>
            <a:ext cx="8125" cy="55803"/>
          </a:xfrm>
          <a:custGeom>
            <a:avLst/>
            <a:gdLst/>
            <a:ahLst/>
            <a:cxnLst/>
            <a:rect l="l" t="t" r="r" b="b"/>
            <a:pathLst>
              <a:path w="182" h="1250" extrusionOk="0">
                <a:moveTo>
                  <a:pt x="0" y="1"/>
                </a:moveTo>
                <a:lnTo>
                  <a:pt x="0" y="1249"/>
                </a:lnTo>
                <a:lnTo>
                  <a:pt x="181" y="1249"/>
                </a:lnTo>
                <a:lnTo>
                  <a:pt x="181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0" name="Google Shape;1170;p43"/>
          <p:cNvSpPr/>
          <p:nvPr/>
        </p:nvSpPr>
        <p:spPr>
          <a:xfrm>
            <a:off x="2402125" y="4097008"/>
            <a:ext cx="260668" cy="261337"/>
          </a:xfrm>
          <a:custGeom>
            <a:avLst/>
            <a:gdLst/>
            <a:ahLst/>
            <a:cxnLst/>
            <a:rect l="l" t="t" r="r" b="b"/>
            <a:pathLst>
              <a:path w="5839" h="5854" extrusionOk="0">
                <a:moveTo>
                  <a:pt x="2913" y="1"/>
                </a:moveTo>
                <a:cubicBezTo>
                  <a:pt x="1304" y="1"/>
                  <a:pt x="1" y="1319"/>
                  <a:pt x="1" y="2928"/>
                </a:cubicBezTo>
                <a:cubicBezTo>
                  <a:pt x="1" y="4550"/>
                  <a:pt x="1304" y="5853"/>
                  <a:pt x="2913" y="5853"/>
                </a:cubicBezTo>
                <a:cubicBezTo>
                  <a:pt x="4535" y="5853"/>
                  <a:pt x="5839" y="4550"/>
                  <a:pt x="5839" y="2928"/>
                </a:cubicBezTo>
                <a:cubicBezTo>
                  <a:pt x="5839" y="1319"/>
                  <a:pt x="4535" y="1"/>
                  <a:pt x="291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1" name="Google Shape;1171;p43"/>
          <p:cNvSpPr/>
          <p:nvPr/>
        </p:nvSpPr>
        <p:spPr>
          <a:xfrm>
            <a:off x="2511679" y="4199776"/>
            <a:ext cx="49017" cy="56428"/>
          </a:xfrm>
          <a:custGeom>
            <a:avLst/>
            <a:gdLst/>
            <a:ahLst/>
            <a:cxnLst/>
            <a:rect l="l" t="t" r="r" b="b"/>
            <a:pathLst>
              <a:path w="1098" h="1264" extrusionOk="0">
                <a:moveTo>
                  <a:pt x="1097" y="1"/>
                </a:moveTo>
                <a:lnTo>
                  <a:pt x="1" y="626"/>
                </a:lnTo>
                <a:lnTo>
                  <a:pt x="1097" y="1263"/>
                </a:lnTo>
                <a:lnTo>
                  <a:pt x="1097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2" name="Google Shape;1172;p43"/>
          <p:cNvSpPr/>
          <p:nvPr/>
        </p:nvSpPr>
        <p:spPr>
          <a:xfrm>
            <a:off x="2504268" y="4199776"/>
            <a:ext cx="7455" cy="55803"/>
          </a:xfrm>
          <a:custGeom>
            <a:avLst/>
            <a:gdLst/>
            <a:ahLst/>
            <a:cxnLst/>
            <a:rect l="l" t="t" r="r" b="b"/>
            <a:pathLst>
              <a:path w="167" h="1250" extrusionOk="0">
                <a:moveTo>
                  <a:pt x="1" y="1"/>
                </a:moveTo>
                <a:lnTo>
                  <a:pt x="1" y="1249"/>
                </a:lnTo>
                <a:lnTo>
                  <a:pt x="167" y="1249"/>
                </a:lnTo>
                <a:lnTo>
                  <a:pt x="167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3" name="Google Shape;1173;p43"/>
          <p:cNvSpPr/>
          <p:nvPr/>
        </p:nvSpPr>
        <p:spPr>
          <a:xfrm>
            <a:off x="3972710" y="4214800"/>
            <a:ext cx="1842300" cy="39000"/>
          </a:xfrm>
          <a:prstGeom prst="roundRect">
            <a:avLst>
              <a:gd name="adj" fmla="val 50000"/>
            </a:avLst>
          </a:prstGeom>
          <a:solidFill>
            <a:srgbClr val="FF6A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4" name="Google Shape;1174;p43"/>
          <p:cNvSpPr/>
          <p:nvPr/>
        </p:nvSpPr>
        <p:spPr>
          <a:xfrm>
            <a:off x="5739057" y="4154930"/>
            <a:ext cx="146045" cy="146102"/>
          </a:xfrm>
          <a:custGeom>
            <a:avLst/>
            <a:gdLst/>
            <a:ahLst/>
            <a:cxnLst/>
            <a:rect l="l" t="t" r="r" b="b"/>
            <a:pathLst>
              <a:path w="2552" h="2553" extrusionOk="0">
                <a:moveTo>
                  <a:pt x="1276" y="1"/>
                </a:moveTo>
                <a:cubicBezTo>
                  <a:pt x="568" y="1"/>
                  <a:pt x="0" y="570"/>
                  <a:pt x="0" y="1277"/>
                </a:cubicBezTo>
                <a:cubicBezTo>
                  <a:pt x="0" y="1984"/>
                  <a:pt x="568" y="2552"/>
                  <a:pt x="1276" y="2552"/>
                </a:cubicBezTo>
                <a:cubicBezTo>
                  <a:pt x="1983" y="2552"/>
                  <a:pt x="2552" y="1984"/>
                  <a:pt x="2552" y="1277"/>
                </a:cubicBezTo>
                <a:cubicBezTo>
                  <a:pt x="2552" y="570"/>
                  <a:pt x="1983" y="1"/>
                  <a:pt x="127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5" name="Google Shape;1175;p43"/>
          <p:cNvSpPr/>
          <p:nvPr/>
        </p:nvSpPr>
        <p:spPr>
          <a:xfrm>
            <a:off x="5783465" y="4199395"/>
            <a:ext cx="57228" cy="57170"/>
          </a:xfrm>
          <a:custGeom>
            <a:avLst/>
            <a:gdLst/>
            <a:ahLst/>
            <a:cxnLst/>
            <a:rect l="l" t="t" r="r" b="b"/>
            <a:pathLst>
              <a:path w="1000" h="999" extrusionOk="0">
                <a:moveTo>
                  <a:pt x="500" y="0"/>
                </a:moveTo>
                <a:cubicBezTo>
                  <a:pt x="223" y="0"/>
                  <a:pt x="1" y="222"/>
                  <a:pt x="1" y="500"/>
                </a:cubicBezTo>
                <a:cubicBezTo>
                  <a:pt x="1" y="777"/>
                  <a:pt x="223" y="999"/>
                  <a:pt x="500" y="999"/>
                </a:cubicBezTo>
                <a:cubicBezTo>
                  <a:pt x="777" y="999"/>
                  <a:pt x="999" y="777"/>
                  <a:pt x="999" y="500"/>
                </a:cubicBezTo>
                <a:cubicBezTo>
                  <a:pt x="999" y="222"/>
                  <a:pt x="777" y="0"/>
                  <a:pt x="500" y="0"/>
                </a:cubicBezTo>
                <a:close/>
              </a:path>
            </a:pathLst>
          </a:custGeom>
          <a:solidFill>
            <a:srgbClr val="FF6A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2"/>
          <p:cNvSpPr txBox="1">
            <a:spLocks noGrp="1"/>
          </p:cNvSpPr>
          <p:nvPr>
            <p:ph type="title"/>
          </p:nvPr>
        </p:nvSpPr>
        <p:spPr>
          <a:xfrm>
            <a:off x="1998350" y="540000"/>
            <a:ext cx="6425700" cy="47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 Found </a:t>
            </a:r>
            <a:endParaRPr/>
          </a:p>
        </p:txBody>
      </p:sp>
      <p:sp>
        <p:nvSpPr>
          <p:cNvPr id="402" name="Google Shape;402;p32"/>
          <p:cNvSpPr txBox="1">
            <a:spLocks noGrp="1"/>
          </p:cNvSpPr>
          <p:nvPr>
            <p:ph type="body" idx="1"/>
          </p:nvPr>
        </p:nvSpPr>
        <p:spPr>
          <a:xfrm>
            <a:off x="4068900" y="1479850"/>
            <a:ext cx="4355100" cy="25509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genre actually predict mood?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evidence says no:</a:t>
            </a:r>
            <a:endParaRPr/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Valence &amp; energy boxplots span a wide range inside every genre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 valence-vs-energy scatter shows genres overlapping almost completely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No genre owns a distinct region of the mood plane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Conclusion: mood must be learned from audio features, not inherited from genre</a:t>
            </a:r>
            <a:endParaRPr/>
          </a:p>
        </p:txBody>
      </p:sp>
      <p:grpSp>
        <p:nvGrpSpPr>
          <p:cNvPr id="403" name="Google Shape;403;p32"/>
          <p:cNvGrpSpPr/>
          <p:nvPr/>
        </p:nvGrpSpPr>
        <p:grpSpPr>
          <a:xfrm>
            <a:off x="723837" y="552000"/>
            <a:ext cx="1218671" cy="1640915"/>
            <a:chOff x="723837" y="552000"/>
            <a:chExt cx="1218671" cy="1640915"/>
          </a:xfrm>
        </p:grpSpPr>
        <p:sp>
          <p:nvSpPr>
            <p:cNvPr id="404" name="Google Shape;404;p32"/>
            <p:cNvSpPr/>
            <p:nvPr/>
          </p:nvSpPr>
          <p:spPr>
            <a:xfrm>
              <a:off x="729625" y="552000"/>
              <a:ext cx="98100" cy="98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2"/>
            <p:cNvSpPr/>
            <p:nvPr/>
          </p:nvSpPr>
          <p:spPr>
            <a:xfrm>
              <a:off x="882900" y="552000"/>
              <a:ext cx="98100" cy="98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2"/>
            <p:cNvSpPr/>
            <p:nvPr/>
          </p:nvSpPr>
          <p:spPr>
            <a:xfrm>
              <a:off x="1036175" y="552000"/>
              <a:ext cx="98100" cy="98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2"/>
            <p:cNvSpPr/>
            <p:nvPr/>
          </p:nvSpPr>
          <p:spPr>
            <a:xfrm>
              <a:off x="1379968" y="618464"/>
              <a:ext cx="255633" cy="250348"/>
            </a:xfrm>
            <a:custGeom>
              <a:avLst/>
              <a:gdLst/>
              <a:ahLst/>
              <a:cxnLst/>
              <a:rect l="l" t="t" r="r" b="b"/>
              <a:pathLst>
                <a:path w="11027" h="10799" extrusionOk="0">
                  <a:moveTo>
                    <a:pt x="5504" y="1"/>
                  </a:moveTo>
                  <a:cubicBezTo>
                    <a:pt x="5436" y="1"/>
                    <a:pt x="5367" y="2"/>
                    <a:pt x="5298" y="4"/>
                  </a:cubicBezTo>
                  <a:cubicBezTo>
                    <a:pt x="2331" y="130"/>
                    <a:pt x="1" y="2639"/>
                    <a:pt x="126" y="5621"/>
                  </a:cubicBezTo>
                  <a:cubicBezTo>
                    <a:pt x="234" y="8525"/>
                    <a:pt x="2618" y="10799"/>
                    <a:pt x="5498" y="10799"/>
                  </a:cubicBezTo>
                  <a:cubicBezTo>
                    <a:pt x="5575" y="10799"/>
                    <a:pt x="5652" y="10797"/>
                    <a:pt x="5729" y="10794"/>
                  </a:cubicBezTo>
                  <a:cubicBezTo>
                    <a:pt x="8710" y="10683"/>
                    <a:pt x="11027" y="8173"/>
                    <a:pt x="10916" y="5191"/>
                  </a:cubicBezTo>
                  <a:cubicBezTo>
                    <a:pt x="10793" y="2279"/>
                    <a:pt x="8395" y="1"/>
                    <a:pt x="55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2"/>
            <p:cNvSpPr/>
            <p:nvPr/>
          </p:nvSpPr>
          <p:spPr>
            <a:xfrm>
              <a:off x="1483960" y="686786"/>
              <a:ext cx="47650" cy="117350"/>
            </a:xfrm>
            <a:custGeom>
              <a:avLst/>
              <a:gdLst/>
              <a:ahLst/>
              <a:cxnLst/>
              <a:rect l="l" t="t" r="r" b="b"/>
              <a:pathLst>
                <a:path w="1906" h="4694" extrusionOk="0">
                  <a:moveTo>
                    <a:pt x="1906" y="0"/>
                  </a:moveTo>
                  <a:lnTo>
                    <a:pt x="0" y="2347"/>
                  </a:lnTo>
                  <a:lnTo>
                    <a:pt x="1857" y="4694"/>
                  </a:ln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9" name="Google Shape;409;p32"/>
            <p:cNvSpPr/>
            <p:nvPr/>
          </p:nvSpPr>
          <p:spPr>
            <a:xfrm flipH="1">
              <a:off x="1686874" y="618464"/>
              <a:ext cx="255633" cy="250348"/>
            </a:xfrm>
            <a:custGeom>
              <a:avLst/>
              <a:gdLst/>
              <a:ahLst/>
              <a:cxnLst/>
              <a:rect l="l" t="t" r="r" b="b"/>
              <a:pathLst>
                <a:path w="11027" h="10799" extrusionOk="0">
                  <a:moveTo>
                    <a:pt x="5504" y="1"/>
                  </a:moveTo>
                  <a:cubicBezTo>
                    <a:pt x="5436" y="1"/>
                    <a:pt x="5367" y="2"/>
                    <a:pt x="5298" y="4"/>
                  </a:cubicBezTo>
                  <a:cubicBezTo>
                    <a:pt x="2331" y="130"/>
                    <a:pt x="1" y="2639"/>
                    <a:pt x="126" y="5621"/>
                  </a:cubicBezTo>
                  <a:cubicBezTo>
                    <a:pt x="234" y="8525"/>
                    <a:pt x="2618" y="10799"/>
                    <a:pt x="5498" y="10799"/>
                  </a:cubicBezTo>
                  <a:cubicBezTo>
                    <a:pt x="5575" y="10799"/>
                    <a:pt x="5652" y="10797"/>
                    <a:pt x="5729" y="10794"/>
                  </a:cubicBezTo>
                  <a:cubicBezTo>
                    <a:pt x="8710" y="10683"/>
                    <a:pt x="11027" y="8173"/>
                    <a:pt x="10916" y="5191"/>
                  </a:cubicBezTo>
                  <a:cubicBezTo>
                    <a:pt x="10793" y="2279"/>
                    <a:pt x="8395" y="1"/>
                    <a:pt x="55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2"/>
            <p:cNvSpPr/>
            <p:nvPr/>
          </p:nvSpPr>
          <p:spPr>
            <a:xfrm flipH="1">
              <a:off x="1790866" y="686786"/>
              <a:ext cx="47650" cy="117350"/>
            </a:xfrm>
            <a:custGeom>
              <a:avLst/>
              <a:gdLst/>
              <a:ahLst/>
              <a:cxnLst/>
              <a:rect l="l" t="t" r="r" b="b"/>
              <a:pathLst>
                <a:path w="1906" h="4694" extrusionOk="0">
                  <a:moveTo>
                    <a:pt x="1906" y="0"/>
                  </a:moveTo>
                  <a:lnTo>
                    <a:pt x="0" y="2347"/>
                  </a:lnTo>
                  <a:lnTo>
                    <a:pt x="1857" y="4694"/>
                  </a:ln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11" name="Google Shape;411;p32"/>
            <p:cNvGrpSpPr/>
            <p:nvPr/>
          </p:nvGrpSpPr>
          <p:grpSpPr>
            <a:xfrm>
              <a:off x="729630" y="1968358"/>
              <a:ext cx="255615" cy="224557"/>
              <a:chOff x="6184139" y="1980808"/>
              <a:chExt cx="451696" cy="396814"/>
            </a:xfrm>
          </p:grpSpPr>
          <p:sp>
            <p:nvSpPr>
              <p:cNvPr id="412" name="Google Shape;412;p32"/>
              <p:cNvSpPr/>
              <p:nvPr/>
            </p:nvSpPr>
            <p:spPr>
              <a:xfrm>
                <a:off x="6184139" y="1980808"/>
                <a:ext cx="451696" cy="396814"/>
              </a:xfrm>
              <a:custGeom>
                <a:avLst/>
                <a:gdLst/>
                <a:ahLst/>
                <a:cxnLst/>
                <a:rect l="l" t="t" r="r" b="b"/>
                <a:pathLst>
                  <a:path w="9473" h="8322" extrusionOk="0">
                    <a:moveTo>
                      <a:pt x="4272" y="361"/>
                    </a:moveTo>
                    <a:cubicBezTo>
                      <a:pt x="4675" y="361"/>
                      <a:pt x="5063" y="583"/>
                      <a:pt x="5257" y="943"/>
                    </a:cubicBezTo>
                    <a:cubicBezTo>
                      <a:pt x="5285" y="1013"/>
                      <a:pt x="5354" y="1041"/>
                      <a:pt x="5437" y="1041"/>
                    </a:cubicBezTo>
                    <a:cubicBezTo>
                      <a:pt x="5466" y="1038"/>
                      <a:pt x="5495" y="1036"/>
                      <a:pt x="5524" y="1036"/>
                    </a:cubicBezTo>
                    <a:cubicBezTo>
                      <a:pt x="5868" y="1036"/>
                      <a:pt x="6196" y="1263"/>
                      <a:pt x="6324" y="1596"/>
                    </a:cubicBezTo>
                    <a:cubicBezTo>
                      <a:pt x="6349" y="1657"/>
                      <a:pt x="6408" y="1709"/>
                      <a:pt x="6480" y="1709"/>
                    </a:cubicBezTo>
                    <a:cubicBezTo>
                      <a:pt x="6489" y="1709"/>
                      <a:pt x="6497" y="1708"/>
                      <a:pt x="6505" y="1707"/>
                    </a:cubicBezTo>
                    <a:cubicBezTo>
                      <a:pt x="6521" y="1705"/>
                      <a:pt x="6536" y="1704"/>
                      <a:pt x="6552" y="1704"/>
                    </a:cubicBezTo>
                    <a:cubicBezTo>
                      <a:pt x="6838" y="1704"/>
                      <a:pt x="7088" y="1944"/>
                      <a:pt x="7088" y="2234"/>
                    </a:cubicBezTo>
                    <a:cubicBezTo>
                      <a:pt x="7088" y="2524"/>
                      <a:pt x="6851" y="2760"/>
                      <a:pt x="6561" y="2760"/>
                    </a:cubicBezTo>
                    <a:lnTo>
                      <a:pt x="6311" y="2760"/>
                    </a:lnTo>
                    <a:lnTo>
                      <a:pt x="6311" y="2178"/>
                    </a:lnTo>
                    <a:cubicBezTo>
                      <a:pt x="6311" y="2073"/>
                      <a:pt x="6222" y="1988"/>
                      <a:pt x="6120" y="1988"/>
                    </a:cubicBezTo>
                    <a:cubicBezTo>
                      <a:pt x="6101" y="1988"/>
                      <a:pt x="6081" y="1991"/>
                      <a:pt x="6061" y="1997"/>
                    </a:cubicBezTo>
                    <a:lnTo>
                      <a:pt x="4064" y="2566"/>
                    </a:lnTo>
                    <a:cubicBezTo>
                      <a:pt x="3981" y="2594"/>
                      <a:pt x="3926" y="2677"/>
                      <a:pt x="3939" y="2760"/>
                    </a:cubicBezTo>
                    <a:lnTo>
                      <a:pt x="3066" y="2760"/>
                    </a:lnTo>
                    <a:cubicBezTo>
                      <a:pt x="2678" y="2760"/>
                      <a:pt x="2345" y="2413"/>
                      <a:pt x="2373" y="2025"/>
                    </a:cubicBezTo>
                    <a:cubicBezTo>
                      <a:pt x="2373" y="1886"/>
                      <a:pt x="2441" y="1720"/>
                      <a:pt x="2552" y="1609"/>
                    </a:cubicBezTo>
                    <a:cubicBezTo>
                      <a:pt x="2678" y="1470"/>
                      <a:pt x="2830" y="1401"/>
                      <a:pt x="3011" y="1387"/>
                    </a:cubicBezTo>
                    <a:cubicBezTo>
                      <a:pt x="3094" y="1374"/>
                      <a:pt x="3163" y="1318"/>
                      <a:pt x="3177" y="1235"/>
                    </a:cubicBezTo>
                    <a:cubicBezTo>
                      <a:pt x="3232" y="999"/>
                      <a:pt x="3371" y="777"/>
                      <a:pt x="3565" y="610"/>
                    </a:cubicBezTo>
                    <a:cubicBezTo>
                      <a:pt x="3773" y="444"/>
                      <a:pt x="4009" y="361"/>
                      <a:pt x="4272" y="361"/>
                    </a:cubicBezTo>
                    <a:close/>
                    <a:moveTo>
                      <a:pt x="5936" y="2413"/>
                    </a:moveTo>
                    <a:lnTo>
                      <a:pt x="5936" y="2816"/>
                    </a:lnTo>
                    <a:lnTo>
                      <a:pt x="4300" y="3301"/>
                    </a:lnTo>
                    <a:lnTo>
                      <a:pt x="4300" y="2885"/>
                    </a:lnTo>
                    <a:lnTo>
                      <a:pt x="5936" y="2413"/>
                    </a:lnTo>
                    <a:close/>
                    <a:moveTo>
                      <a:pt x="5618" y="4493"/>
                    </a:moveTo>
                    <a:cubicBezTo>
                      <a:pt x="5797" y="4493"/>
                      <a:pt x="5936" y="4632"/>
                      <a:pt x="5936" y="4813"/>
                    </a:cubicBezTo>
                    <a:lnTo>
                      <a:pt x="5936" y="4826"/>
                    </a:lnTo>
                    <a:lnTo>
                      <a:pt x="5936" y="4841"/>
                    </a:lnTo>
                    <a:cubicBezTo>
                      <a:pt x="5936" y="5007"/>
                      <a:pt x="5797" y="5146"/>
                      <a:pt x="5618" y="5146"/>
                    </a:cubicBezTo>
                    <a:lnTo>
                      <a:pt x="5326" y="5146"/>
                    </a:lnTo>
                    <a:cubicBezTo>
                      <a:pt x="5146" y="5146"/>
                      <a:pt x="5007" y="5007"/>
                      <a:pt x="5007" y="4841"/>
                    </a:cubicBezTo>
                    <a:lnTo>
                      <a:pt x="5007" y="4813"/>
                    </a:lnTo>
                    <a:cubicBezTo>
                      <a:pt x="5007" y="4632"/>
                      <a:pt x="5146" y="4493"/>
                      <a:pt x="5326" y="4493"/>
                    </a:cubicBezTo>
                    <a:close/>
                    <a:moveTo>
                      <a:pt x="3621" y="4909"/>
                    </a:moveTo>
                    <a:cubicBezTo>
                      <a:pt x="3800" y="4909"/>
                      <a:pt x="3939" y="5048"/>
                      <a:pt x="3939" y="5215"/>
                    </a:cubicBezTo>
                    <a:lnTo>
                      <a:pt x="3939" y="5229"/>
                    </a:lnTo>
                    <a:lnTo>
                      <a:pt x="3939" y="5242"/>
                    </a:lnTo>
                    <a:cubicBezTo>
                      <a:pt x="3939" y="5409"/>
                      <a:pt x="3800" y="5547"/>
                      <a:pt x="3621" y="5547"/>
                    </a:cubicBezTo>
                    <a:lnTo>
                      <a:pt x="3316" y="5547"/>
                    </a:lnTo>
                    <a:cubicBezTo>
                      <a:pt x="3149" y="5547"/>
                      <a:pt x="3011" y="5409"/>
                      <a:pt x="3011" y="5242"/>
                    </a:cubicBezTo>
                    <a:lnTo>
                      <a:pt x="3011" y="5215"/>
                    </a:lnTo>
                    <a:cubicBezTo>
                      <a:pt x="3011" y="5048"/>
                      <a:pt x="3149" y="4909"/>
                      <a:pt x="3316" y="4909"/>
                    </a:cubicBezTo>
                    <a:close/>
                    <a:moveTo>
                      <a:pt x="7615" y="2483"/>
                    </a:moveTo>
                    <a:lnTo>
                      <a:pt x="7615" y="6200"/>
                    </a:lnTo>
                    <a:lnTo>
                      <a:pt x="1873" y="6200"/>
                    </a:lnTo>
                    <a:lnTo>
                      <a:pt x="1873" y="2483"/>
                    </a:lnTo>
                    <a:lnTo>
                      <a:pt x="2081" y="2483"/>
                    </a:lnTo>
                    <a:cubicBezTo>
                      <a:pt x="2247" y="2871"/>
                      <a:pt x="2636" y="3134"/>
                      <a:pt x="3066" y="3134"/>
                    </a:cubicBezTo>
                    <a:lnTo>
                      <a:pt x="3939" y="3134"/>
                    </a:lnTo>
                    <a:lnTo>
                      <a:pt x="3939" y="4619"/>
                    </a:lnTo>
                    <a:cubicBezTo>
                      <a:pt x="3843" y="4563"/>
                      <a:pt x="3732" y="4536"/>
                      <a:pt x="3621" y="4536"/>
                    </a:cubicBezTo>
                    <a:lnTo>
                      <a:pt x="3316" y="4536"/>
                    </a:lnTo>
                    <a:cubicBezTo>
                      <a:pt x="2941" y="4536"/>
                      <a:pt x="2636" y="4841"/>
                      <a:pt x="2636" y="5215"/>
                    </a:cubicBezTo>
                    <a:lnTo>
                      <a:pt x="2636" y="5242"/>
                    </a:lnTo>
                    <a:cubicBezTo>
                      <a:pt x="2636" y="5617"/>
                      <a:pt x="2941" y="5922"/>
                      <a:pt x="3316" y="5922"/>
                    </a:cubicBezTo>
                    <a:lnTo>
                      <a:pt x="3621" y="5922"/>
                    </a:lnTo>
                    <a:cubicBezTo>
                      <a:pt x="4009" y="5922"/>
                      <a:pt x="4300" y="5590"/>
                      <a:pt x="4300" y="5215"/>
                    </a:cubicBezTo>
                    <a:lnTo>
                      <a:pt x="4300" y="3676"/>
                    </a:lnTo>
                    <a:lnTo>
                      <a:pt x="5936" y="3204"/>
                    </a:lnTo>
                    <a:lnTo>
                      <a:pt x="5936" y="4203"/>
                    </a:lnTo>
                    <a:cubicBezTo>
                      <a:pt x="5840" y="4161"/>
                      <a:pt x="5742" y="4133"/>
                      <a:pt x="5618" y="4133"/>
                    </a:cubicBezTo>
                    <a:lnTo>
                      <a:pt x="5326" y="4133"/>
                    </a:lnTo>
                    <a:cubicBezTo>
                      <a:pt x="4952" y="4133"/>
                      <a:pt x="4647" y="4438"/>
                      <a:pt x="4647" y="4813"/>
                    </a:cubicBezTo>
                    <a:lnTo>
                      <a:pt x="4647" y="4841"/>
                    </a:lnTo>
                    <a:cubicBezTo>
                      <a:pt x="4647" y="5215"/>
                      <a:pt x="4952" y="5520"/>
                      <a:pt x="5326" y="5520"/>
                    </a:cubicBezTo>
                    <a:lnTo>
                      <a:pt x="5618" y="5520"/>
                    </a:lnTo>
                    <a:cubicBezTo>
                      <a:pt x="6006" y="5520"/>
                      <a:pt x="6311" y="5187"/>
                      <a:pt x="6311" y="4813"/>
                    </a:cubicBezTo>
                    <a:lnTo>
                      <a:pt x="6311" y="3134"/>
                    </a:lnTo>
                    <a:lnTo>
                      <a:pt x="6561" y="3134"/>
                    </a:lnTo>
                    <a:cubicBezTo>
                      <a:pt x="6962" y="3134"/>
                      <a:pt x="7323" y="2857"/>
                      <a:pt x="7434" y="2483"/>
                    </a:cubicBezTo>
                    <a:close/>
                    <a:moveTo>
                      <a:pt x="8044" y="1664"/>
                    </a:moveTo>
                    <a:cubicBezTo>
                      <a:pt x="8253" y="1664"/>
                      <a:pt x="8432" y="1831"/>
                      <a:pt x="8432" y="2053"/>
                    </a:cubicBezTo>
                    <a:lnTo>
                      <a:pt x="8432" y="6629"/>
                    </a:lnTo>
                    <a:cubicBezTo>
                      <a:pt x="8432" y="6838"/>
                      <a:pt x="8253" y="7017"/>
                      <a:pt x="8044" y="7017"/>
                    </a:cubicBezTo>
                    <a:lnTo>
                      <a:pt x="1443" y="7017"/>
                    </a:lnTo>
                    <a:cubicBezTo>
                      <a:pt x="1221" y="7017"/>
                      <a:pt x="1055" y="6838"/>
                      <a:pt x="1055" y="6629"/>
                    </a:cubicBezTo>
                    <a:lnTo>
                      <a:pt x="1055" y="2053"/>
                    </a:lnTo>
                    <a:cubicBezTo>
                      <a:pt x="1055" y="1831"/>
                      <a:pt x="1221" y="1664"/>
                      <a:pt x="1443" y="1664"/>
                    </a:cubicBezTo>
                    <a:lnTo>
                      <a:pt x="2081" y="1664"/>
                    </a:lnTo>
                    <a:cubicBezTo>
                      <a:pt x="2025" y="1803"/>
                      <a:pt x="1998" y="1956"/>
                      <a:pt x="1998" y="2108"/>
                    </a:cubicBezTo>
                    <a:lnTo>
                      <a:pt x="1679" y="2108"/>
                    </a:lnTo>
                    <a:cubicBezTo>
                      <a:pt x="1582" y="2108"/>
                      <a:pt x="1498" y="2191"/>
                      <a:pt x="1498" y="2289"/>
                    </a:cubicBezTo>
                    <a:lnTo>
                      <a:pt x="1498" y="6394"/>
                    </a:lnTo>
                    <a:cubicBezTo>
                      <a:pt x="1498" y="6490"/>
                      <a:pt x="1582" y="6574"/>
                      <a:pt x="1679" y="6574"/>
                    </a:cubicBezTo>
                    <a:lnTo>
                      <a:pt x="7794" y="6574"/>
                    </a:lnTo>
                    <a:cubicBezTo>
                      <a:pt x="7905" y="6574"/>
                      <a:pt x="7989" y="6490"/>
                      <a:pt x="7989" y="6394"/>
                    </a:cubicBezTo>
                    <a:lnTo>
                      <a:pt x="7989" y="2289"/>
                    </a:lnTo>
                    <a:cubicBezTo>
                      <a:pt x="7989" y="2191"/>
                      <a:pt x="7905" y="2108"/>
                      <a:pt x="7794" y="2108"/>
                    </a:cubicBezTo>
                    <a:lnTo>
                      <a:pt x="7448" y="2108"/>
                    </a:lnTo>
                    <a:cubicBezTo>
                      <a:pt x="7434" y="1942"/>
                      <a:pt x="7365" y="1790"/>
                      <a:pt x="7254" y="1664"/>
                    </a:cubicBezTo>
                    <a:close/>
                    <a:moveTo>
                      <a:pt x="4272" y="0"/>
                    </a:moveTo>
                    <a:cubicBezTo>
                      <a:pt x="3926" y="0"/>
                      <a:pt x="3593" y="111"/>
                      <a:pt x="3329" y="320"/>
                    </a:cubicBezTo>
                    <a:cubicBezTo>
                      <a:pt x="3107" y="514"/>
                      <a:pt x="2941" y="749"/>
                      <a:pt x="2844" y="1026"/>
                    </a:cubicBezTo>
                    <a:cubicBezTo>
                      <a:pt x="2663" y="1069"/>
                      <a:pt x="2484" y="1165"/>
                      <a:pt x="2345" y="1290"/>
                    </a:cubicBezTo>
                    <a:lnTo>
                      <a:pt x="1443" y="1290"/>
                    </a:lnTo>
                    <a:cubicBezTo>
                      <a:pt x="1027" y="1290"/>
                      <a:pt x="681" y="1637"/>
                      <a:pt x="681" y="2053"/>
                    </a:cubicBezTo>
                    <a:lnTo>
                      <a:pt x="681" y="6629"/>
                    </a:lnTo>
                    <a:cubicBezTo>
                      <a:pt x="681" y="6768"/>
                      <a:pt x="722" y="6906"/>
                      <a:pt x="792" y="7017"/>
                    </a:cubicBezTo>
                    <a:lnTo>
                      <a:pt x="195" y="7017"/>
                    </a:lnTo>
                    <a:cubicBezTo>
                      <a:pt x="84" y="7017"/>
                      <a:pt x="1" y="7101"/>
                      <a:pt x="1" y="7198"/>
                    </a:cubicBezTo>
                    <a:lnTo>
                      <a:pt x="1" y="7642"/>
                    </a:lnTo>
                    <a:cubicBezTo>
                      <a:pt x="1" y="8016"/>
                      <a:pt x="320" y="8321"/>
                      <a:pt x="694" y="8321"/>
                    </a:cubicBezTo>
                    <a:lnTo>
                      <a:pt x="3926" y="8321"/>
                    </a:lnTo>
                    <a:cubicBezTo>
                      <a:pt x="4037" y="8321"/>
                      <a:pt x="4120" y="8238"/>
                      <a:pt x="4120" y="8141"/>
                    </a:cubicBezTo>
                    <a:cubicBezTo>
                      <a:pt x="4120" y="8030"/>
                      <a:pt x="4037" y="7947"/>
                      <a:pt x="3926" y="7947"/>
                    </a:cubicBezTo>
                    <a:lnTo>
                      <a:pt x="694" y="7947"/>
                    </a:lnTo>
                    <a:cubicBezTo>
                      <a:pt x="514" y="7947"/>
                      <a:pt x="376" y="7808"/>
                      <a:pt x="376" y="7642"/>
                    </a:cubicBezTo>
                    <a:lnTo>
                      <a:pt x="376" y="7392"/>
                    </a:lnTo>
                    <a:lnTo>
                      <a:pt x="9098" y="7392"/>
                    </a:lnTo>
                    <a:lnTo>
                      <a:pt x="9098" y="7642"/>
                    </a:lnTo>
                    <a:cubicBezTo>
                      <a:pt x="9098" y="7808"/>
                      <a:pt x="8959" y="7947"/>
                      <a:pt x="8793" y="7947"/>
                    </a:cubicBezTo>
                    <a:lnTo>
                      <a:pt x="5562" y="7947"/>
                    </a:lnTo>
                    <a:cubicBezTo>
                      <a:pt x="5451" y="7947"/>
                      <a:pt x="5368" y="8030"/>
                      <a:pt x="5368" y="8141"/>
                    </a:cubicBezTo>
                    <a:cubicBezTo>
                      <a:pt x="5368" y="8238"/>
                      <a:pt x="5451" y="8321"/>
                      <a:pt x="5562" y="8321"/>
                    </a:cubicBezTo>
                    <a:lnTo>
                      <a:pt x="8793" y="8321"/>
                    </a:lnTo>
                    <a:cubicBezTo>
                      <a:pt x="9168" y="8321"/>
                      <a:pt x="9473" y="8016"/>
                      <a:pt x="9473" y="7642"/>
                    </a:cubicBezTo>
                    <a:lnTo>
                      <a:pt x="9473" y="7198"/>
                    </a:lnTo>
                    <a:cubicBezTo>
                      <a:pt x="9473" y="7101"/>
                      <a:pt x="9390" y="7017"/>
                      <a:pt x="9292" y="7017"/>
                    </a:cubicBezTo>
                    <a:lnTo>
                      <a:pt x="8696" y="7017"/>
                    </a:lnTo>
                    <a:cubicBezTo>
                      <a:pt x="8765" y="6906"/>
                      <a:pt x="8793" y="6768"/>
                      <a:pt x="8793" y="6629"/>
                    </a:cubicBezTo>
                    <a:lnTo>
                      <a:pt x="8793" y="2053"/>
                    </a:lnTo>
                    <a:cubicBezTo>
                      <a:pt x="8793" y="1637"/>
                      <a:pt x="8460" y="1290"/>
                      <a:pt x="8044" y="1290"/>
                    </a:cubicBezTo>
                    <a:lnTo>
                      <a:pt x="6588" y="1290"/>
                    </a:lnTo>
                    <a:cubicBezTo>
                      <a:pt x="6367" y="915"/>
                      <a:pt x="5964" y="666"/>
                      <a:pt x="5520" y="666"/>
                    </a:cubicBezTo>
                    <a:cubicBezTo>
                      <a:pt x="5243" y="250"/>
                      <a:pt x="4771" y="0"/>
                      <a:pt x="42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32"/>
              <p:cNvSpPr/>
              <p:nvPr/>
            </p:nvSpPr>
            <p:spPr>
              <a:xfrm>
                <a:off x="6400384" y="2359892"/>
                <a:ext cx="19216" cy="17499"/>
              </a:xfrm>
              <a:custGeom>
                <a:avLst/>
                <a:gdLst/>
                <a:ahLst/>
                <a:cxnLst/>
                <a:rect l="l" t="t" r="r" b="b"/>
                <a:pathLst>
                  <a:path w="403" h="367" extrusionOk="0">
                    <a:moveTo>
                      <a:pt x="192" y="0"/>
                    </a:moveTo>
                    <a:cubicBezTo>
                      <a:pt x="147" y="0"/>
                      <a:pt x="103" y="19"/>
                      <a:pt x="70" y="53"/>
                    </a:cubicBezTo>
                    <a:cubicBezTo>
                      <a:pt x="14" y="121"/>
                      <a:pt x="1" y="219"/>
                      <a:pt x="56" y="288"/>
                    </a:cubicBezTo>
                    <a:cubicBezTo>
                      <a:pt x="89" y="342"/>
                      <a:pt x="142" y="366"/>
                      <a:pt x="197" y="366"/>
                    </a:cubicBezTo>
                    <a:cubicBezTo>
                      <a:pt x="283" y="366"/>
                      <a:pt x="372" y="306"/>
                      <a:pt x="389" y="205"/>
                    </a:cubicBezTo>
                    <a:cubicBezTo>
                      <a:pt x="403" y="136"/>
                      <a:pt x="362" y="53"/>
                      <a:pt x="278" y="25"/>
                    </a:cubicBezTo>
                    <a:cubicBezTo>
                      <a:pt x="251" y="8"/>
                      <a:pt x="221" y="0"/>
                      <a:pt x="19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4" name="Google Shape;414;p32"/>
            <p:cNvGrpSpPr/>
            <p:nvPr/>
          </p:nvGrpSpPr>
          <p:grpSpPr>
            <a:xfrm>
              <a:off x="729630" y="975085"/>
              <a:ext cx="255615" cy="254967"/>
              <a:chOff x="6184139" y="1220827"/>
              <a:chExt cx="451696" cy="450552"/>
            </a:xfrm>
          </p:grpSpPr>
          <p:sp>
            <p:nvSpPr>
              <p:cNvPr id="415" name="Google Shape;415;p32"/>
              <p:cNvSpPr/>
              <p:nvPr/>
            </p:nvSpPr>
            <p:spPr>
              <a:xfrm>
                <a:off x="6353416" y="1390104"/>
                <a:ext cx="117776" cy="137087"/>
              </a:xfrm>
              <a:custGeom>
                <a:avLst/>
                <a:gdLst/>
                <a:ahLst/>
                <a:cxnLst/>
                <a:rect l="l" t="t" r="r" b="b"/>
                <a:pathLst>
                  <a:path w="2470" h="2875" extrusionOk="0">
                    <a:moveTo>
                      <a:pt x="916" y="1946"/>
                    </a:moveTo>
                    <a:cubicBezTo>
                      <a:pt x="1069" y="1946"/>
                      <a:pt x="1193" y="2070"/>
                      <a:pt x="1193" y="2224"/>
                    </a:cubicBezTo>
                    <a:cubicBezTo>
                      <a:pt x="1193" y="2376"/>
                      <a:pt x="1069" y="2501"/>
                      <a:pt x="916" y="2501"/>
                    </a:cubicBezTo>
                    <a:lnTo>
                      <a:pt x="666" y="2501"/>
                    </a:lnTo>
                    <a:cubicBezTo>
                      <a:pt x="500" y="2501"/>
                      <a:pt x="376" y="2376"/>
                      <a:pt x="376" y="2224"/>
                    </a:cubicBezTo>
                    <a:cubicBezTo>
                      <a:pt x="376" y="2070"/>
                      <a:pt x="500" y="1946"/>
                      <a:pt x="666" y="1946"/>
                    </a:cubicBezTo>
                    <a:close/>
                    <a:moveTo>
                      <a:pt x="1383" y="1"/>
                    </a:moveTo>
                    <a:cubicBezTo>
                      <a:pt x="1371" y="1"/>
                      <a:pt x="1358" y="2"/>
                      <a:pt x="1347" y="5"/>
                    </a:cubicBezTo>
                    <a:cubicBezTo>
                      <a:pt x="1263" y="18"/>
                      <a:pt x="1193" y="101"/>
                      <a:pt x="1193" y="184"/>
                    </a:cubicBezTo>
                    <a:lnTo>
                      <a:pt x="1193" y="1627"/>
                    </a:lnTo>
                    <a:cubicBezTo>
                      <a:pt x="1110" y="1599"/>
                      <a:pt x="1014" y="1571"/>
                      <a:pt x="916" y="1571"/>
                    </a:cubicBezTo>
                    <a:lnTo>
                      <a:pt x="666" y="1571"/>
                    </a:lnTo>
                    <a:cubicBezTo>
                      <a:pt x="320" y="1571"/>
                      <a:pt x="15" y="1849"/>
                      <a:pt x="15" y="2209"/>
                    </a:cubicBezTo>
                    <a:cubicBezTo>
                      <a:pt x="1" y="2570"/>
                      <a:pt x="293" y="2875"/>
                      <a:pt x="666" y="2875"/>
                    </a:cubicBezTo>
                    <a:lnTo>
                      <a:pt x="916" y="2875"/>
                    </a:lnTo>
                    <a:cubicBezTo>
                      <a:pt x="1277" y="2875"/>
                      <a:pt x="1568" y="2584"/>
                      <a:pt x="1568" y="2224"/>
                    </a:cubicBezTo>
                    <a:lnTo>
                      <a:pt x="1568" y="600"/>
                    </a:lnTo>
                    <a:cubicBezTo>
                      <a:pt x="1637" y="628"/>
                      <a:pt x="1707" y="670"/>
                      <a:pt x="1804" y="698"/>
                    </a:cubicBezTo>
                    <a:cubicBezTo>
                      <a:pt x="2026" y="767"/>
                      <a:pt x="2081" y="920"/>
                      <a:pt x="2081" y="933"/>
                    </a:cubicBezTo>
                    <a:lnTo>
                      <a:pt x="2095" y="948"/>
                    </a:lnTo>
                    <a:cubicBezTo>
                      <a:pt x="2118" y="1025"/>
                      <a:pt x="2183" y="1067"/>
                      <a:pt x="2259" y="1067"/>
                    </a:cubicBezTo>
                    <a:cubicBezTo>
                      <a:pt x="2278" y="1067"/>
                      <a:pt x="2297" y="1064"/>
                      <a:pt x="2317" y="1059"/>
                    </a:cubicBezTo>
                    <a:cubicBezTo>
                      <a:pt x="2414" y="1031"/>
                      <a:pt x="2469" y="933"/>
                      <a:pt x="2442" y="822"/>
                    </a:cubicBezTo>
                    <a:cubicBezTo>
                      <a:pt x="2401" y="698"/>
                      <a:pt x="2247" y="448"/>
                      <a:pt x="1915" y="337"/>
                    </a:cubicBezTo>
                    <a:cubicBezTo>
                      <a:pt x="1665" y="268"/>
                      <a:pt x="1554" y="101"/>
                      <a:pt x="1541" y="88"/>
                    </a:cubicBezTo>
                    <a:cubicBezTo>
                      <a:pt x="1506" y="30"/>
                      <a:pt x="1443" y="1"/>
                      <a:pt x="13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32"/>
              <p:cNvSpPr/>
              <p:nvPr/>
            </p:nvSpPr>
            <p:spPr>
              <a:xfrm>
                <a:off x="6184139" y="1227598"/>
                <a:ext cx="451696" cy="443781"/>
              </a:xfrm>
              <a:custGeom>
                <a:avLst/>
                <a:gdLst/>
                <a:ahLst/>
                <a:cxnLst/>
                <a:rect l="l" t="t" r="r" b="b"/>
                <a:pathLst>
                  <a:path w="9473" h="9307" extrusionOk="0">
                    <a:moveTo>
                      <a:pt x="4672" y="2941"/>
                    </a:moveTo>
                    <a:cubicBezTo>
                      <a:pt x="5194" y="2941"/>
                      <a:pt x="5714" y="3135"/>
                      <a:pt x="6103" y="3524"/>
                    </a:cubicBezTo>
                    <a:cubicBezTo>
                      <a:pt x="6894" y="4313"/>
                      <a:pt x="6894" y="5604"/>
                      <a:pt x="6103" y="6394"/>
                    </a:cubicBezTo>
                    <a:cubicBezTo>
                      <a:pt x="5708" y="6789"/>
                      <a:pt x="5188" y="6987"/>
                      <a:pt x="4667" y="6987"/>
                    </a:cubicBezTo>
                    <a:cubicBezTo>
                      <a:pt x="4147" y="6987"/>
                      <a:pt x="3627" y="6789"/>
                      <a:pt x="3232" y="6394"/>
                    </a:cubicBezTo>
                    <a:cubicBezTo>
                      <a:pt x="2441" y="5604"/>
                      <a:pt x="2441" y="4313"/>
                      <a:pt x="3232" y="3524"/>
                    </a:cubicBezTo>
                    <a:cubicBezTo>
                      <a:pt x="3627" y="3135"/>
                      <a:pt x="4151" y="2941"/>
                      <a:pt x="4672" y="2941"/>
                    </a:cubicBezTo>
                    <a:close/>
                    <a:moveTo>
                      <a:pt x="2726" y="6554"/>
                    </a:moveTo>
                    <a:cubicBezTo>
                      <a:pt x="2820" y="6554"/>
                      <a:pt x="2913" y="6588"/>
                      <a:pt x="2983" y="6658"/>
                    </a:cubicBezTo>
                    <a:cubicBezTo>
                      <a:pt x="3121" y="6796"/>
                      <a:pt x="3121" y="7018"/>
                      <a:pt x="2983" y="7157"/>
                    </a:cubicBezTo>
                    <a:lnTo>
                      <a:pt x="1720" y="8418"/>
                    </a:lnTo>
                    <a:lnTo>
                      <a:pt x="1208" y="7919"/>
                    </a:lnTo>
                    <a:lnTo>
                      <a:pt x="2469" y="6658"/>
                    </a:lnTo>
                    <a:cubicBezTo>
                      <a:pt x="2538" y="6588"/>
                      <a:pt x="2632" y="6554"/>
                      <a:pt x="2726" y="6554"/>
                    </a:cubicBezTo>
                    <a:close/>
                    <a:moveTo>
                      <a:pt x="944" y="8183"/>
                    </a:moveTo>
                    <a:lnTo>
                      <a:pt x="1457" y="8682"/>
                    </a:lnTo>
                    <a:lnTo>
                      <a:pt x="1304" y="8834"/>
                    </a:lnTo>
                    <a:cubicBezTo>
                      <a:pt x="1235" y="8904"/>
                      <a:pt x="1145" y="8938"/>
                      <a:pt x="1055" y="8938"/>
                    </a:cubicBezTo>
                    <a:cubicBezTo>
                      <a:pt x="964" y="8938"/>
                      <a:pt x="874" y="8904"/>
                      <a:pt x="805" y="8834"/>
                    </a:cubicBezTo>
                    <a:cubicBezTo>
                      <a:pt x="666" y="8696"/>
                      <a:pt x="666" y="8474"/>
                      <a:pt x="805" y="8335"/>
                    </a:cubicBezTo>
                    <a:lnTo>
                      <a:pt x="944" y="8183"/>
                    </a:lnTo>
                    <a:close/>
                    <a:moveTo>
                      <a:pt x="4718" y="1"/>
                    </a:moveTo>
                    <a:cubicBezTo>
                      <a:pt x="4642" y="1"/>
                      <a:pt x="4571" y="51"/>
                      <a:pt x="4549" y="125"/>
                    </a:cubicBezTo>
                    <a:cubicBezTo>
                      <a:pt x="4508" y="223"/>
                      <a:pt x="4564" y="320"/>
                      <a:pt x="4660" y="362"/>
                    </a:cubicBezTo>
                    <a:cubicBezTo>
                      <a:pt x="5146" y="541"/>
                      <a:pt x="5548" y="889"/>
                      <a:pt x="5797" y="1346"/>
                    </a:cubicBezTo>
                    <a:cubicBezTo>
                      <a:pt x="5834" y="1394"/>
                      <a:pt x="5890" y="1432"/>
                      <a:pt x="5950" y="1432"/>
                    </a:cubicBezTo>
                    <a:cubicBezTo>
                      <a:pt x="5959" y="1432"/>
                      <a:pt x="5969" y="1431"/>
                      <a:pt x="5978" y="1429"/>
                    </a:cubicBezTo>
                    <a:lnTo>
                      <a:pt x="6130" y="1429"/>
                    </a:lnTo>
                    <a:cubicBezTo>
                      <a:pt x="6824" y="1429"/>
                      <a:pt x="7462" y="1873"/>
                      <a:pt x="7711" y="2511"/>
                    </a:cubicBezTo>
                    <a:cubicBezTo>
                      <a:pt x="7739" y="2594"/>
                      <a:pt x="7822" y="2636"/>
                      <a:pt x="7905" y="2636"/>
                    </a:cubicBezTo>
                    <a:cubicBezTo>
                      <a:pt x="7947" y="2636"/>
                      <a:pt x="7975" y="2622"/>
                      <a:pt x="8016" y="2622"/>
                    </a:cubicBezTo>
                    <a:cubicBezTo>
                      <a:pt x="8613" y="2622"/>
                      <a:pt x="9098" y="3121"/>
                      <a:pt x="9098" y="3718"/>
                    </a:cubicBezTo>
                    <a:cubicBezTo>
                      <a:pt x="9098" y="4328"/>
                      <a:pt x="8613" y="4813"/>
                      <a:pt x="8016" y="4813"/>
                    </a:cubicBezTo>
                    <a:lnTo>
                      <a:pt x="7073" y="4813"/>
                    </a:lnTo>
                    <a:cubicBezTo>
                      <a:pt x="7004" y="3870"/>
                      <a:pt x="6380" y="3024"/>
                      <a:pt x="5492" y="2705"/>
                    </a:cubicBezTo>
                    <a:cubicBezTo>
                      <a:pt x="5230" y="2611"/>
                      <a:pt x="4957" y="2565"/>
                      <a:pt x="4687" y="2565"/>
                    </a:cubicBezTo>
                    <a:cubicBezTo>
                      <a:pt x="4001" y="2565"/>
                      <a:pt x="3329" y="2857"/>
                      <a:pt x="2872" y="3385"/>
                    </a:cubicBezTo>
                    <a:cubicBezTo>
                      <a:pt x="2705" y="3579"/>
                      <a:pt x="2567" y="3787"/>
                      <a:pt x="2456" y="4023"/>
                    </a:cubicBezTo>
                    <a:cubicBezTo>
                      <a:pt x="2358" y="4272"/>
                      <a:pt x="2289" y="4550"/>
                      <a:pt x="2275" y="4813"/>
                    </a:cubicBezTo>
                    <a:lnTo>
                      <a:pt x="1762" y="4813"/>
                    </a:lnTo>
                    <a:cubicBezTo>
                      <a:pt x="999" y="4813"/>
                      <a:pt x="376" y="4189"/>
                      <a:pt x="376" y="3426"/>
                    </a:cubicBezTo>
                    <a:cubicBezTo>
                      <a:pt x="376" y="2719"/>
                      <a:pt x="944" y="2109"/>
                      <a:pt x="1651" y="2054"/>
                    </a:cubicBezTo>
                    <a:cubicBezTo>
                      <a:pt x="1735" y="2039"/>
                      <a:pt x="1803" y="1984"/>
                      <a:pt x="1818" y="1900"/>
                    </a:cubicBezTo>
                    <a:cubicBezTo>
                      <a:pt x="1984" y="1194"/>
                      <a:pt x="2484" y="611"/>
                      <a:pt x="3177" y="362"/>
                    </a:cubicBezTo>
                    <a:cubicBezTo>
                      <a:pt x="3273" y="334"/>
                      <a:pt x="3316" y="223"/>
                      <a:pt x="3273" y="125"/>
                    </a:cubicBezTo>
                    <a:cubicBezTo>
                      <a:pt x="3251" y="48"/>
                      <a:pt x="3176" y="6"/>
                      <a:pt x="3098" y="6"/>
                    </a:cubicBezTo>
                    <a:cubicBezTo>
                      <a:pt x="3078" y="6"/>
                      <a:pt x="3058" y="9"/>
                      <a:pt x="3038" y="14"/>
                    </a:cubicBezTo>
                    <a:cubicBezTo>
                      <a:pt x="2650" y="153"/>
                      <a:pt x="2303" y="403"/>
                      <a:pt x="2025" y="722"/>
                    </a:cubicBezTo>
                    <a:cubicBezTo>
                      <a:pt x="1776" y="1000"/>
                      <a:pt x="1596" y="1332"/>
                      <a:pt x="1498" y="1693"/>
                    </a:cubicBezTo>
                    <a:cubicBezTo>
                      <a:pt x="653" y="1832"/>
                      <a:pt x="1" y="2581"/>
                      <a:pt x="1" y="3426"/>
                    </a:cubicBezTo>
                    <a:cubicBezTo>
                      <a:pt x="1" y="4397"/>
                      <a:pt x="792" y="5188"/>
                      <a:pt x="1762" y="5188"/>
                    </a:cubicBezTo>
                    <a:lnTo>
                      <a:pt x="2289" y="5188"/>
                    </a:lnTo>
                    <a:cubicBezTo>
                      <a:pt x="2317" y="5534"/>
                      <a:pt x="2428" y="5881"/>
                      <a:pt x="2608" y="6186"/>
                    </a:cubicBezTo>
                    <a:cubicBezTo>
                      <a:pt x="2469" y="6214"/>
                      <a:pt x="2330" y="6283"/>
                      <a:pt x="2206" y="6394"/>
                    </a:cubicBezTo>
                    <a:lnTo>
                      <a:pt x="542" y="8072"/>
                    </a:lnTo>
                    <a:cubicBezTo>
                      <a:pt x="250" y="8350"/>
                      <a:pt x="250" y="8807"/>
                      <a:pt x="542" y="9099"/>
                    </a:cubicBezTo>
                    <a:cubicBezTo>
                      <a:pt x="681" y="9237"/>
                      <a:pt x="868" y="9307"/>
                      <a:pt x="1055" y="9307"/>
                    </a:cubicBezTo>
                    <a:cubicBezTo>
                      <a:pt x="1242" y="9307"/>
                      <a:pt x="1430" y="9237"/>
                      <a:pt x="1568" y="9099"/>
                    </a:cubicBezTo>
                    <a:lnTo>
                      <a:pt x="3232" y="7420"/>
                    </a:lnTo>
                    <a:cubicBezTo>
                      <a:pt x="3343" y="7309"/>
                      <a:pt x="3412" y="7170"/>
                      <a:pt x="3440" y="7018"/>
                    </a:cubicBezTo>
                    <a:cubicBezTo>
                      <a:pt x="3815" y="7240"/>
                      <a:pt x="4244" y="7364"/>
                      <a:pt x="4675" y="7364"/>
                    </a:cubicBezTo>
                    <a:cubicBezTo>
                      <a:pt x="5285" y="7364"/>
                      <a:pt x="5895" y="7129"/>
                      <a:pt x="6367" y="6658"/>
                    </a:cubicBezTo>
                    <a:cubicBezTo>
                      <a:pt x="6783" y="6242"/>
                      <a:pt x="7004" y="5728"/>
                      <a:pt x="7060" y="5188"/>
                    </a:cubicBezTo>
                    <a:lnTo>
                      <a:pt x="8016" y="5188"/>
                    </a:lnTo>
                    <a:cubicBezTo>
                      <a:pt x="8821" y="5188"/>
                      <a:pt x="9473" y="4522"/>
                      <a:pt x="9473" y="3718"/>
                    </a:cubicBezTo>
                    <a:cubicBezTo>
                      <a:pt x="9473" y="2913"/>
                      <a:pt x="8821" y="2261"/>
                      <a:pt x="8016" y="2261"/>
                    </a:cubicBezTo>
                    <a:lnTo>
                      <a:pt x="8003" y="2261"/>
                    </a:lnTo>
                    <a:cubicBezTo>
                      <a:pt x="7670" y="1540"/>
                      <a:pt x="6935" y="1055"/>
                      <a:pt x="6130" y="1055"/>
                    </a:cubicBezTo>
                    <a:lnTo>
                      <a:pt x="6061" y="1055"/>
                    </a:lnTo>
                    <a:cubicBezTo>
                      <a:pt x="5770" y="569"/>
                      <a:pt x="5313" y="209"/>
                      <a:pt x="4786" y="14"/>
                    </a:cubicBezTo>
                    <a:cubicBezTo>
                      <a:pt x="4763" y="5"/>
                      <a:pt x="4740" y="1"/>
                      <a:pt x="47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32"/>
              <p:cNvSpPr/>
              <p:nvPr/>
            </p:nvSpPr>
            <p:spPr>
              <a:xfrm>
                <a:off x="6361570" y="1220827"/>
                <a:ext cx="19025" cy="17690"/>
              </a:xfrm>
              <a:custGeom>
                <a:avLst/>
                <a:gdLst/>
                <a:ahLst/>
                <a:cxnLst/>
                <a:rect l="l" t="t" r="r" b="b"/>
                <a:pathLst>
                  <a:path w="399" h="371" extrusionOk="0">
                    <a:moveTo>
                      <a:pt x="187" y="1"/>
                    </a:moveTo>
                    <a:cubicBezTo>
                      <a:pt x="174" y="1"/>
                      <a:pt x="161" y="2"/>
                      <a:pt x="149" y="4"/>
                    </a:cubicBezTo>
                    <a:cubicBezTo>
                      <a:pt x="79" y="32"/>
                      <a:pt x="24" y="101"/>
                      <a:pt x="11" y="171"/>
                    </a:cubicBezTo>
                    <a:cubicBezTo>
                      <a:pt x="1" y="288"/>
                      <a:pt x="101" y="370"/>
                      <a:pt x="200" y="370"/>
                    </a:cubicBezTo>
                    <a:cubicBezTo>
                      <a:pt x="241" y="370"/>
                      <a:pt x="283" y="356"/>
                      <a:pt x="316" y="323"/>
                    </a:cubicBezTo>
                    <a:cubicBezTo>
                      <a:pt x="385" y="267"/>
                      <a:pt x="399" y="156"/>
                      <a:pt x="357" y="88"/>
                    </a:cubicBezTo>
                    <a:cubicBezTo>
                      <a:pt x="323" y="30"/>
                      <a:pt x="250" y="1"/>
                      <a:pt x="1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8" name="Google Shape;418;p32"/>
            <p:cNvGrpSpPr/>
            <p:nvPr/>
          </p:nvGrpSpPr>
          <p:grpSpPr>
            <a:xfrm>
              <a:off x="723837" y="1482615"/>
              <a:ext cx="267223" cy="233165"/>
              <a:chOff x="6908262" y="1240186"/>
              <a:chExt cx="472209" cy="412024"/>
            </a:xfrm>
          </p:grpSpPr>
          <p:sp>
            <p:nvSpPr>
              <p:cNvPr id="419" name="Google Shape;419;p32"/>
              <p:cNvSpPr/>
              <p:nvPr/>
            </p:nvSpPr>
            <p:spPr>
              <a:xfrm>
                <a:off x="7105958" y="1594618"/>
                <a:ext cx="76769" cy="17929"/>
              </a:xfrm>
              <a:custGeom>
                <a:avLst/>
                <a:gdLst/>
                <a:ahLst/>
                <a:cxnLst/>
                <a:rect l="l" t="t" r="r" b="b"/>
                <a:pathLst>
                  <a:path w="1610" h="376" extrusionOk="0">
                    <a:moveTo>
                      <a:pt x="181" y="0"/>
                    </a:moveTo>
                    <a:cubicBezTo>
                      <a:pt x="84" y="0"/>
                      <a:pt x="1" y="84"/>
                      <a:pt x="1" y="181"/>
                    </a:cubicBezTo>
                    <a:cubicBezTo>
                      <a:pt x="1" y="292"/>
                      <a:pt x="84" y="375"/>
                      <a:pt x="181" y="375"/>
                    </a:cubicBezTo>
                    <a:lnTo>
                      <a:pt x="1429" y="375"/>
                    </a:lnTo>
                    <a:cubicBezTo>
                      <a:pt x="1540" y="375"/>
                      <a:pt x="1609" y="292"/>
                      <a:pt x="1609" y="181"/>
                    </a:cubicBezTo>
                    <a:cubicBezTo>
                      <a:pt x="1609" y="84"/>
                      <a:pt x="1540" y="0"/>
                      <a:pt x="14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32"/>
              <p:cNvSpPr/>
              <p:nvPr/>
            </p:nvSpPr>
            <p:spPr>
              <a:xfrm>
                <a:off x="7080209" y="1365642"/>
                <a:ext cx="136229" cy="159593"/>
              </a:xfrm>
              <a:custGeom>
                <a:avLst/>
                <a:gdLst/>
                <a:ahLst/>
                <a:cxnLst/>
                <a:rect l="l" t="t" r="r" b="b"/>
                <a:pathLst>
                  <a:path w="2857" h="3347" extrusionOk="0">
                    <a:moveTo>
                      <a:pt x="1054" y="2237"/>
                    </a:moveTo>
                    <a:cubicBezTo>
                      <a:pt x="1262" y="2237"/>
                      <a:pt x="1415" y="2404"/>
                      <a:pt x="1415" y="2598"/>
                    </a:cubicBezTo>
                    <a:lnTo>
                      <a:pt x="1415" y="2611"/>
                    </a:lnTo>
                    <a:cubicBezTo>
                      <a:pt x="1415" y="2820"/>
                      <a:pt x="1262" y="2972"/>
                      <a:pt x="1054" y="2972"/>
                    </a:cubicBezTo>
                    <a:lnTo>
                      <a:pt x="735" y="2972"/>
                    </a:lnTo>
                    <a:cubicBezTo>
                      <a:pt x="541" y="2972"/>
                      <a:pt x="374" y="2820"/>
                      <a:pt x="374" y="2611"/>
                    </a:cubicBezTo>
                    <a:lnTo>
                      <a:pt x="374" y="2598"/>
                    </a:lnTo>
                    <a:cubicBezTo>
                      <a:pt x="374" y="2404"/>
                      <a:pt x="541" y="2237"/>
                      <a:pt x="735" y="2237"/>
                    </a:cubicBezTo>
                    <a:close/>
                    <a:moveTo>
                      <a:pt x="1594" y="1"/>
                    </a:moveTo>
                    <a:cubicBezTo>
                      <a:pt x="1580" y="1"/>
                      <a:pt x="1567" y="2"/>
                      <a:pt x="1553" y="4"/>
                    </a:cubicBezTo>
                    <a:cubicBezTo>
                      <a:pt x="1470" y="32"/>
                      <a:pt x="1415" y="102"/>
                      <a:pt x="1415" y="185"/>
                    </a:cubicBezTo>
                    <a:lnTo>
                      <a:pt x="1415" y="1960"/>
                    </a:lnTo>
                    <a:cubicBezTo>
                      <a:pt x="1317" y="1904"/>
                      <a:pt x="1193" y="1862"/>
                      <a:pt x="1054" y="1862"/>
                    </a:cubicBezTo>
                    <a:lnTo>
                      <a:pt x="735" y="1862"/>
                    </a:lnTo>
                    <a:cubicBezTo>
                      <a:pt x="333" y="1862"/>
                      <a:pt x="0" y="2195"/>
                      <a:pt x="0" y="2598"/>
                    </a:cubicBezTo>
                    <a:lnTo>
                      <a:pt x="0" y="2611"/>
                    </a:lnTo>
                    <a:cubicBezTo>
                      <a:pt x="0" y="3014"/>
                      <a:pt x="333" y="3347"/>
                      <a:pt x="735" y="3347"/>
                    </a:cubicBezTo>
                    <a:lnTo>
                      <a:pt x="1054" y="3347"/>
                    </a:lnTo>
                    <a:cubicBezTo>
                      <a:pt x="1456" y="3347"/>
                      <a:pt x="1789" y="3014"/>
                      <a:pt x="1789" y="2611"/>
                    </a:cubicBezTo>
                    <a:lnTo>
                      <a:pt x="1789" y="2598"/>
                    </a:lnTo>
                    <a:lnTo>
                      <a:pt x="1789" y="614"/>
                    </a:lnTo>
                    <a:cubicBezTo>
                      <a:pt x="1872" y="670"/>
                      <a:pt x="1983" y="725"/>
                      <a:pt x="2108" y="767"/>
                    </a:cubicBezTo>
                    <a:cubicBezTo>
                      <a:pt x="2399" y="850"/>
                      <a:pt x="2469" y="1058"/>
                      <a:pt x="2469" y="1058"/>
                    </a:cubicBezTo>
                    <a:lnTo>
                      <a:pt x="2482" y="1086"/>
                    </a:lnTo>
                    <a:cubicBezTo>
                      <a:pt x="2505" y="1154"/>
                      <a:pt x="2575" y="1204"/>
                      <a:pt x="2645" y="1204"/>
                    </a:cubicBezTo>
                    <a:cubicBezTo>
                      <a:pt x="2661" y="1204"/>
                      <a:pt x="2676" y="1202"/>
                      <a:pt x="2691" y="1197"/>
                    </a:cubicBezTo>
                    <a:cubicBezTo>
                      <a:pt x="2802" y="1183"/>
                      <a:pt x="2857" y="1072"/>
                      <a:pt x="2829" y="975"/>
                    </a:cubicBezTo>
                    <a:lnTo>
                      <a:pt x="2829" y="961"/>
                    </a:lnTo>
                    <a:cubicBezTo>
                      <a:pt x="2787" y="808"/>
                      <a:pt x="2607" y="531"/>
                      <a:pt x="2219" y="407"/>
                    </a:cubicBezTo>
                    <a:cubicBezTo>
                      <a:pt x="1914" y="309"/>
                      <a:pt x="1775" y="115"/>
                      <a:pt x="1761" y="87"/>
                    </a:cubicBezTo>
                    <a:cubicBezTo>
                      <a:pt x="1726" y="30"/>
                      <a:pt x="1663" y="1"/>
                      <a:pt x="15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32"/>
              <p:cNvSpPr/>
              <p:nvPr/>
            </p:nvSpPr>
            <p:spPr>
              <a:xfrm>
                <a:off x="7019365" y="1240186"/>
                <a:ext cx="249999" cy="412024"/>
              </a:xfrm>
              <a:custGeom>
                <a:avLst/>
                <a:gdLst/>
                <a:ahLst/>
                <a:cxnLst/>
                <a:rect l="l" t="t" r="r" b="b"/>
                <a:pathLst>
                  <a:path w="5243" h="8641" extrusionOk="0">
                    <a:moveTo>
                      <a:pt x="3578" y="361"/>
                    </a:moveTo>
                    <a:lnTo>
                      <a:pt x="3578" y="403"/>
                    </a:lnTo>
                    <a:lnTo>
                      <a:pt x="3578" y="666"/>
                    </a:lnTo>
                    <a:cubicBezTo>
                      <a:pt x="3578" y="736"/>
                      <a:pt x="3523" y="791"/>
                      <a:pt x="3453" y="791"/>
                    </a:cubicBezTo>
                    <a:lnTo>
                      <a:pt x="1803" y="791"/>
                    </a:lnTo>
                    <a:cubicBezTo>
                      <a:pt x="1720" y="791"/>
                      <a:pt x="1665" y="736"/>
                      <a:pt x="1665" y="666"/>
                    </a:cubicBezTo>
                    <a:lnTo>
                      <a:pt x="1665" y="403"/>
                    </a:lnTo>
                    <a:lnTo>
                      <a:pt x="1665" y="361"/>
                    </a:lnTo>
                    <a:close/>
                    <a:moveTo>
                      <a:pt x="832" y="0"/>
                    </a:moveTo>
                    <a:cubicBezTo>
                      <a:pt x="374" y="0"/>
                      <a:pt x="0" y="375"/>
                      <a:pt x="0" y="832"/>
                    </a:cubicBezTo>
                    <a:lnTo>
                      <a:pt x="0" y="1636"/>
                    </a:lnTo>
                    <a:cubicBezTo>
                      <a:pt x="0" y="1747"/>
                      <a:pt x="84" y="1831"/>
                      <a:pt x="180" y="1831"/>
                    </a:cubicBezTo>
                    <a:cubicBezTo>
                      <a:pt x="291" y="1831"/>
                      <a:pt x="374" y="1747"/>
                      <a:pt x="374" y="1636"/>
                    </a:cubicBezTo>
                    <a:lnTo>
                      <a:pt x="374" y="832"/>
                    </a:lnTo>
                    <a:cubicBezTo>
                      <a:pt x="374" y="569"/>
                      <a:pt x="568" y="361"/>
                      <a:pt x="832" y="361"/>
                    </a:cubicBezTo>
                    <a:lnTo>
                      <a:pt x="1262" y="361"/>
                    </a:lnTo>
                    <a:cubicBezTo>
                      <a:pt x="1276" y="361"/>
                      <a:pt x="1290" y="388"/>
                      <a:pt x="1290" y="403"/>
                    </a:cubicBezTo>
                    <a:lnTo>
                      <a:pt x="1290" y="666"/>
                    </a:lnTo>
                    <a:cubicBezTo>
                      <a:pt x="1290" y="943"/>
                      <a:pt x="1526" y="1165"/>
                      <a:pt x="1803" y="1165"/>
                    </a:cubicBezTo>
                    <a:lnTo>
                      <a:pt x="3453" y="1165"/>
                    </a:lnTo>
                    <a:cubicBezTo>
                      <a:pt x="3730" y="1165"/>
                      <a:pt x="3952" y="943"/>
                      <a:pt x="3952" y="666"/>
                    </a:cubicBezTo>
                    <a:lnTo>
                      <a:pt x="3952" y="403"/>
                    </a:lnTo>
                    <a:cubicBezTo>
                      <a:pt x="3952" y="388"/>
                      <a:pt x="3967" y="361"/>
                      <a:pt x="3994" y="361"/>
                    </a:cubicBezTo>
                    <a:lnTo>
                      <a:pt x="4410" y="361"/>
                    </a:lnTo>
                    <a:cubicBezTo>
                      <a:pt x="4673" y="361"/>
                      <a:pt x="4882" y="569"/>
                      <a:pt x="4882" y="832"/>
                    </a:cubicBezTo>
                    <a:lnTo>
                      <a:pt x="4882" y="7808"/>
                    </a:lnTo>
                    <a:cubicBezTo>
                      <a:pt x="4882" y="8058"/>
                      <a:pt x="4673" y="8265"/>
                      <a:pt x="4410" y="8265"/>
                    </a:cubicBezTo>
                    <a:lnTo>
                      <a:pt x="832" y="8265"/>
                    </a:lnTo>
                    <a:cubicBezTo>
                      <a:pt x="583" y="8265"/>
                      <a:pt x="374" y="8058"/>
                      <a:pt x="374" y="7808"/>
                    </a:cubicBezTo>
                    <a:lnTo>
                      <a:pt x="374" y="3273"/>
                    </a:lnTo>
                    <a:cubicBezTo>
                      <a:pt x="374" y="3162"/>
                      <a:pt x="291" y="3079"/>
                      <a:pt x="180" y="3079"/>
                    </a:cubicBezTo>
                    <a:cubicBezTo>
                      <a:pt x="84" y="3079"/>
                      <a:pt x="0" y="3162"/>
                      <a:pt x="0" y="3273"/>
                    </a:cubicBezTo>
                    <a:lnTo>
                      <a:pt x="0" y="7808"/>
                    </a:lnTo>
                    <a:cubicBezTo>
                      <a:pt x="0" y="8265"/>
                      <a:pt x="374" y="8640"/>
                      <a:pt x="832" y="8640"/>
                    </a:cubicBezTo>
                    <a:lnTo>
                      <a:pt x="4410" y="8640"/>
                    </a:lnTo>
                    <a:cubicBezTo>
                      <a:pt x="4882" y="8640"/>
                      <a:pt x="5242" y="8265"/>
                      <a:pt x="5242" y="7808"/>
                    </a:cubicBezTo>
                    <a:lnTo>
                      <a:pt x="5242" y="832"/>
                    </a:lnTo>
                    <a:cubicBezTo>
                      <a:pt x="5242" y="375"/>
                      <a:pt x="4882" y="0"/>
                      <a:pt x="44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32"/>
              <p:cNvSpPr/>
              <p:nvPr/>
            </p:nvSpPr>
            <p:spPr>
              <a:xfrm>
                <a:off x="6955183" y="1401691"/>
                <a:ext cx="41722" cy="97606"/>
              </a:xfrm>
              <a:custGeom>
                <a:avLst/>
                <a:gdLst/>
                <a:ahLst/>
                <a:cxnLst/>
                <a:rect l="l" t="t" r="r" b="b"/>
                <a:pathLst>
                  <a:path w="875" h="2047" extrusionOk="0">
                    <a:moveTo>
                      <a:pt x="668" y="1"/>
                    </a:moveTo>
                    <a:cubicBezTo>
                      <a:pt x="621" y="1"/>
                      <a:pt x="576" y="18"/>
                      <a:pt x="542" y="52"/>
                    </a:cubicBezTo>
                    <a:cubicBezTo>
                      <a:pt x="1" y="594"/>
                      <a:pt x="1" y="1454"/>
                      <a:pt x="542" y="1994"/>
                    </a:cubicBezTo>
                    <a:cubicBezTo>
                      <a:pt x="576" y="2029"/>
                      <a:pt x="625" y="2046"/>
                      <a:pt x="673" y="2046"/>
                    </a:cubicBezTo>
                    <a:cubicBezTo>
                      <a:pt x="722" y="2046"/>
                      <a:pt x="771" y="2029"/>
                      <a:pt x="805" y="1994"/>
                    </a:cubicBezTo>
                    <a:cubicBezTo>
                      <a:pt x="875" y="1911"/>
                      <a:pt x="875" y="1800"/>
                      <a:pt x="805" y="1731"/>
                    </a:cubicBezTo>
                    <a:cubicBezTo>
                      <a:pt x="417" y="1343"/>
                      <a:pt x="417" y="705"/>
                      <a:pt x="805" y="316"/>
                    </a:cubicBezTo>
                    <a:cubicBezTo>
                      <a:pt x="875" y="246"/>
                      <a:pt x="875" y="122"/>
                      <a:pt x="805" y="52"/>
                    </a:cubicBezTo>
                    <a:cubicBezTo>
                      <a:pt x="763" y="18"/>
                      <a:pt x="715" y="1"/>
                      <a:pt x="6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32"/>
              <p:cNvSpPr/>
              <p:nvPr/>
            </p:nvSpPr>
            <p:spPr>
              <a:xfrm>
                <a:off x="6908262" y="1371269"/>
                <a:ext cx="58220" cy="158592"/>
              </a:xfrm>
              <a:custGeom>
                <a:avLst/>
                <a:gdLst/>
                <a:ahLst/>
                <a:cxnLst/>
                <a:rect l="l" t="t" r="r" b="b"/>
                <a:pathLst>
                  <a:path w="1221" h="3326" extrusionOk="0">
                    <a:moveTo>
                      <a:pt x="1014" y="1"/>
                    </a:moveTo>
                    <a:cubicBezTo>
                      <a:pt x="967" y="1"/>
                      <a:pt x="922" y="18"/>
                      <a:pt x="888" y="52"/>
                    </a:cubicBezTo>
                    <a:cubicBezTo>
                      <a:pt x="1" y="940"/>
                      <a:pt x="1" y="2382"/>
                      <a:pt x="888" y="3270"/>
                    </a:cubicBezTo>
                    <a:cubicBezTo>
                      <a:pt x="916" y="3297"/>
                      <a:pt x="971" y="3325"/>
                      <a:pt x="1012" y="3325"/>
                    </a:cubicBezTo>
                    <a:cubicBezTo>
                      <a:pt x="1068" y="3325"/>
                      <a:pt x="1110" y="3297"/>
                      <a:pt x="1151" y="3270"/>
                    </a:cubicBezTo>
                    <a:cubicBezTo>
                      <a:pt x="1221" y="3201"/>
                      <a:pt x="1221" y="3076"/>
                      <a:pt x="1151" y="3007"/>
                    </a:cubicBezTo>
                    <a:cubicBezTo>
                      <a:pt x="402" y="2258"/>
                      <a:pt x="402" y="1051"/>
                      <a:pt x="1151" y="316"/>
                    </a:cubicBezTo>
                    <a:cubicBezTo>
                      <a:pt x="1221" y="247"/>
                      <a:pt x="1221" y="122"/>
                      <a:pt x="1151" y="52"/>
                    </a:cubicBezTo>
                    <a:cubicBezTo>
                      <a:pt x="1109" y="18"/>
                      <a:pt x="1061" y="1"/>
                      <a:pt x="10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32"/>
              <p:cNvSpPr/>
              <p:nvPr/>
            </p:nvSpPr>
            <p:spPr>
              <a:xfrm>
                <a:off x="7291781" y="1401691"/>
                <a:ext cx="41722" cy="97606"/>
              </a:xfrm>
              <a:custGeom>
                <a:avLst/>
                <a:gdLst/>
                <a:ahLst/>
                <a:cxnLst/>
                <a:rect l="l" t="t" r="r" b="b"/>
                <a:pathLst>
                  <a:path w="875" h="2047" extrusionOk="0">
                    <a:moveTo>
                      <a:pt x="210" y="1"/>
                    </a:moveTo>
                    <a:cubicBezTo>
                      <a:pt x="163" y="1"/>
                      <a:pt x="119" y="18"/>
                      <a:pt x="84" y="52"/>
                    </a:cubicBezTo>
                    <a:cubicBezTo>
                      <a:pt x="1" y="122"/>
                      <a:pt x="1" y="246"/>
                      <a:pt x="84" y="316"/>
                    </a:cubicBezTo>
                    <a:cubicBezTo>
                      <a:pt x="472" y="705"/>
                      <a:pt x="472" y="1343"/>
                      <a:pt x="84" y="1731"/>
                    </a:cubicBezTo>
                    <a:cubicBezTo>
                      <a:pt x="1" y="1800"/>
                      <a:pt x="1" y="1911"/>
                      <a:pt x="84" y="1994"/>
                    </a:cubicBezTo>
                    <a:cubicBezTo>
                      <a:pt x="119" y="2029"/>
                      <a:pt x="163" y="2046"/>
                      <a:pt x="210" y="2046"/>
                    </a:cubicBezTo>
                    <a:cubicBezTo>
                      <a:pt x="257" y="2046"/>
                      <a:pt x="305" y="2029"/>
                      <a:pt x="347" y="1994"/>
                    </a:cubicBezTo>
                    <a:cubicBezTo>
                      <a:pt x="874" y="1454"/>
                      <a:pt x="874" y="594"/>
                      <a:pt x="347" y="52"/>
                    </a:cubicBezTo>
                    <a:cubicBezTo>
                      <a:pt x="305" y="18"/>
                      <a:pt x="257" y="1"/>
                      <a:pt x="2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32"/>
              <p:cNvSpPr/>
              <p:nvPr/>
            </p:nvSpPr>
            <p:spPr>
              <a:xfrm>
                <a:off x="7322871" y="1371269"/>
                <a:ext cx="57600" cy="158449"/>
              </a:xfrm>
              <a:custGeom>
                <a:avLst/>
                <a:gdLst/>
                <a:ahLst/>
                <a:cxnLst/>
                <a:rect l="l" t="t" r="r" b="b"/>
                <a:pathLst>
                  <a:path w="1208" h="3323" extrusionOk="0">
                    <a:moveTo>
                      <a:pt x="196" y="1"/>
                    </a:moveTo>
                    <a:cubicBezTo>
                      <a:pt x="149" y="1"/>
                      <a:pt x="104" y="18"/>
                      <a:pt x="70" y="52"/>
                    </a:cubicBezTo>
                    <a:cubicBezTo>
                      <a:pt x="0" y="122"/>
                      <a:pt x="0" y="247"/>
                      <a:pt x="70" y="316"/>
                    </a:cubicBezTo>
                    <a:cubicBezTo>
                      <a:pt x="805" y="1051"/>
                      <a:pt x="805" y="2258"/>
                      <a:pt x="70" y="3007"/>
                    </a:cubicBezTo>
                    <a:cubicBezTo>
                      <a:pt x="0" y="3076"/>
                      <a:pt x="0" y="3201"/>
                      <a:pt x="70" y="3270"/>
                    </a:cubicBezTo>
                    <a:cubicBezTo>
                      <a:pt x="104" y="3305"/>
                      <a:pt x="149" y="3322"/>
                      <a:pt x="196" y="3322"/>
                    </a:cubicBezTo>
                    <a:cubicBezTo>
                      <a:pt x="243" y="3322"/>
                      <a:pt x="291" y="3305"/>
                      <a:pt x="333" y="3270"/>
                    </a:cubicBezTo>
                    <a:cubicBezTo>
                      <a:pt x="1207" y="2382"/>
                      <a:pt x="1207" y="940"/>
                      <a:pt x="333" y="52"/>
                    </a:cubicBezTo>
                    <a:cubicBezTo>
                      <a:pt x="291" y="18"/>
                      <a:pt x="243" y="1"/>
                      <a:pt x="1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32"/>
              <p:cNvSpPr/>
              <p:nvPr/>
            </p:nvSpPr>
            <p:spPr>
              <a:xfrm>
                <a:off x="7018030" y="1348476"/>
                <a:ext cx="19502" cy="17786"/>
              </a:xfrm>
              <a:custGeom>
                <a:avLst/>
                <a:gdLst/>
                <a:ahLst/>
                <a:cxnLst/>
                <a:rect l="l" t="t" r="r" b="b"/>
                <a:pathLst>
                  <a:path w="409" h="373" extrusionOk="0">
                    <a:moveTo>
                      <a:pt x="207" y="1"/>
                    </a:moveTo>
                    <a:cubicBezTo>
                      <a:pt x="168" y="1"/>
                      <a:pt x="128" y="14"/>
                      <a:pt x="97" y="46"/>
                    </a:cubicBezTo>
                    <a:cubicBezTo>
                      <a:pt x="14" y="101"/>
                      <a:pt x="1" y="212"/>
                      <a:pt x="56" y="295"/>
                    </a:cubicBezTo>
                    <a:cubicBezTo>
                      <a:pt x="93" y="348"/>
                      <a:pt x="148" y="373"/>
                      <a:pt x="204" y="373"/>
                    </a:cubicBezTo>
                    <a:cubicBezTo>
                      <a:pt x="292" y="373"/>
                      <a:pt x="380" y="309"/>
                      <a:pt x="389" y="198"/>
                    </a:cubicBezTo>
                    <a:cubicBezTo>
                      <a:pt x="409" y="88"/>
                      <a:pt x="307" y="1"/>
                      <a:pt x="2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427" name="Google Shape;427;p32"/>
            <p:cNvCxnSpPr/>
            <p:nvPr/>
          </p:nvCxnSpPr>
          <p:spPr>
            <a:xfrm>
              <a:off x="729625" y="1355100"/>
              <a:ext cx="255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8" name="Google Shape;428;p32"/>
            <p:cNvCxnSpPr/>
            <p:nvPr/>
          </p:nvCxnSpPr>
          <p:spPr>
            <a:xfrm>
              <a:off x="729625" y="1845525"/>
              <a:ext cx="255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29" name="Google Shape;429;p32"/>
          <p:cNvSpPr/>
          <p:nvPr/>
        </p:nvSpPr>
        <p:spPr>
          <a:xfrm>
            <a:off x="1484848" y="1553691"/>
            <a:ext cx="1021200" cy="1021500"/>
          </a:xfrm>
          <a:prstGeom prst="rect">
            <a:avLst/>
          </a:prstGeom>
          <a:gradFill>
            <a:gsLst>
              <a:gs pos="0">
                <a:schemeClr val="dk2"/>
              </a:gs>
              <a:gs pos="2000">
                <a:schemeClr val="dk2"/>
              </a:gs>
              <a:gs pos="50000">
                <a:schemeClr val="dk1"/>
              </a:gs>
              <a:gs pos="100000">
                <a:schemeClr val="lt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32"/>
          <p:cNvSpPr/>
          <p:nvPr/>
        </p:nvSpPr>
        <p:spPr>
          <a:xfrm>
            <a:off x="2776873" y="1553691"/>
            <a:ext cx="1021200" cy="1021500"/>
          </a:xfrm>
          <a:prstGeom prst="rect">
            <a:avLst/>
          </a:prstGeom>
          <a:gradFill>
            <a:gsLst>
              <a:gs pos="0">
                <a:schemeClr val="dk2"/>
              </a:gs>
              <a:gs pos="2000">
                <a:schemeClr val="dk2"/>
              </a:gs>
              <a:gs pos="50000">
                <a:schemeClr val="dk1"/>
              </a:gs>
              <a:gs pos="100000">
                <a:schemeClr val="lt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32"/>
          <p:cNvSpPr/>
          <p:nvPr/>
        </p:nvSpPr>
        <p:spPr>
          <a:xfrm>
            <a:off x="1484848" y="2804973"/>
            <a:ext cx="1021200" cy="1021500"/>
          </a:xfrm>
          <a:prstGeom prst="rect">
            <a:avLst/>
          </a:prstGeom>
          <a:gradFill>
            <a:gsLst>
              <a:gs pos="0">
                <a:schemeClr val="dk2"/>
              </a:gs>
              <a:gs pos="2000">
                <a:schemeClr val="dk2"/>
              </a:gs>
              <a:gs pos="50000">
                <a:schemeClr val="dk1"/>
              </a:gs>
              <a:gs pos="100000">
                <a:schemeClr val="lt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32"/>
          <p:cNvSpPr/>
          <p:nvPr/>
        </p:nvSpPr>
        <p:spPr>
          <a:xfrm>
            <a:off x="2776873" y="2804973"/>
            <a:ext cx="1021200" cy="1021500"/>
          </a:xfrm>
          <a:prstGeom prst="rect">
            <a:avLst/>
          </a:prstGeom>
          <a:gradFill>
            <a:gsLst>
              <a:gs pos="0">
                <a:schemeClr val="dk2"/>
              </a:gs>
              <a:gs pos="2000">
                <a:schemeClr val="dk2"/>
              </a:gs>
              <a:gs pos="50000">
                <a:schemeClr val="dk1"/>
              </a:gs>
              <a:gs pos="100000">
                <a:schemeClr val="lt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3" name="Google Shape;433;p32"/>
          <p:cNvGrpSpPr/>
          <p:nvPr/>
        </p:nvGrpSpPr>
        <p:grpSpPr>
          <a:xfrm>
            <a:off x="3110946" y="3110579"/>
            <a:ext cx="353053" cy="410263"/>
            <a:chOff x="7684599" y="4152413"/>
            <a:chExt cx="388183" cy="451086"/>
          </a:xfrm>
        </p:grpSpPr>
        <p:sp>
          <p:nvSpPr>
            <p:cNvPr id="434" name="Google Shape;434;p32"/>
            <p:cNvSpPr/>
            <p:nvPr/>
          </p:nvSpPr>
          <p:spPr>
            <a:xfrm>
              <a:off x="7684599" y="4152413"/>
              <a:ext cx="388183" cy="451029"/>
            </a:xfrm>
            <a:custGeom>
              <a:avLst/>
              <a:gdLst/>
              <a:ahLst/>
              <a:cxnLst/>
              <a:rect l="l" t="t" r="r" b="b"/>
              <a:pathLst>
                <a:path w="8141" h="9459" extrusionOk="0">
                  <a:moveTo>
                    <a:pt x="2122" y="361"/>
                  </a:moveTo>
                  <a:lnTo>
                    <a:pt x="2192" y="472"/>
                  </a:lnTo>
                  <a:cubicBezTo>
                    <a:pt x="2260" y="570"/>
                    <a:pt x="2371" y="611"/>
                    <a:pt x="2482" y="611"/>
                  </a:cubicBezTo>
                  <a:lnTo>
                    <a:pt x="3467" y="611"/>
                  </a:lnTo>
                  <a:lnTo>
                    <a:pt x="3467" y="1665"/>
                  </a:lnTo>
                  <a:lnTo>
                    <a:pt x="1692" y="1665"/>
                  </a:lnTo>
                  <a:lnTo>
                    <a:pt x="1692" y="361"/>
                  </a:lnTo>
                  <a:close/>
                  <a:moveTo>
                    <a:pt x="5132" y="361"/>
                  </a:moveTo>
                  <a:lnTo>
                    <a:pt x="5215" y="472"/>
                  </a:lnTo>
                  <a:cubicBezTo>
                    <a:pt x="5284" y="570"/>
                    <a:pt x="5395" y="611"/>
                    <a:pt x="5506" y="611"/>
                  </a:cubicBezTo>
                  <a:lnTo>
                    <a:pt x="6476" y="611"/>
                  </a:lnTo>
                  <a:lnTo>
                    <a:pt x="6476" y="1665"/>
                  </a:lnTo>
                  <a:lnTo>
                    <a:pt x="4701" y="1665"/>
                  </a:lnTo>
                  <a:lnTo>
                    <a:pt x="4701" y="361"/>
                  </a:lnTo>
                  <a:close/>
                  <a:moveTo>
                    <a:pt x="2580" y="2123"/>
                  </a:moveTo>
                  <a:lnTo>
                    <a:pt x="3051" y="2622"/>
                  </a:lnTo>
                  <a:lnTo>
                    <a:pt x="2982" y="2622"/>
                  </a:lnTo>
                  <a:cubicBezTo>
                    <a:pt x="2871" y="2622"/>
                    <a:pt x="2787" y="2706"/>
                    <a:pt x="2787" y="2816"/>
                  </a:cubicBezTo>
                  <a:lnTo>
                    <a:pt x="2787" y="4189"/>
                  </a:lnTo>
                  <a:lnTo>
                    <a:pt x="2371" y="4189"/>
                  </a:lnTo>
                  <a:lnTo>
                    <a:pt x="2371" y="2816"/>
                  </a:lnTo>
                  <a:cubicBezTo>
                    <a:pt x="2371" y="2706"/>
                    <a:pt x="2288" y="2622"/>
                    <a:pt x="2177" y="2622"/>
                  </a:cubicBezTo>
                  <a:lnTo>
                    <a:pt x="2108" y="2622"/>
                  </a:lnTo>
                  <a:lnTo>
                    <a:pt x="2580" y="2123"/>
                  </a:lnTo>
                  <a:close/>
                  <a:moveTo>
                    <a:pt x="5006" y="3773"/>
                  </a:moveTo>
                  <a:lnTo>
                    <a:pt x="5006" y="4189"/>
                  </a:lnTo>
                  <a:lnTo>
                    <a:pt x="3162" y="4189"/>
                  </a:lnTo>
                  <a:lnTo>
                    <a:pt x="3162" y="3773"/>
                  </a:lnTo>
                  <a:close/>
                  <a:moveTo>
                    <a:pt x="5589" y="2136"/>
                  </a:moveTo>
                  <a:lnTo>
                    <a:pt x="6060" y="2636"/>
                  </a:lnTo>
                  <a:lnTo>
                    <a:pt x="5991" y="2636"/>
                  </a:lnTo>
                  <a:cubicBezTo>
                    <a:pt x="5894" y="2636"/>
                    <a:pt x="5811" y="2719"/>
                    <a:pt x="5811" y="2830"/>
                  </a:cubicBezTo>
                  <a:lnTo>
                    <a:pt x="5811" y="4189"/>
                  </a:lnTo>
                  <a:lnTo>
                    <a:pt x="5381" y="4189"/>
                  </a:lnTo>
                  <a:lnTo>
                    <a:pt x="5381" y="2830"/>
                  </a:lnTo>
                  <a:cubicBezTo>
                    <a:pt x="5381" y="2719"/>
                    <a:pt x="5298" y="2636"/>
                    <a:pt x="5200" y="2636"/>
                  </a:cubicBezTo>
                  <a:lnTo>
                    <a:pt x="5117" y="2636"/>
                  </a:lnTo>
                  <a:lnTo>
                    <a:pt x="5589" y="2136"/>
                  </a:lnTo>
                  <a:close/>
                  <a:moveTo>
                    <a:pt x="6393" y="4564"/>
                  </a:moveTo>
                  <a:lnTo>
                    <a:pt x="6393" y="7489"/>
                  </a:lnTo>
                  <a:lnTo>
                    <a:pt x="1748" y="7489"/>
                  </a:lnTo>
                  <a:lnTo>
                    <a:pt x="1748" y="4564"/>
                  </a:lnTo>
                  <a:close/>
                  <a:moveTo>
                    <a:pt x="6892" y="3773"/>
                  </a:moveTo>
                  <a:cubicBezTo>
                    <a:pt x="7059" y="3773"/>
                    <a:pt x="7197" y="3912"/>
                    <a:pt x="7197" y="4078"/>
                  </a:cubicBezTo>
                  <a:lnTo>
                    <a:pt x="7197" y="7933"/>
                  </a:lnTo>
                  <a:cubicBezTo>
                    <a:pt x="7197" y="8100"/>
                    <a:pt x="7059" y="8238"/>
                    <a:pt x="6892" y="8238"/>
                  </a:cubicBezTo>
                  <a:lnTo>
                    <a:pt x="1249" y="8238"/>
                  </a:lnTo>
                  <a:cubicBezTo>
                    <a:pt x="1082" y="8238"/>
                    <a:pt x="944" y="8100"/>
                    <a:pt x="944" y="7933"/>
                  </a:cubicBezTo>
                  <a:lnTo>
                    <a:pt x="944" y="4078"/>
                  </a:lnTo>
                  <a:cubicBezTo>
                    <a:pt x="944" y="3912"/>
                    <a:pt x="1082" y="3773"/>
                    <a:pt x="1249" y="3773"/>
                  </a:cubicBezTo>
                  <a:lnTo>
                    <a:pt x="1997" y="3773"/>
                  </a:lnTo>
                  <a:lnTo>
                    <a:pt x="1997" y="4189"/>
                  </a:lnTo>
                  <a:lnTo>
                    <a:pt x="1567" y="4189"/>
                  </a:lnTo>
                  <a:cubicBezTo>
                    <a:pt x="1456" y="4189"/>
                    <a:pt x="1373" y="4272"/>
                    <a:pt x="1373" y="4370"/>
                  </a:cubicBezTo>
                  <a:lnTo>
                    <a:pt x="1373" y="7670"/>
                  </a:lnTo>
                  <a:cubicBezTo>
                    <a:pt x="1373" y="7781"/>
                    <a:pt x="1456" y="7864"/>
                    <a:pt x="1567" y="7864"/>
                  </a:cubicBezTo>
                  <a:lnTo>
                    <a:pt x="6587" y="7864"/>
                  </a:lnTo>
                  <a:cubicBezTo>
                    <a:pt x="6685" y="7864"/>
                    <a:pt x="6768" y="7781"/>
                    <a:pt x="6768" y="7670"/>
                  </a:cubicBezTo>
                  <a:lnTo>
                    <a:pt x="6768" y="4370"/>
                  </a:lnTo>
                  <a:cubicBezTo>
                    <a:pt x="6768" y="4272"/>
                    <a:pt x="6685" y="4189"/>
                    <a:pt x="6587" y="4189"/>
                  </a:cubicBezTo>
                  <a:lnTo>
                    <a:pt x="6186" y="4189"/>
                  </a:lnTo>
                  <a:lnTo>
                    <a:pt x="6186" y="3773"/>
                  </a:lnTo>
                  <a:close/>
                  <a:moveTo>
                    <a:pt x="1678" y="1"/>
                  </a:moveTo>
                  <a:cubicBezTo>
                    <a:pt x="1484" y="1"/>
                    <a:pt x="1317" y="154"/>
                    <a:pt x="1317" y="348"/>
                  </a:cubicBezTo>
                  <a:lnTo>
                    <a:pt x="1317" y="1679"/>
                  </a:lnTo>
                  <a:cubicBezTo>
                    <a:pt x="1317" y="1873"/>
                    <a:pt x="1484" y="2040"/>
                    <a:pt x="1678" y="2040"/>
                  </a:cubicBezTo>
                  <a:lnTo>
                    <a:pt x="2149" y="2040"/>
                  </a:lnTo>
                  <a:lnTo>
                    <a:pt x="1539" y="2691"/>
                  </a:lnTo>
                  <a:cubicBezTo>
                    <a:pt x="1498" y="2733"/>
                    <a:pt x="1484" y="2816"/>
                    <a:pt x="1512" y="2885"/>
                  </a:cubicBezTo>
                  <a:cubicBezTo>
                    <a:pt x="1539" y="2955"/>
                    <a:pt x="1609" y="2996"/>
                    <a:pt x="1678" y="2996"/>
                  </a:cubicBezTo>
                  <a:lnTo>
                    <a:pt x="1997" y="2996"/>
                  </a:lnTo>
                  <a:lnTo>
                    <a:pt x="1997" y="3399"/>
                  </a:lnTo>
                  <a:lnTo>
                    <a:pt x="1249" y="3399"/>
                  </a:lnTo>
                  <a:cubicBezTo>
                    <a:pt x="874" y="3399"/>
                    <a:pt x="583" y="3704"/>
                    <a:pt x="583" y="4078"/>
                  </a:cubicBezTo>
                  <a:lnTo>
                    <a:pt x="583" y="7933"/>
                  </a:lnTo>
                  <a:cubicBezTo>
                    <a:pt x="583" y="8044"/>
                    <a:pt x="596" y="8142"/>
                    <a:pt x="652" y="8238"/>
                  </a:cubicBezTo>
                  <a:lnTo>
                    <a:pt x="180" y="8238"/>
                  </a:lnTo>
                  <a:cubicBezTo>
                    <a:pt x="84" y="8238"/>
                    <a:pt x="1" y="8322"/>
                    <a:pt x="1" y="8419"/>
                  </a:cubicBezTo>
                  <a:lnTo>
                    <a:pt x="1" y="8849"/>
                  </a:lnTo>
                  <a:cubicBezTo>
                    <a:pt x="1" y="9181"/>
                    <a:pt x="278" y="9459"/>
                    <a:pt x="611" y="9459"/>
                  </a:cubicBezTo>
                  <a:lnTo>
                    <a:pt x="3120" y="9459"/>
                  </a:lnTo>
                  <a:cubicBezTo>
                    <a:pt x="3218" y="9459"/>
                    <a:pt x="3301" y="9376"/>
                    <a:pt x="3301" y="9279"/>
                  </a:cubicBezTo>
                  <a:cubicBezTo>
                    <a:pt x="3301" y="9181"/>
                    <a:pt x="3218" y="9098"/>
                    <a:pt x="3120" y="9098"/>
                  </a:cubicBezTo>
                  <a:lnTo>
                    <a:pt x="611" y="9098"/>
                  </a:lnTo>
                  <a:cubicBezTo>
                    <a:pt x="472" y="9098"/>
                    <a:pt x="374" y="8987"/>
                    <a:pt x="374" y="8849"/>
                  </a:cubicBezTo>
                  <a:lnTo>
                    <a:pt x="374" y="8613"/>
                  </a:lnTo>
                  <a:lnTo>
                    <a:pt x="7780" y="8613"/>
                  </a:lnTo>
                  <a:lnTo>
                    <a:pt x="7780" y="8849"/>
                  </a:lnTo>
                  <a:cubicBezTo>
                    <a:pt x="7780" y="8987"/>
                    <a:pt x="7669" y="9098"/>
                    <a:pt x="7530" y="9098"/>
                  </a:cubicBezTo>
                  <a:lnTo>
                    <a:pt x="4784" y="9098"/>
                  </a:lnTo>
                  <a:cubicBezTo>
                    <a:pt x="4688" y="9098"/>
                    <a:pt x="4605" y="9181"/>
                    <a:pt x="4605" y="9279"/>
                  </a:cubicBezTo>
                  <a:cubicBezTo>
                    <a:pt x="4605" y="9376"/>
                    <a:pt x="4688" y="9459"/>
                    <a:pt x="4784" y="9459"/>
                  </a:cubicBezTo>
                  <a:lnTo>
                    <a:pt x="7530" y="9459"/>
                  </a:lnTo>
                  <a:cubicBezTo>
                    <a:pt x="7863" y="9459"/>
                    <a:pt x="8140" y="9181"/>
                    <a:pt x="8140" y="8849"/>
                  </a:cubicBezTo>
                  <a:lnTo>
                    <a:pt x="8140" y="8419"/>
                  </a:lnTo>
                  <a:cubicBezTo>
                    <a:pt x="8140" y="8322"/>
                    <a:pt x="8057" y="8238"/>
                    <a:pt x="7961" y="8238"/>
                  </a:cubicBezTo>
                  <a:lnTo>
                    <a:pt x="7489" y="8238"/>
                  </a:lnTo>
                  <a:cubicBezTo>
                    <a:pt x="7545" y="8142"/>
                    <a:pt x="7572" y="8044"/>
                    <a:pt x="7572" y="7933"/>
                  </a:cubicBezTo>
                  <a:lnTo>
                    <a:pt x="7572" y="4078"/>
                  </a:lnTo>
                  <a:cubicBezTo>
                    <a:pt x="7572" y="3704"/>
                    <a:pt x="7267" y="3399"/>
                    <a:pt x="6892" y="3399"/>
                  </a:cubicBezTo>
                  <a:lnTo>
                    <a:pt x="6186" y="3399"/>
                  </a:lnTo>
                  <a:lnTo>
                    <a:pt x="6186" y="3011"/>
                  </a:lnTo>
                  <a:lnTo>
                    <a:pt x="6491" y="3011"/>
                  </a:lnTo>
                  <a:cubicBezTo>
                    <a:pt x="6559" y="3011"/>
                    <a:pt x="6629" y="2968"/>
                    <a:pt x="6657" y="2900"/>
                  </a:cubicBezTo>
                  <a:cubicBezTo>
                    <a:pt x="6685" y="2830"/>
                    <a:pt x="6685" y="2761"/>
                    <a:pt x="6629" y="2706"/>
                  </a:cubicBezTo>
                  <a:lnTo>
                    <a:pt x="6005" y="2040"/>
                  </a:lnTo>
                  <a:lnTo>
                    <a:pt x="6491" y="2040"/>
                  </a:lnTo>
                  <a:cubicBezTo>
                    <a:pt x="6698" y="2040"/>
                    <a:pt x="6851" y="1873"/>
                    <a:pt x="6851" y="1679"/>
                  </a:cubicBezTo>
                  <a:lnTo>
                    <a:pt x="6851" y="598"/>
                  </a:lnTo>
                  <a:cubicBezTo>
                    <a:pt x="6851" y="403"/>
                    <a:pt x="6698" y="250"/>
                    <a:pt x="6491" y="250"/>
                  </a:cubicBezTo>
                  <a:lnTo>
                    <a:pt x="5506" y="250"/>
                  </a:lnTo>
                  <a:lnTo>
                    <a:pt x="5422" y="139"/>
                  </a:lnTo>
                  <a:cubicBezTo>
                    <a:pt x="5367" y="43"/>
                    <a:pt x="5256" y="1"/>
                    <a:pt x="5145" y="1"/>
                  </a:cubicBezTo>
                  <a:lnTo>
                    <a:pt x="4688" y="1"/>
                  </a:lnTo>
                  <a:cubicBezTo>
                    <a:pt x="4494" y="1"/>
                    <a:pt x="4341" y="154"/>
                    <a:pt x="4341" y="348"/>
                  </a:cubicBezTo>
                  <a:lnTo>
                    <a:pt x="4341" y="1679"/>
                  </a:lnTo>
                  <a:cubicBezTo>
                    <a:pt x="4341" y="1873"/>
                    <a:pt x="4494" y="2040"/>
                    <a:pt x="4688" y="2040"/>
                  </a:cubicBezTo>
                  <a:lnTo>
                    <a:pt x="5187" y="2040"/>
                  </a:lnTo>
                  <a:lnTo>
                    <a:pt x="4563" y="2706"/>
                  </a:lnTo>
                  <a:cubicBezTo>
                    <a:pt x="4507" y="2761"/>
                    <a:pt x="4494" y="2830"/>
                    <a:pt x="4521" y="2900"/>
                  </a:cubicBezTo>
                  <a:cubicBezTo>
                    <a:pt x="4563" y="2968"/>
                    <a:pt x="4618" y="3011"/>
                    <a:pt x="4701" y="3011"/>
                  </a:cubicBezTo>
                  <a:lnTo>
                    <a:pt x="5006" y="3011"/>
                  </a:lnTo>
                  <a:lnTo>
                    <a:pt x="5006" y="3399"/>
                  </a:lnTo>
                  <a:lnTo>
                    <a:pt x="3162" y="3399"/>
                  </a:lnTo>
                  <a:lnTo>
                    <a:pt x="3162" y="2996"/>
                  </a:lnTo>
                  <a:lnTo>
                    <a:pt x="3481" y="2996"/>
                  </a:lnTo>
                  <a:cubicBezTo>
                    <a:pt x="3551" y="2996"/>
                    <a:pt x="3619" y="2955"/>
                    <a:pt x="3647" y="2885"/>
                  </a:cubicBezTo>
                  <a:cubicBezTo>
                    <a:pt x="3675" y="2816"/>
                    <a:pt x="3662" y="2733"/>
                    <a:pt x="3606" y="2691"/>
                  </a:cubicBezTo>
                  <a:lnTo>
                    <a:pt x="2996" y="2040"/>
                  </a:lnTo>
                  <a:lnTo>
                    <a:pt x="3481" y="2040"/>
                  </a:lnTo>
                  <a:cubicBezTo>
                    <a:pt x="3675" y="2040"/>
                    <a:pt x="3828" y="1873"/>
                    <a:pt x="3828" y="1679"/>
                  </a:cubicBezTo>
                  <a:lnTo>
                    <a:pt x="3828" y="598"/>
                  </a:lnTo>
                  <a:cubicBezTo>
                    <a:pt x="3828" y="403"/>
                    <a:pt x="3675" y="250"/>
                    <a:pt x="3481" y="250"/>
                  </a:cubicBezTo>
                  <a:lnTo>
                    <a:pt x="2482" y="250"/>
                  </a:lnTo>
                  <a:lnTo>
                    <a:pt x="2414" y="139"/>
                  </a:lnTo>
                  <a:cubicBezTo>
                    <a:pt x="2344" y="43"/>
                    <a:pt x="2233" y="1"/>
                    <a:pt x="21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2"/>
            <p:cNvSpPr/>
            <p:nvPr/>
          </p:nvSpPr>
          <p:spPr>
            <a:xfrm>
              <a:off x="7834659" y="4383059"/>
              <a:ext cx="96605" cy="111339"/>
            </a:xfrm>
            <a:custGeom>
              <a:avLst/>
              <a:gdLst/>
              <a:ahLst/>
              <a:cxnLst/>
              <a:rect l="l" t="t" r="r" b="b"/>
              <a:pathLst>
                <a:path w="2026" h="2335" extrusionOk="0">
                  <a:moveTo>
                    <a:pt x="764" y="1613"/>
                  </a:moveTo>
                  <a:cubicBezTo>
                    <a:pt x="861" y="1613"/>
                    <a:pt x="944" y="1682"/>
                    <a:pt x="944" y="1779"/>
                  </a:cubicBezTo>
                  <a:lnTo>
                    <a:pt x="944" y="1793"/>
                  </a:lnTo>
                  <a:cubicBezTo>
                    <a:pt x="944" y="1890"/>
                    <a:pt x="861" y="1973"/>
                    <a:pt x="764" y="1973"/>
                  </a:cubicBezTo>
                  <a:lnTo>
                    <a:pt x="542" y="1973"/>
                  </a:lnTo>
                  <a:cubicBezTo>
                    <a:pt x="445" y="1973"/>
                    <a:pt x="376" y="1890"/>
                    <a:pt x="376" y="1793"/>
                  </a:cubicBezTo>
                  <a:lnTo>
                    <a:pt x="376" y="1779"/>
                  </a:lnTo>
                  <a:cubicBezTo>
                    <a:pt x="376" y="1682"/>
                    <a:pt x="445" y="1613"/>
                    <a:pt x="542" y="1613"/>
                  </a:cubicBezTo>
                  <a:close/>
                  <a:moveTo>
                    <a:pt x="1111" y="1"/>
                  </a:moveTo>
                  <a:cubicBezTo>
                    <a:pt x="1097" y="1"/>
                    <a:pt x="1083" y="2"/>
                    <a:pt x="1069" y="4"/>
                  </a:cubicBezTo>
                  <a:cubicBezTo>
                    <a:pt x="999" y="32"/>
                    <a:pt x="944" y="101"/>
                    <a:pt x="944" y="184"/>
                  </a:cubicBezTo>
                  <a:lnTo>
                    <a:pt x="944" y="1266"/>
                  </a:lnTo>
                  <a:cubicBezTo>
                    <a:pt x="889" y="1252"/>
                    <a:pt x="820" y="1238"/>
                    <a:pt x="764" y="1238"/>
                  </a:cubicBezTo>
                  <a:lnTo>
                    <a:pt x="542" y="1238"/>
                  </a:lnTo>
                  <a:cubicBezTo>
                    <a:pt x="251" y="1238"/>
                    <a:pt x="1" y="1474"/>
                    <a:pt x="1" y="1779"/>
                  </a:cubicBezTo>
                  <a:lnTo>
                    <a:pt x="1" y="1793"/>
                  </a:lnTo>
                  <a:cubicBezTo>
                    <a:pt x="1" y="2098"/>
                    <a:pt x="251" y="2334"/>
                    <a:pt x="542" y="2334"/>
                  </a:cubicBezTo>
                  <a:lnTo>
                    <a:pt x="764" y="2334"/>
                  </a:lnTo>
                  <a:cubicBezTo>
                    <a:pt x="1069" y="2334"/>
                    <a:pt x="1305" y="2098"/>
                    <a:pt x="1305" y="1793"/>
                  </a:cubicBezTo>
                  <a:lnTo>
                    <a:pt x="1305" y="1779"/>
                  </a:lnTo>
                  <a:lnTo>
                    <a:pt x="1305" y="572"/>
                  </a:lnTo>
                  <a:cubicBezTo>
                    <a:pt x="1347" y="600"/>
                    <a:pt x="1388" y="614"/>
                    <a:pt x="1443" y="628"/>
                  </a:cubicBezTo>
                  <a:cubicBezTo>
                    <a:pt x="1596" y="670"/>
                    <a:pt x="1624" y="781"/>
                    <a:pt x="1637" y="794"/>
                  </a:cubicBezTo>
                  <a:lnTo>
                    <a:pt x="1637" y="809"/>
                  </a:lnTo>
                  <a:cubicBezTo>
                    <a:pt x="1660" y="888"/>
                    <a:pt x="1740" y="940"/>
                    <a:pt x="1822" y="940"/>
                  </a:cubicBezTo>
                  <a:cubicBezTo>
                    <a:pt x="1839" y="940"/>
                    <a:pt x="1857" y="938"/>
                    <a:pt x="1874" y="933"/>
                  </a:cubicBezTo>
                  <a:cubicBezTo>
                    <a:pt x="1970" y="892"/>
                    <a:pt x="2026" y="794"/>
                    <a:pt x="1985" y="698"/>
                  </a:cubicBezTo>
                  <a:lnTo>
                    <a:pt x="1985" y="683"/>
                  </a:lnTo>
                  <a:cubicBezTo>
                    <a:pt x="1985" y="670"/>
                    <a:pt x="1957" y="600"/>
                    <a:pt x="1901" y="517"/>
                  </a:cubicBezTo>
                  <a:cubicBezTo>
                    <a:pt x="1804" y="406"/>
                    <a:pt x="1693" y="323"/>
                    <a:pt x="1541" y="282"/>
                  </a:cubicBezTo>
                  <a:cubicBezTo>
                    <a:pt x="1374" y="226"/>
                    <a:pt x="1291" y="115"/>
                    <a:pt x="1277" y="101"/>
                  </a:cubicBezTo>
                  <a:cubicBezTo>
                    <a:pt x="1243" y="31"/>
                    <a:pt x="1179" y="1"/>
                    <a:pt x="11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2"/>
            <p:cNvSpPr/>
            <p:nvPr/>
          </p:nvSpPr>
          <p:spPr>
            <a:xfrm>
              <a:off x="7863126" y="4585952"/>
              <a:ext cx="20551" cy="17547"/>
            </a:xfrm>
            <a:custGeom>
              <a:avLst/>
              <a:gdLst/>
              <a:ahLst/>
              <a:cxnLst/>
              <a:rect l="l" t="t" r="r" b="b"/>
              <a:pathLst>
                <a:path w="431" h="368" extrusionOk="0">
                  <a:moveTo>
                    <a:pt x="224" y="1"/>
                  </a:moveTo>
                  <a:cubicBezTo>
                    <a:pt x="185" y="1"/>
                    <a:pt x="145" y="12"/>
                    <a:pt x="112" y="34"/>
                  </a:cubicBezTo>
                  <a:cubicBezTo>
                    <a:pt x="29" y="89"/>
                    <a:pt x="1" y="200"/>
                    <a:pt x="56" y="284"/>
                  </a:cubicBezTo>
                  <a:cubicBezTo>
                    <a:pt x="101" y="337"/>
                    <a:pt x="163" y="368"/>
                    <a:pt x="223" y="368"/>
                  </a:cubicBezTo>
                  <a:cubicBezTo>
                    <a:pt x="257" y="368"/>
                    <a:pt x="290" y="359"/>
                    <a:pt x="319" y="339"/>
                  </a:cubicBezTo>
                  <a:cubicBezTo>
                    <a:pt x="402" y="284"/>
                    <a:pt x="430" y="159"/>
                    <a:pt x="375" y="76"/>
                  </a:cubicBezTo>
                  <a:cubicBezTo>
                    <a:pt x="341" y="26"/>
                    <a:pt x="283" y="1"/>
                    <a:pt x="2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7" name="Google Shape;437;p32"/>
          <p:cNvGrpSpPr/>
          <p:nvPr/>
        </p:nvGrpSpPr>
        <p:grpSpPr>
          <a:xfrm>
            <a:off x="1790035" y="3184379"/>
            <a:ext cx="410826" cy="262675"/>
            <a:chOff x="7652841" y="3500626"/>
            <a:chExt cx="451706" cy="288813"/>
          </a:xfrm>
        </p:grpSpPr>
        <p:sp>
          <p:nvSpPr>
            <p:cNvPr id="438" name="Google Shape;438;p32"/>
            <p:cNvSpPr/>
            <p:nvPr/>
          </p:nvSpPr>
          <p:spPr>
            <a:xfrm>
              <a:off x="7727561" y="3500626"/>
              <a:ext cx="299637" cy="288813"/>
            </a:xfrm>
            <a:custGeom>
              <a:avLst/>
              <a:gdLst/>
              <a:ahLst/>
              <a:cxnLst/>
              <a:rect l="l" t="t" r="r" b="b"/>
              <a:pathLst>
                <a:path w="6284" h="6057" extrusionOk="0">
                  <a:moveTo>
                    <a:pt x="4397" y="426"/>
                  </a:moveTo>
                  <a:lnTo>
                    <a:pt x="4397" y="939"/>
                  </a:lnTo>
                  <a:lnTo>
                    <a:pt x="2885" y="1397"/>
                  </a:lnTo>
                  <a:lnTo>
                    <a:pt x="2885" y="870"/>
                  </a:lnTo>
                  <a:lnTo>
                    <a:pt x="4397" y="426"/>
                  </a:lnTo>
                  <a:close/>
                  <a:moveTo>
                    <a:pt x="4105" y="2548"/>
                  </a:moveTo>
                  <a:cubicBezTo>
                    <a:pt x="4272" y="2548"/>
                    <a:pt x="4397" y="2686"/>
                    <a:pt x="4397" y="2839"/>
                  </a:cubicBezTo>
                  <a:cubicBezTo>
                    <a:pt x="4397" y="3006"/>
                    <a:pt x="4272" y="3130"/>
                    <a:pt x="4105" y="3130"/>
                  </a:cubicBezTo>
                  <a:lnTo>
                    <a:pt x="3842" y="3130"/>
                  </a:lnTo>
                  <a:cubicBezTo>
                    <a:pt x="3689" y="3130"/>
                    <a:pt x="3551" y="3006"/>
                    <a:pt x="3551" y="2839"/>
                  </a:cubicBezTo>
                  <a:cubicBezTo>
                    <a:pt x="3551" y="2686"/>
                    <a:pt x="3689" y="2548"/>
                    <a:pt x="3842" y="2548"/>
                  </a:cubicBezTo>
                  <a:close/>
                  <a:moveTo>
                    <a:pt x="2234" y="2936"/>
                  </a:moveTo>
                  <a:cubicBezTo>
                    <a:pt x="2386" y="2936"/>
                    <a:pt x="2524" y="3061"/>
                    <a:pt x="2524" y="3228"/>
                  </a:cubicBezTo>
                  <a:cubicBezTo>
                    <a:pt x="2524" y="3380"/>
                    <a:pt x="2386" y="3518"/>
                    <a:pt x="2234" y="3518"/>
                  </a:cubicBezTo>
                  <a:lnTo>
                    <a:pt x="1970" y="3518"/>
                  </a:lnTo>
                  <a:cubicBezTo>
                    <a:pt x="1803" y="3518"/>
                    <a:pt x="1665" y="3380"/>
                    <a:pt x="1665" y="3228"/>
                  </a:cubicBezTo>
                  <a:cubicBezTo>
                    <a:pt x="1665" y="3061"/>
                    <a:pt x="1803" y="2936"/>
                    <a:pt x="1970" y="2936"/>
                  </a:cubicBezTo>
                  <a:close/>
                  <a:moveTo>
                    <a:pt x="4590" y="0"/>
                  </a:moveTo>
                  <a:cubicBezTo>
                    <a:pt x="4572" y="0"/>
                    <a:pt x="4554" y="4"/>
                    <a:pt x="4536" y="10"/>
                  </a:cubicBezTo>
                  <a:lnTo>
                    <a:pt x="2650" y="551"/>
                  </a:lnTo>
                  <a:cubicBezTo>
                    <a:pt x="2580" y="565"/>
                    <a:pt x="2524" y="648"/>
                    <a:pt x="2524" y="731"/>
                  </a:cubicBezTo>
                  <a:lnTo>
                    <a:pt x="2524" y="745"/>
                  </a:lnTo>
                  <a:cubicBezTo>
                    <a:pt x="2302" y="662"/>
                    <a:pt x="2081" y="620"/>
                    <a:pt x="1845" y="620"/>
                  </a:cubicBezTo>
                  <a:cubicBezTo>
                    <a:pt x="819" y="620"/>
                    <a:pt x="0" y="1438"/>
                    <a:pt x="0" y="2451"/>
                  </a:cubicBezTo>
                  <a:cubicBezTo>
                    <a:pt x="0" y="2978"/>
                    <a:pt x="222" y="3491"/>
                    <a:pt x="625" y="3838"/>
                  </a:cubicBezTo>
                  <a:lnTo>
                    <a:pt x="3010" y="6001"/>
                  </a:lnTo>
                  <a:cubicBezTo>
                    <a:pt x="3051" y="6029"/>
                    <a:pt x="3093" y="6057"/>
                    <a:pt x="3135" y="6057"/>
                  </a:cubicBezTo>
                  <a:cubicBezTo>
                    <a:pt x="3190" y="6057"/>
                    <a:pt x="3232" y="6029"/>
                    <a:pt x="3260" y="6001"/>
                  </a:cubicBezTo>
                  <a:lnTo>
                    <a:pt x="4009" y="5321"/>
                  </a:lnTo>
                  <a:cubicBezTo>
                    <a:pt x="4092" y="5266"/>
                    <a:pt x="4092" y="5141"/>
                    <a:pt x="4022" y="5072"/>
                  </a:cubicBezTo>
                  <a:cubicBezTo>
                    <a:pt x="3986" y="5028"/>
                    <a:pt x="3939" y="5007"/>
                    <a:pt x="3890" y="5007"/>
                  </a:cubicBezTo>
                  <a:cubicBezTo>
                    <a:pt x="3845" y="5007"/>
                    <a:pt x="3799" y="5025"/>
                    <a:pt x="3759" y="5058"/>
                  </a:cubicBezTo>
                  <a:lnTo>
                    <a:pt x="3135" y="5613"/>
                  </a:lnTo>
                  <a:lnTo>
                    <a:pt x="888" y="3574"/>
                  </a:lnTo>
                  <a:cubicBezTo>
                    <a:pt x="875" y="3574"/>
                    <a:pt x="875" y="3574"/>
                    <a:pt x="875" y="3561"/>
                  </a:cubicBezTo>
                  <a:cubicBezTo>
                    <a:pt x="555" y="3283"/>
                    <a:pt x="361" y="2880"/>
                    <a:pt x="361" y="2451"/>
                  </a:cubicBezTo>
                  <a:cubicBezTo>
                    <a:pt x="361" y="1647"/>
                    <a:pt x="1027" y="981"/>
                    <a:pt x="1845" y="981"/>
                  </a:cubicBezTo>
                  <a:cubicBezTo>
                    <a:pt x="2081" y="981"/>
                    <a:pt x="2317" y="1037"/>
                    <a:pt x="2524" y="1147"/>
                  </a:cubicBezTo>
                  <a:lnTo>
                    <a:pt x="2524" y="2631"/>
                  </a:lnTo>
                  <a:cubicBezTo>
                    <a:pt x="2428" y="2590"/>
                    <a:pt x="2330" y="2562"/>
                    <a:pt x="2234" y="2562"/>
                  </a:cubicBezTo>
                  <a:lnTo>
                    <a:pt x="1970" y="2562"/>
                  </a:lnTo>
                  <a:cubicBezTo>
                    <a:pt x="1596" y="2562"/>
                    <a:pt x="1304" y="2853"/>
                    <a:pt x="1304" y="3228"/>
                  </a:cubicBezTo>
                  <a:cubicBezTo>
                    <a:pt x="1304" y="3588"/>
                    <a:pt x="1596" y="3879"/>
                    <a:pt x="1970" y="3879"/>
                  </a:cubicBezTo>
                  <a:lnTo>
                    <a:pt x="2234" y="3879"/>
                  </a:lnTo>
                  <a:cubicBezTo>
                    <a:pt x="2594" y="3879"/>
                    <a:pt x="2885" y="3588"/>
                    <a:pt x="2885" y="3228"/>
                  </a:cubicBezTo>
                  <a:lnTo>
                    <a:pt x="2885" y="1771"/>
                  </a:lnTo>
                  <a:lnTo>
                    <a:pt x="4397" y="1327"/>
                  </a:lnTo>
                  <a:lnTo>
                    <a:pt x="4397" y="2243"/>
                  </a:lnTo>
                  <a:cubicBezTo>
                    <a:pt x="4314" y="2201"/>
                    <a:pt x="4216" y="2187"/>
                    <a:pt x="4105" y="2187"/>
                  </a:cubicBezTo>
                  <a:lnTo>
                    <a:pt x="3842" y="2187"/>
                  </a:lnTo>
                  <a:cubicBezTo>
                    <a:pt x="3482" y="2187"/>
                    <a:pt x="3190" y="2479"/>
                    <a:pt x="3190" y="2839"/>
                  </a:cubicBezTo>
                  <a:cubicBezTo>
                    <a:pt x="3190" y="3200"/>
                    <a:pt x="3482" y="3505"/>
                    <a:pt x="3842" y="3505"/>
                  </a:cubicBezTo>
                  <a:lnTo>
                    <a:pt x="4105" y="3505"/>
                  </a:lnTo>
                  <a:cubicBezTo>
                    <a:pt x="4480" y="3505"/>
                    <a:pt x="4771" y="3200"/>
                    <a:pt x="4771" y="2839"/>
                  </a:cubicBezTo>
                  <a:lnTo>
                    <a:pt x="4771" y="1022"/>
                  </a:lnTo>
                  <a:cubicBezTo>
                    <a:pt x="5063" y="1092"/>
                    <a:pt x="5326" y="1244"/>
                    <a:pt x="5520" y="1466"/>
                  </a:cubicBezTo>
                  <a:cubicBezTo>
                    <a:pt x="5769" y="1730"/>
                    <a:pt x="5908" y="2091"/>
                    <a:pt x="5908" y="2451"/>
                  </a:cubicBezTo>
                  <a:cubicBezTo>
                    <a:pt x="5908" y="2880"/>
                    <a:pt x="5728" y="3283"/>
                    <a:pt x="5409" y="3561"/>
                  </a:cubicBezTo>
                  <a:cubicBezTo>
                    <a:pt x="5409" y="3574"/>
                    <a:pt x="5396" y="3574"/>
                    <a:pt x="5396" y="3574"/>
                  </a:cubicBezTo>
                  <a:lnTo>
                    <a:pt x="4952" y="3977"/>
                  </a:lnTo>
                  <a:cubicBezTo>
                    <a:pt x="4882" y="4045"/>
                    <a:pt x="4882" y="4156"/>
                    <a:pt x="4937" y="4239"/>
                  </a:cubicBezTo>
                  <a:cubicBezTo>
                    <a:pt x="4976" y="4278"/>
                    <a:pt x="5031" y="4299"/>
                    <a:pt x="5084" y="4299"/>
                  </a:cubicBezTo>
                  <a:cubicBezTo>
                    <a:pt x="5127" y="4299"/>
                    <a:pt x="5170" y="4285"/>
                    <a:pt x="5201" y="4254"/>
                  </a:cubicBezTo>
                  <a:lnTo>
                    <a:pt x="5658" y="3838"/>
                  </a:lnTo>
                  <a:cubicBezTo>
                    <a:pt x="6061" y="3491"/>
                    <a:pt x="6283" y="2991"/>
                    <a:pt x="6283" y="2464"/>
                  </a:cubicBezTo>
                  <a:cubicBezTo>
                    <a:pt x="6283" y="1993"/>
                    <a:pt x="6102" y="1549"/>
                    <a:pt x="5797" y="1216"/>
                  </a:cubicBezTo>
                  <a:cubicBezTo>
                    <a:pt x="5520" y="911"/>
                    <a:pt x="5159" y="717"/>
                    <a:pt x="4771" y="648"/>
                  </a:cubicBezTo>
                  <a:lnTo>
                    <a:pt x="4771" y="190"/>
                  </a:lnTo>
                  <a:cubicBezTo>
                    <a:pt x="4771" y="86"/>
                    <a:pt x="4684" y="0"/>
                    <a:pt x="45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2"/>
            <p:cNvSpPr/>
            <p:nvPr/>
          </p:nvSpPr>
          <p:spPr>
            <a:xfrm>
              <a:off x="8038363" y="3565667"/>
              <a:ext cx="31757" cy="101993"/>
            </a:xfrm>
            <a:custGeom>
              <a:avLst/>
              <a:gdLst/>
              <a:ahLst/>
              <a:cxnLst/>
              <a:rect l="l" t="t" r="r" b="b"/>
              <a:pathLst>
                <a:path w="666" h="2139" extrusionOk="0">
                  <a:moveTo>
                    <a:pt x="205" y="0"/>
                  </a:moveTo>
                  <a:cubicBezTo>
                    <a:pt x="178" y="0"/>
                    <a:pt x="150" y="6"/>
                    <a:pt x="126" y="19"/>
                  </a:cubicBezTo>
                  <a:cubicBezTo>
                    <a:pt x="28" y="74"/>
                    <a:pt x="0" y="185"/>
                    <a:pt x="42" y="268"/>
                  </a:cubicBezTo>
                  <a:cubicBezTo>
                    <a:pt x="278" y="712"/>
                    <a:pt x="278" y="1433"/>
                    <a:pt x="42" y="1864"/>
                  </a:cubicBezTo>
                  <a:cubicBezTo>
                    <a:pt x="0" y="1960"/>
                    <a:pt x="28" y="2071"/>
                    <a:pt x="126" y="2113"/>
                  </a:cubicBezTo>
                  <a:cubicBezTo>
                    <a:pt x="152" y="2131"/>
                    <a:pt x="180" y="2138"/>
                    <a:pt x="209" y="2138"/>
                  </a:cubicBezTo>
                  <a:cubicBezTo>
                    <a:pt x="273" y="2138"/>
                    <a:pt x="337" y="2101"/>
                    <a:pt x="375" y="2043"/>
                  </a:cubicBezTo>
                  <a:cubicBezTo>
                    <a:pt x="666" y="1503"/>
                    <a:pt x="666" y="643"/>
                    <a:pt x="375" y="102"/>
                  </a:cubicBezTo>
                  <a:cubicBezTo>
                    <a:pt x="336" y="34"/>
                    <a:pt x="270" y="0"/>
                    <a:pt x="2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2"/>
            <p:cNvSpPr/>
            <p:nvPr/>
          </p:nvSpPr>
          <p:spPr>
            <a:xfrm>
              <a:off x="8068785" y="3533576"/>
              <a:ext cx="35762" cy="166460"/>
            </a:xfrm>
            <a:custGeom>
              <a:avLst/>
              <a:gdLst/>
              <a:ahLst/>
              <a:cxnLst/>
              <a:rect l="l" t="t" r="r" b="b"/>
              <a:pathLst>
                <a:path w="750" h="3491" extrusionOk="0">
                  <a:moveTo>
                    <a:pt x="218" y="1"/>
                  </a:moveTo>
                  <a:cubicBezTo>
                    <a:pt x="187" y="1"/>
                    <a:pt x="156" y="9"/>
                    <a:pt x="126" y="26"/>
                  </a:cubicBezTo>
                  <a:cubicBezTo>
                    <a:pt x="42" y="68"/>
                    <a:pt x="0" y="179"/>
                    <a:pt x="56" y="276"/>
                  </a:cubicBezTo>
                  <a:cubicBezTo>
                    <a:pt x="264" y="664"/>
                    <a:pt x="375" y="1191"/>
                    <a:pt x="375" y="1746"/>
                  </a:cubicBezTo>
                  <a:cubicBezTo>
                    <a:pt x="375" y="2300"/>
                    <a:pt x="264" y="2827"/>
                    <a:pt x="56" y="3216"/>
                  </a:cubicBezTo>
                  <a:cubicBezTo>
                    <a:pt x="0" y="3313"/>
                    <a:pt x="42" y="3424"/>
                    <a:pt x="126" y="3465"/>
                  </a:cubicBezTo>
                  <a:cubicBezTo>
                    <a:pt x="156" y="3483"/>
                    <a:pt x="188" y="3491"/>
                    <a:pt x="219" y="3491"/>
                  </a:cubicBezTo>
                  <a:cubicBezTo>
                    <a:pt x="285" y="3491"/>
                    <a:pt x="346" y="3453"/>
                    <a:pt x="375" y="3397"/>
                  </a:cubicBezTo>
                  <a:cubicBezTo>
                    <a:pt x="610" y="2953"/>
                    <a:pt x="749" y="2370"/>
                    <a:pt x="749" y="1746"/>
                  </a:cubicBezTo>
                  <a:cubicBezTo>
                    <a:pt x="749" y="1122"/>
                    <a:pt x="610" y="540"/>
                    <a:pt x="375" y="96"/>
                  </a:cubicBezTo>
                  <a:cubicBezTo>
                    <a:pt x="346" y="39"/>
                    <a:pt x="285" y="1"/>
                    <a:pt x="2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2"/>
            <p:cNvSpPr/>
            <p:nvPr/>
          </p:nvSpPr>
          <p:spPr>
            <a:xfrm>
              <a:off x="7686554" y="3565667"/>
              <a:ext cx="31804" cy="101993"/>
            </a:xfrm>
            <a:custGeom>
              <a:avLst/>
              <a:gdLst/>
              <a:ahLst/>
              <a:cxnLst/>
              <a:rect l="l" t="t" r="r" b="b"/>
              <a:pathLst>
                <a:path w="667" h="2139" extrusionOk="0">
                  <a:moveTo>
                    <a:pt x="462" y="0"/>
                  </a:moveTo>
                  <a:cubicBezTo>
                    <a:pt x="397" y="0"/>
                    <a:pt x="331" y="34"/>
                    <a:pt x="292" y="102"/>
                  </a:cubicBezTo>
                  <a:cubicBezTo>
                    <a:pt x="1" y="643"/>
                    <a:pt x="1" y="1503"/>
                    <a:pt x="292" y="2043"/>
                  </a:cubicBezTo>
                  <a:cubicBezTo>
                    <a:pt x="330" y="2101"/>
                    <a:pt x="395" y="2138"/>
                    <a:pt x="458" y="2138"/>
                  </a:cubicBezTo>
                  <a:cubicBezTo>
                    <a:pt x="487" y="2138"/>
                    <a:pt x="516" y="2131"/>
                    <a:pt x="542" y="2113"/>
                  </a:cubicBezTo>
                  <a:cubicBezTo>
                    <a:pt x="638" y="2071"/>
                    <a:pt x="666" y="1960"/>
                    <a:pt x="611" y="1864"/>
                  </a:cubicBezTo>
                  <a:cubicBezTo>
                    <a:pt x="389" y="1433"/>
                    <a:pt x="389" y="712"/>
                    <a:pt x="611" y="268"/>
                  </a:cubicBezTo>
                  <a:cubicBezTo>
                    <a:pt x="666" y="185"/>
                    <a:pt x="638" y="74"/>
                    <a:pt x="542" y="19"/>
                  </a:cubicBezTo>
                  <a:cubicBezTo>
                    <a:pt x="517" y="6"/>
                    <a:pt x="490" y="0"/>
                    <a:pt x="4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2"/>
            <p:cNvSpPr/>
            <p:nvPr/>
          </p:nvSpPr>
          <p:spPr>
            <a:xfrm>
              <a:off x="7652841" y="3533576"/>
              <a:ext cx="35762" cy="166603"/>
            </a:xfrm>
            <a:custGeom>
              <a:avLst/>
              <a:gdLst/>
              <a:ahLst/>
              <a:cxnLst/>
              <a:rect l="l" t="t" r="r" b="b"/>
              <a:pathLst>
                <a:path w="750" h="3494" extrusionOk="0">
                  <a:moveTo>
                    <a:pt x="532" y="1"/>
                  </a:moveTo>
                  <a:cubicBezTo>
                    <a:pt x="465" y="1"/>
                    <a:pt x="404" y="39"/>
                    <a:pt x="375" y="96"/>
                  </a:cubicBezTo>
                  <a:cubicBezTo>
                    <a:pt x="140" y="540"/>
                    <a:pt x="1" y="1122"/>
                    <a:pt x="1" y="1746"/>
                  </a:cubicBezTo>
                  <a:cubicBezTo>
                    <a:pt x="1" y="2370"/>
                    <a:pt x="140" y="2953"/>
                    <a:pt x="375" y="3397"/>
                  </a:cubicBezTo>
                  <a:cubicBezTo>
                    <a:pt x="402" y="3452"/>
                    <a:pt x="472" y="3493"/>
                    <a:pt x="541" y="3493"/>
                  </a:cubicBezTo>
                  <a:cubicBezTo>
                    <a:pt x="569" y="3493"/>
                    <a:pt x="597" y="3480"/>
                    <a:pt x="624" y="3465"/>
                  </a:cubicBezTo>
                  <a:cubicBezTo>
                    <a:pt x="708" y="3424"/>
                    <a:pt x="750" y="3313"/>
                    <a:pt x="694" y="3216"/>
                  </a:cubicBezTo>
                  <a:cubicBezTo>
                    <a:pt x="486" y="2827"/>
                    <a:pt x="375" y="2300"/>
                    <a:pt x="375" y="1746"/>
                  </a:cubicBezTo>
                  <a:cubicBezTo>
                    <a:pt x="375" y="1191"/>
                    <a:pt x="486" y="664"/>
                    <a:pt x="694" y="276"/>
                  </a:cubicBezTo>
                  <a:cubicBezTo>
                    <a:pt x="750" y="179"/>
                    <a:pt x="708" y="68"/>
                    <a:pt x="624" y="26"/>
                  </a:cubicBezTo>
                  <a:cubicBezTo>
                    <a:pt x="594" y="9"/>
                    <a:pt x="563" y="1"/>
                    <a:pt x="5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2"/>
            <p:cNvSpPr/>
            <p:nvPr/>
          </p:nvSpPr>
          <p:spPr>
            <a:xfrm>
              <a:off x="7931933" y="3713724"/>
              <a:ext cx="19168" cy="17643"/>
            </a:xfrm>
            <a:custGeom>
              <a:avLst/>
              <a:gdLst/>
              <a:ahLst/>
              <a:cxnLst/>
              <a:rect l="l" t="t" r="r" b="b"/>
              <a:pathLst>
                <a:path w="402" h="370" extrusionOk="0">
                  <a:moveTo>
                    <a:pt x="192" y="1"/>
                  </a:moveTo>
                  <a:cubicBezTo>
                    <a:pt x="111" y="1"/>
                    <a:pt x="37" y="63"/>
                    <a:pt x="13" y="145"/>
                  </a:cubicBezTo>
                  <a:cubicBezTo>
                    <a:pt x="0" y="242"/>
                    <a:pt x="69" y="340"/>
                    <a:pt x="167" y="367"/>
                  </a:cubicBezTo>
                  <a:cubicBezTo>
                    <a:pt x="175" y="368"/>
                    <a:pt x="183" y="369"/>
                    <a:pt x="191" y="369"/>
                  </a:cubicBezTo>
                  <a:cubicBezTo>
                    <a:pt x="279" y="369"/>
                    <a:pt x="362" y="304"/>
                    <a:pt x="374" y="214"/>
                  </a:cubicBezTo>
                  <a:cubicBezTo>
                    <a:pt x="402" y="118"/>
                    <a:pt x="333" y="20"/>
                    <a:pt x="235" y="7"/>
                  </a:cubicBezTo>
                  <a:cubicBezTo>
                    <a:pt x="221" y="3"/>
                    <a:pt x="206" y="1"/>
                    <a:pt x="1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4" name="Google Shape;444;p32"/>
          <p:cNvGrpSpPr/>
          <p:nvPr/>
        </p:nvGrpSpPr>
        <p:grpSpPr>
          <a:xfrm>
            <a:off x="3082064" y="1886404"/>
            <a:ext cx="410818" cy="356088"/>
            <a:chOff x="7652841" y="2716136"/>
            <a:chExt cx="451696" cy="391521"/>
          </a:xfrm>
        </p:grpSpPr>
        <p:sp>
          <p:nvSpPr>
            <p:cNvPr id="445" name="Google Shape;445;p32"/>
            <p:cNvSpPr/>
            <p:nvPr/>
          </p:nvSpPr>
          <p:spPr>
            <a:xfrm>
              <a:off x="7693849" y="2750516"/>
              <a:ext cx="19884" cy="17643"/>
            </a:xfrm>
            <a:custGeom>
              <a:avLst/>
              <a:gdLst/>
              <a:ahLst/>
              <a:cxnLst/>
              <a:rect l="l" t="t" r="r" b="b"/>
              <a:pathLst>
                <a:path w="417" h="370" extrusionOk="0">
                  <a:moveTo>
                    <a:pt x="202" y="1"/>
                  </a:moveTo>
                  <a:cubicBezTo>
                    <a:pt x="180" y="1"/>
                    <a:pt x="159" y="5"/>
                    <a:pt x="139" y="15"/>
                  </a:cubicBezTo>
                  <a:cubicBezTo>
                    <a:pt x="42" y="56"/>
                    <a:pt x="1" y="167"/>
                    <a:pt x="42" y="250"/>
                  </a:cubicBezTo>
                  <a:cubicBezTo>
                    <a:pt x="64" y="328"/>
                    <a:pt x="138" y="370"/>
                    <a:pt x="217" y="370"/>
                  </a:cubicBezTo>
                  <a:cubicBezTo>
                    <a:pt x="237" y="370"/>
                    <a:pt x="258" y="367"/>
                    <a:pt x="278" y="361"/>
                  </a:cubicBezTo>
                  <a:cubicBezTo>
                    <a:pt x="375" y="320"/>
                    <a:pt x="417" y="209"/>
                    <a:pt x="375" y="112"/>
                  </a:cubicBezTo>
                  <a:cubicBezTo>
                    <a:pt x="343" y="48"/>
                    <a:pt x="271" y="1"/>
                    <a:pt x="2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2"/>
            <p:cNvSpPr/>
            <p:nvPr/>
          </p:nvSpPr>
          <p:spPr>
            <a:xfrm>
              <a:off x="7730184" y="2750659"/>
              <a:ext cx="20170" cy="17786"/>
            </a:xfrm>
            <a:custGeom>
              <a:avLst/>
              <a:gdLst/>
              <a:ahLst/>
              <a:cxnLst/>
              <a:rect l="l" t="t" r="r" b="b"/>
              <a:pathLst>
                <a:path w="423" h="373" extrusionOk="0">
                  <a:moveTo>
                    <a:pt x="201" y="0"/>
                  </a:moveTo>
                  <a:cubicBezTo>
                    <a:pt x="171" y="0"/>
                    <a:pt x="141" y="8"/>
                    <a:pt x="112" y="25"/>
                  </a:cubicBezTo>
                  <a:cubicBezTo>
                    <a:pt x="29" y="67"/>
                    <a:pt x="1" y="164"/>
                    <a:pt x="43" y="247"/>
                  </a:cubicBezTo>
                  <a:cubicBezTo>
                    <a:pt x="71" y="330"/>
                    <a:pt x="140" y="373"/>
                    <a:pt x="223" y="373"/>
                  </a:cubicBezTo>
                  <a:cubicBezTo>
                    <a:pt x="293" y="358"/>
                    <a:pt x="361" y="303"/>
                    <a:pt x="389" y="234"/>
                  </a:cubicBezTo>
                  <a:cubicBezTo>
                    <a:pt x="423" y="113"/>
                    <a:pt x="316" y="0"/>
                    <a:pt x="2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2"/>
            <p:cNvSpPr/>
            <p:nvPr/>
          </p:nvSpPr>
          <p:spPr>
            <a:xfrm>
              <a:off x="7652841" y="2716136"/>
              <a:ext cx="451696" cy="391521"/>
            </a:xfrm>
            <a:custGeom>
              <a:avLst/>
              <a:gdLst/>
              <a:ahLst/>
              <a:cxnLst/>
              <a:rect l="l" t="t" r="r" b="b"/>
              <a:pathLst>
                <a:path w="9473" h="8211" extrusionOk="0">
                  <a:moveTo>
                    <a:pt x="7101" y="361"/>
                  </a:moveTo>
                  <a:cubicBezTo>
                    <a:pt x="7420" y="361"/>
                    <a:pt x="7669" y="625"/>
                    <a:pt x="7669" y="930"/>
                  </a:cubicBezTo>
                  <a:lnTo>
                    <a:pt x="7669" y="1415"/>
                  </a:lnTo>
                  <a:lnTo>
                    <a:pt x="375" y="1415"/>
                  </a:lnTo>
                  <a:lnTo>
                    <a:pt x="375" y="930"/>
                  </a:lnTo>
                  <a:cubicBezTo>
                    <a:pt x="375" y="625"/>
                    <a:pt x="624" y="361"/>
                    <a:pt x="944" y="361"/>
                  </a:cubicBezTo>
                  <a:close/>
                  <a:moveTo>
                    <a:pt x="7669" y="1776"/>
                  </a:moveTo>
                  <a:lnTo>
                    <a:pt x="7669" y="4993"/>
                  </a:lnTo>
                  <a:cubicBezTo>
                    <a:pt x="7115" y="5063"/>
                    <a:pt x="6615" y="5423"/>
                    <a:pt x="6380" y="5936"/>
                  </a:cubicBezTo>
                  <a:lnTo>
                    <a:pt x="1138" y="5936"/>
                  </a:lnTo>
                  <a:cubicBezTo>
                    <a:pt x="1040" y="5936"/>
                    <a:pt x="957" y="6019"/>
                    <a:pt x="957" y="6117"/>
                  </a:cubicBezTo>
                  <a:lnTo>
                    <a:pt x="957" y="7060"/>
                  </a:lnTo>
                  <a:cubicBezTo>
                    <a:pt x="957" y="7171"/>
                    <a:pt x="1040" y="7254"/>
                    <a:pt x="1138" y="7254"/>
                  </a:cubicBezTo>
                  <a:lnTo>
                    <a:pt x="3037" y="7254"/>
                  </a:lnTo>
                  <a:cubicBezTo>
                    <a:pt x="3135" y="7254"/>
                    <a:pt x="3218" y="7171"/>
                    <a:pt x="3218" y="7060"/>
                  </a:cubicBezTo>
                  <a:cubicBezTo>
                    <a:pt x="3218" y="6962"/>
                    <a:pt x="3135" y="6879"/>
                    <a:pt x="3037" y="6879"/>
                  </a:cubicBezTo>
                  <a:lnTo>
                    <a:pt x="1318" y="6879"/>
                  </a:lnTo>
                  <a:lnTo>
                    <a:pt x="1318" y="6311"/>
                  </a:lnTo>
                  <a:lnTo>
                    <a:pt x="6269" y="6311"/>
                  </a:lnTo>
                  <a:cubicBezTo>
                    <a:pt x="6241" y="6407"/>
                    <a:pt x="6241" y="6505"/>
                    <a:pt x="6241" y="6602"/>
                  </a:cubicBezTo>
                  <a:cubicBezTo>
                    <a:pt x="6241" y="6699"/>
                    <a:pt x="6241" y="6782"/>
                    <a:pt x="6269" y="6879"/>
                  </a:cubicBezTo>
                  <a:lnTo>
                    <a:pt x="4660" y="6879"/>
                  </a:lnTo>
                  <a:cubicBezTo>
                    <a:pt x="4563" y="6879"/>
                    <a:pt x="4480" y="6962"/>
                    <a:pt x="4480" y="7060"/>
                  </a:cubicBezTo>
                  <a:cubicBezTo>
                    <a:pt x="4480" y="7171"/>
                    <a:pt x="4563" y="7254"/>
                    <a:pt x="4660" y="7254"/>
                  </a:cubicBezTo>
                  <a:lnTo>
                    <a:pt x="6380" y="7254"/>
                  </a:lnTo>
                  <a:cubicBezTo>
                    <a:pt x="6477" y="7476"/>
                    <a:pt x="6630" y="7683"/>
                    <a:pt x="6824" y="7850"/>
                  </a:cubicBezTo>
                  <a:lnTo>
                    <a:pt x="944" y="7850"/>
                  </a:lnTo>
                  <a:cubicBezTo>
                    <a:pt x="624" y="7850"/>
                    <a:pt x="375" y="7587"/>
                    <a:pt x="375" y="7282"/>
                  </a:cubicBezTo>
                  <a:lnTo>
                    <a:pt x="375" y="1776"/>
                  </a:lnTo>
                  <a:close/>
                  <a:moveTo>
                    <a:pt x="7850" y="5353"/>
                  </a:moveTo>
                  <a:cubicBezTo>
                    <a:pt x="8543" y="5353"/>
                    <a:pt x="9098" y="5908"/>
                    <a:pt x="9098" y="6602"/>
                  </a:cubicBezTo>
                  <a:cubicBezTo>
                    <a:pt x="9098" y="7295"/>
                    <a:pt x="8543" y="7850"/>
                    <a:pt x="7850" y="7850"/>
                  </a:cubicBezTo>
                  <a:cubicBezTo>
                    <a:pt x="7170" y="7850"/>
                    <a:pt x="6602" y="7282"/>
                    <a:pt x="6602" y="6602"/>
                  </a:cubicBezTo>
                  <a:cubicBezTo>
                    <a:pt x="6602" y="6518"/>
                    <a:pt x="6615" y="6435"/>
                    <a:pt x="6630" y="6352"/>
                  </a:cubicBezTo>
                  <a:cubicBezTo>
                    <a:pt x="6754" y="5784"/>
                    <a:pt x="7253" y="5353"/>
                    <a:pt x="7850" y="5353"/>
                  </a:cubicBezTo>
                  <a:close/>
                  <a:moveTo>
                    <a:pt x="944" y="0"/>
                  </a:moveTo>
                  <a:cubicBezTo>
                    <a:pt x="430" y="0"/>
                    <a:pt x="1" y="416"/>
                    <a:pt x="1" y="930"/>
                  </a:cubicBezTo>
                  <a:lnTo>
                    <a:pt x="1" y="7282"/>
                  </a:lnTo>
                  <a:cubicBezTo>
                    <a:pt x="1" y="7794"/>
                    <a:pt x="430" y="8210"/>
                    <a:pt x="944" y="8210"/>
                  </a:cubicBezTo>
                  <a:lnTo>
                    <a:pt x="7850" y="8210"/>
                  </a:lnTo>
                  <a:cubicBezTo>
                    <a:pt x="8751" y="8210"/>
                    <a:pt x="9472" y="7489"/>
                    <a:pt x="9472" y="6602"/>
                  </a:cubicBezTo>
                  <a:cubicBezTo>
                    <a:pt x="9472" y="5770"/>
                    <a:pt x="8849" y="5091"/>
                    <a:pt x="8044" y="4993"/>
                  </a:cubicBezTo>
                  <a:lnTo>
                    <a:pt x="8044" y="930"/>
                  </a:lnTo>
                  <a:cubicBezTo>
                    <a:pt x="8044" y="416"/>
                    <a:pt x="7614" y="0"/>
                    <a:pt x="71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2"/>
            <p:cNvSpPr/>
            <p:nvPr/>
          </p:nvSpPr>
          <p:spPr>
            <a:xfrm>
              <a:off x="7698474" y="2819276"/>
              <a:ext cx="157400" cy="158115"/>
            </a:xfrm>
            <a:custGeom>
              <a:avLst/>
              <a:gdLst/>
              <a:ahLst/>
              <a:cxnLst/>
              <a:rect l="l" t="t" r="r" b="b"/>
              <a:pathLst>
                <a:path w="3301" h="3316" extrusionOk="0">
                  <a:moveTo>
                    <a:pt x="1651" y="1138"/>
                  </a:moveTo>
                  <a:cubicBezTo>
                    <a:pt x="1790" y="1138"/>
                    <a:pt x="1914" y="1249"/>
                    <a:pt x="1914" y="1402"/>
                  </a:cubicBezTo>
                  <a:cubicBezTo>
                    <a:pt x="1914" y="1541"/>
                    <a:pt x="1790" y="1652"/>
                    <a:pt x="1651" y="1652"/>
                  </a:cubicBezTo>
                  <a:cubicBezTo>
                    <a:pt x="1512" y="1652"/>
                    <a:pt x="1401" y="1541"/>
                    <a:pt x="1401" y="1402"/>
                  </a:cubicBezTo>
                  <a:cubicBezTo>
                    <a:pt x="1401" y="1249"/>
                    <a:pt x="1512" y="1138"/>
                    <a:pt x="1651" y="1138"/>
                  </a:cubicBezTo>
                  <a:close/>
                  <a:moveTo>
                    <a:pt x="1651" y="376"/>
                  </a:moveTo>
                  <a:cubicBezTo>
                    <a:pt x="2358" y="376"/>
                    <a:pt x="2940" y="944"/>
                    <a:pt x="2940" y="1652"/>
                  </a:cubicBezTo>
                  <a:cubicBezTo>
                    <a:pt x="2940" y="1915"/>
                    <a:pt x="2857" y="2151"/>
                    <a:pt x="2718" y="2358"/>
                  </a:cubicBezTo>
                  <a:cubicBezTo>
                    <a:pt x="2607" y="2109"/>
                    <a:pt x="2413" y="1887"/>
                    <a:pt x="2164" y="1776"/>
                  </a:cubicBezTo>
                  <a:cubicBezTo>
                    <a:pt x="2233" y="1665"/>
                    <a:pt x="2275" y="1541"/>
                    <a:pt x="2275" y="1402"/>
                  </a:cubicBezTo>
                  <a:cubicBezTo>
                    <a:pt x="2275" y="1055"/>
                    <a:pt x="1997" y="764"/>
                    <a:pt x="1651" y="764"/>
                  </a:cubicBezTo>
                  <a:cubicBezTo>
                    <a:pt x="1304" y="764"/>
                    <a:pt x="1026" y="1055"/>
                    <a:pt x="1026" y="1402"/>
                  </a:cubicBezTo>
                  <a:cubicBezTo>
                    <a:pt x="1026" y="1541"/>
                    <a:pt x="1069" y="1665"/>
                    <a:pt x="1152" y="1776"/>
                  </a:cubicBezTo>
                  <a:cubicBezTo>
                    <a:pt x="902" y="1887"/>
                    <a:pt x="694" y="2109"/>
                    <a:pt x="583" y="2358"/>
                  </a:cubicBezTo>
                  <a:cubicBezTo>
                    <a:pt x="444" y="2151"/>
                    <a:pt x="375" y="1915"/>
                    <a:pt x="375" y="1652"/>
                  </a:cubicBezTo>
                  <a:cubicBezTo>
                    <a:pt x="361" y="944"/>
                    <a:pt x="943" y="376"/>
                    <a:pt x="1651" y="376"/>
                  </a:cubicBezTo>
                  <a:close/>
                  <a:moveTo>
                    <a:pt x="1651" y="2026"/>
                  </a:moveTo>
                  <a:cubicBezTo>
                    <a:pt x="2039" y="2026"/>
                    <a:pt x="2372" y="2303"/>
                    <a:pt x="2441" y="2678"/>
                  </a:cubicBezTo>
                  <a:cubicBezTo>
                    <a:pt x="2208" y="2846"/>
                    <a:pt x="1938" y="2942"/>
                    <a:pt x="1655" y="2942"/>
                  </a:cubicBezTo>
                  <a:cubicBezTo>
                    <a:pt x="1635" y="2942"/>
                    <a:pt x="1615" y="2942"/>
                    <a:pt x="1596" y="2941"/>
                  </a:cubicBezTo>
                  <a:cubicBezTo>
                    <a:pt x="1331" y="2928"/>
                    <a:pt x="1082" y="2830"/>
                    <a:pt x="874" y="2678"/>
                  </a:cubicBezTo>
                  <a:cubicBezTo>
                    <a:pt x="943" y="2303"/>
                    <a:pt x="1263" y="2026"/>
                    <a:pt x="1651" y="2026"/>
                  </a:cubicBezTo>
                  <a:close/>
                  <a:moveTo>
                    <a:pt x="1651" y="1"/>
                  </a:moveTo>
                  <a:cubicBezTo>
                    <a:pt x="736" y="1"/>
                    <a:pt x="0" y="750"/>
                    <a:pt x="0" y="1652"/>
                  </a:cubicBezTo>
                  <a:cubicBezTo>
                    <a:pt x="0" y="2123"/>
                    <a:pt x="194" y="2580"/>
                    <a:pt x="555" y="2885"/>
                  </a:cubicBezTo>
                  <a:cubicBezTo>
                    <a:pt x="860" y="3163"/>
                    <a:pt x="1248" y="3316"/>
                    <a:pt x="1651" y="3316"/>
                  </a:cubicBezTo>
                  <a:cubicBezTo>
                    <a:pt x="2053" y="3316"/>
                    <a:pt x="2455" y="3163"/>
                    <a:pt x="2760" y="2885"/>
                  </a:cubicBezTo>
                  <a:cubicBezTo>
                    <a:pt x="3107" y="2580"/>
                    <a:pt x="3301" y="2123"/>
                    <a:pt x="3301" y="1652"/>
                  </a:cubicBezTo>
                  <a:cubicBezTo>
                    <a:pt x="3301" y="750"/>
                    <a:pt x="2566" y="1"/>
                    <a:pt x="16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2"/>
            <p:cNvSpPr/>
            <p:nvPr/>
          </p:nvSpPr>
          <p:spPr>
            <a:xfrm>
              <a:off x="7988772" y="3002619"/>
              <a:ext cx="79391" cy="58745"/>
            </a:xfrm>
            <a:custGeom>
              <a:avLst/>
              <a:gdLst/>
              <a:ahLst/>
              <a:cxnLst/>
              <a:rect l="l" t="t" r="r" b="b"/>
              <a:pathLst>
                <a:path w="1665" h="1232" extrusionOk="0">
                  <a:moveTo>
                    <a:pt x="1456" y="1"/>
                  </a:moveTo>
                  <a:cubicBezTo>
                    <a:pt x="1411" y="1"/>
                    <a:pt x="1366" y="18"/>
                    <a:pt x="1332" y="53"/>
                  </a:cubicBezTo>
                  <a:lnTo>
                    <a:pt x="597" y="788"/>
                  </a:lnTo>
                  <a:lnTo>
                    <a:pt x="347" y="538"/>
                  </a:lnTo>
                  <a:cubicBezTo>
                    <a:pt x="305" y="497"/>
                    <a:pt x="257" y="476"/>
                    <a:pt x="210" y="476"/>
                  </a:cubicBezTo>
                  <a:cubicBezTo>
                    <a:pt x="163" y="476"/>
                    <a:pt x="118" y="497"/>
                    <a:pt x="84" y="538"/>
                  </a:cubicBezTo>
                  <a:cubicBezTo>
                    <a:pt x="1" y="608"/>
                    <a:pt x="1" y="719"/>
                    <a:pt x="84" y="788"/>
                  </a:cubicBezTo>
                  <a:lnTo>
                    <a:pt x="458" y="1176"/>
                  </a:lnTo>
                  <a:cubicBezTo>
                    <a:pt x="500" y="1218"/>
                    <a:pt x="541" y="1232"/>
                    <a:pt x="597" y="1232"/>
                  </a:cubicBezTo>
                  <a:cubicBezTo>
                    <a:pt x="639" y="1232"/>
                    <a:pt x="694" y="1218"/>
                    <a:pt x="722" y="1176"/>
                  </a:cubicBezTo>
                  <a:lnTo>
                    <a:pt x="1582" y="316"/>
                  </a:lnTo>
                  <a:cubicBezTo>
                    <a:pt x="1665" y="247"/>
                    <a:pt x="1665" y="122"/>
                    <a:pt x="1582" y="53"/>
                  </a:cubicBezTo>
                  <a:cubicBezTo>
                    <a:pt x="1547" y="18"/>
                    <a:pt x="1502" y="1"/>
                    <a:pt x="14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2"/>
            <p:cNvSpPr/>
            <p:nvPr/>
          </p:nvSpPr>
          <p:spPr>
            <a:xfrm>
              <a:off x="7879004" y="2889371"/>
              <a:ext cx="29802" cy="17929"/>
            </a:xfrm>
            <a:custGeom>
              <a:avLst/>
              <a:gdLst/>
              <a:ahLst/>
              <a:cxnLst/>
              <a:rect l="l" t="t" r="r" b="b"/>
              <a:pathLst>
                <a:path w="625" h="376" extrusionOk="0">
                  <a:moveTo>
                    <a:pt x="180" y="1"/>
                  </a:moveTo>
                  <a:cubicBezTo>
                    <a:pt x="84" y="1"/>
                    <a:pt x="1" y="84"/>
                    <a:pt x="1" y="195"/>
                  </a:cubicBezTo>
                  <a:cubicBezTo>
                    <a:pt x="1" y="293"/>
                    <a:pt x="84" y="376"/>
                    <a:pt x="180" y="376"/>
                  </a:cubicBezTo>
                  <a:lnTo>
                    <a:pt x="430" y="376"/>
                  </a:lnTo>
                  <a:cubicBezTo>
                    <a:pt x="541" y="376"/>
                    <a:pt x="624" y="293"/>
                    <a:pt x="624" y="195"/>
                  </a:cubicBezTo>
                  <a:cubicBezTo>
                    <a:pt x="624" y="84"/>
                    <a:pt x="541" y="1"/>
                    <a:pt x="4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2"/>
            <p:cNvSpPr/>
            <p:nvPr/>
          </p:nvSpPr>
          <p:spPr>
            <a:xfrm>
              <a:off x="7879004" y="2935052"/>
              <a:ext cx="29802" cy="17881"/>
            </a:xfrm>
            <a:custGeom>
              <a:avLst/>
              <a:gdLst/>
              <a:ahLst/>
              <a:cxnLst/>
              <a:rect l="l" t="t" r="r" b="b"/>
              <a:pathLst>
                <a:path w="625" h="375" extrusionOk="0">
                  <a:moveTo>
                    <a:pt x="180" y="0"/>
                  </a:moveTo>
                  <a:cubicBezTo>
                    <a:pt x="84" y="0"/>
                    <a:pt x="1" y="84"/>
                    <a:pt x="1" y="194"/>
                  </a:cubicBezTo>
                  <a:cubicBezTo>
                    <a:pt x="1" y="291"/>
                    <a:pt x="84" y="374"/>
                    <a:pt x="180" y="374"/>
                  </a:cubicBezTo>
                  <a:lnTo>
                    <a:pt x="430" y="374"/>
                  </a:lnTo>
                  <a:cubicBezTo>
                    <a:pt x="541" y="374"/>
                    <a:pt x="624" y="291"/>
                    <a:pt x="624" y="194"/>
                  </a:cubicBezTo>
                  <a:cubicBezTo>
                    <a:pt x="624" y="84"/>
                    <a:pt x="541" y="0"/>
                    <a:pt x="4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2"/>
            <p:cNvSpPr/>
            <p:nvPr/>
          </p:nvSpPr>
          <p:spPr>
            <a:xfrm>
              <a:off x="7926640" y="2889371"/>
              <a:ext cx="64848" cy="17929"/>
            </a:xfrm>
            <a:custGeom>
              <a:avLst/>
              <a:gdLst/>
              <a:ahLst/>
              <a:cxnLst/>
              <a:rect l="l" t="t" r="r" b="b"/>
              <a:pathLst>
                <a:path w="1360" h="376" extrusionOk="0">
                  <a:moveTo>
                    <a:pt x="180" y="1"/>
                  </a:moveTo>
                  <a:cubicBezTo>
                    <a:pt x="83" y="1"/>
                    <a:pt x="0" y="84"/>
                    <a:pt x="0" y="195"/>
                  </a:cubicBezTo>
                  <a:cubicBezTo>
                    <a:pt x="0" y="293"/>
                    <a:pt x="83" y="376"/>
                    <a:pt x="180" y="376"/>
                  </a:cubicBezTo>
                  <a:lnTo>
                    <a:pt x="1178" y="376"/>
                  </a:lnTo>
                  <a:cubicBezTo>
                    <a:pt x="1276" y="376"/>
                    <a:pt x="1359" y="293"/>
                    <a:pt x="1359" y="195"/>
                  </a:cubicBezTo>
                  <a:cubicBezTo>
                    <a:pt x="1359" y="84"/>
                    <a:pt x="1276" y="1"/>
                    <a:pt x="11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2"/>
            <p:cNvSpPr/>
            <p:nvPr/>
          </p:nvSpPr>
          <p:spPr>
            <a:xfrm>
              <a:off x="7879004" y="2843785"/>
              <a:ext cx="29802" cy="17261"/>
            </a:xfrm>
            <a:custGeom>
              <a:avLst/>
              <a:gdLst/>
              <a:ahLst/>
              <a:cxnLst/>
              <a:rect l="l" t="t" r="r" b="b"/>
              <a:pathLst>
                <a:path w="625" h="362" extrusionOk="0">
                  <a:moveTo>
                    <a:pt x="180" y="1"/>
                  </a:moveTo>
                  <a:cubicBezTo>
                    <a:pt x="84" y="1"/>
                    <a:pt x="1" y="84"/>
                    <a:pt x="1" y="180"/>
                  </a:cubicBezTo>
                  <a:cubicBezTo>
                    <a:pt x="1" y="278"/>
                    <a:pt x="84" y="361"/>
                    <a:pt x="180" y="361"/>
                  </a:cubicBezTo>
                  <a:lnTo>
                    <a:pt x="430" y="361"/>
                  </a:lnTo>
                  <a:cubicBezTo>
                    <a:pt x="541" y="361"/>
                    <a:pt x="624" y="278"/>
                    <a:pt x="624" y="180"/>
                  </a:cubicBezTo>
                  <a:cubicBezTo>
                    <a:pt x="624" y="84"/>
                    <a:pt x="541" y="1"/>
                    <a:pt x="4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2"/>
            <p:cNvSpPr/>
            <p:nvPr/>
          </p:nvSpPr>
          <p:spPr>
            <a:xfrm>
              <a:off x="7926640" y="2843785"/>
              <a:ext cx="64848" cy="17261"/>
            </a:xfrm>
            <a:custGeom>
              <a:avLst/>
              <a:gdLst/>
              <a:ahLst/>
              <a:cxnLst/>
              <a:rect l="l" t="t" r="r" b="b"/>
              <a:pathLst>
                <a:path w="1360" h="362" extrusionOk="0">
                  <a:moveTo>
                    <a:pt x="180" y="1"/>
                  </a:moveTo>
                  <a:cubicBezTo>
                    <a:pt x="83" y="1"/>
                    <a:pt x="0" y="84"/>
                    <a:pt x="0" y="180"/>
                  </a:cubicBezTo>
                  <a:cubicBezTo>
                    <a:pt x="0" y="278"/>
                    <a:pt x="83" y="361"/>
                    <a:pt x="180" y="361"/>
                  </a:cubicBezTo>
                  <a:lnTo>
                    <a:pt x="1178" y="361"/>
                  </a:lnTo>
                  <a:cubicBezTo>
                    <a:pt x="1276" y="361"/>
                    <a:pt x="1359" y="278"/>
                    <a:pt x="1359" y="180"/>
                  </a:cubicBezTo>
                  <a:cubicBezTo>
                    <a:pt x="1359" y="84"/>
                    <a:pt x="1276" y="1"/>
                    <a:pt x="11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2"/>
            <p:cNvSpPr/>
            <p:nvPr/>
          </p:nvSpPr>
          <p:spPr>
            <a:xfrm>
              <a:off x="7926640" y="2935052"/>
              <a:ext cx="64848" cy="17881"/>
            </a:xfrm>
            <a:custGeom>
              <a:avLst/>
              <a:gdLst/>
              <a:ahLst/>
              <a:cxnLst/>
              <a:rect l="l" t="t" r="r" b="b"/>
              <a:pathLst>
                <a:path w="1360" h="375" extrusionOk="0">
                  <a:moveTo>
                    <a:pt x="180" y="0"/>
                  </a:moveTo>
                  <a:cubicBezTo>
                    <a:pt x="83" y="0"/>
                    <a:pt x="0" y="84"/>
                    <a:pt x="0" y="194"/>
                  </a:cubicBezTo>
                  <a:cubicBezTo>
                    <a:pt x="0" y="291"/>
                    <a:pt x="83" y="374"/>
                    <a:pt x="180" y="374"/>
                  </a:cubicBezTo>
                  <a:lnTo>
                    <a:pt x="1178" y="374"/>
                  </a:lnTo>
                  <a:cubicBezTo>
                    <a:pt x="1276" y="374"/>
                    <a:pt x="1359" y="291"/>
                    <a:pt x="1359" y="194"/>
                  </a:cubicBezTo>
                  <a:cubicBezTo>
                    <a:pt x="1359" y="84"/>
                    <a:pt x="1276" y="0"/>
                    <a:pt x="11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2"/>
            <p:cNvSpPr/>
            <p:nvPr/>
          </p:nvSpPr>
          <p:spPr>
            <a:xfrm>
              <a:off x="7826123" y="3044056"/>
              <a:ext cx="20837" cy="17356"/>
            </a:xfrm>
            <a:custGeom>
              <a:avLst/>
              <a:gdLst/>
              <a:ahLst/>
              <a:cxnLst/>
              <a:rect l="l" t="t" r="r" b="b"/>
              <a:pathLst>
                <a:path w="437" h="364" extrusionOk="0">
                  <a:moveTo>
                    <a:pt x="214" y="0"/>
                  </a:moveTo>
                  <a:cubicBezTo>
                    <a:pt x="190" y="0"/>
                    <a:pt x="164" y="5"/>
                    <a:pt x="139" y="16"/>
                  </a:cubicBezTo>
                  <a:cubicBezTo>
                    <a:pt x="41" y="57"/>
                    <a:pt x="0" y="168"/>
                    <a:pt x="41" y="252"/>
                  </a:cubicBezTo>
                  <a:cubicBezTo>
                    <a:pt x="71" y="331"/>
                    <a:pt x="134" y="364"/>
                    <a:pt x="199" y="364"/>
                  </a:cubicBezTo>
                  <a:cubicBezTo>
                    <a:pt x="316" y="364"/>
                    <a:pt x="437" y="256"/>
                    <a:pt x="374" y="113"/>
                  </a:cubicBezTo>
                  <a:cubicBezTo>
                    <a:pt x="344" y="42"/>
                    <a:pt x="283" y="0"/>
                    <a:pt x="2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7" name="Google Shape;457;p32"/>
          <p:cNvGrpSpPr/>
          <p:nvPr/>
        </p:nvGrpSpPr>
        <p:grpSpPr>
          <a:xfrm>
            <a:off x="1790039" y="1870567"/>
            <a:ext cx="410818" cy="387746"/>
            <a:chOff x="7652841" y="1965835"/>
            <a:chExt cx="451696" cy="426329"/>
          </a:xfrm>
        </p:grpSpPr>
        <p:sp>
          <p:nvSpPr>
            <p:cNvPr id="458" name="Google Shape;458;p32"/>
            <p:cNvSpPr/>
            <p:nvPr/>
          </p:nvSpPr>
          <p:spPr>
            <a:xfrm>
              <a:off x="7775150" y="2146127"/>
              <a:ext cx="38432" cy="76721"/>
            </a:xfrm>
            <a:custGeom>
              <a:avLst/>
              <a:gdLst/>
              <a:ahLst/>
              <a:cxnLst/>
              <a:rect l="l" t="t" r="r" b="b"/>
              <a:pathLst>
                <a:path w="806" h="1609" extrusionOk="0">
                  <a:moveTo>
                    <a:pt x="195" y="0"/>
                  </a:moveTo>
                  <a:cubicBezTo>
                    <a:pt x="84" y="0"/>
                    <a:pt x="1" y="83"/>
                    <a:pt x="1" y="194"/>
                  </a:cubicBezTo>
                  <a:lnTo>
                    <a:pt x="1" y="1429"/>
                  </a:lnTo>
                  <a:cubicBezTo>
                    <a:pt x="1" y="1512"/>
                    <a:pt x="71" y="1596"/>
                    <a:pt x="167" y="1609"/>
                  </a:cubicBezTo>
                  <a:lnTo>
                    <a:pt x="625" y="1609"/>
                  </a:lnTo>
                  <a:cubicBezTo>
                    <a:pt x="736" y="1609"/>
                    <a:pt x="805" y="1526"/>
                    <a:pt x="805" y="1429"/>
                  </a:cubicBezTo>
                  <a:cubicBezTo>
                    <a:pt x="805" y="1332"/>
                    <a:pt x="722" y="1248"/>
                    <a:pt x="625" y="1248"/>
                  </a:cubicBezTo>
                  <a:lnTo>
                    <a:pt x="376" y="1248"/>
                  </a:lnTo>
                  <a:lnTo>
                    <a:pt x="376" y="194"/>
                  </a:lnTo>
                  <a:cubicBezTo>
                    <a:pt x="376" y="83"/>
                    <a:pt x="293" y="0"/>
                    <a:pt x="1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2"/>
            <p:cNvSpPr/>
            <p:nvPr/>
          </p:nvSpPr>
          <p:spPr>
            <a:xfrm>
              <a:off x="7830081" y="2146127"/>
              <a:ext cx="17261" cy="76721"/>
            </a:xfrm>
            <a:custGeom>
              <a:avLst/>
              <a:gdLst/>
              <a:ahLst/>
              <a:cxnLst/>
              <a:rect l="l" t="t" r="r" b="b"/>
              <a:pathLst>
                <a:path w="362" h="1609" extrusionOk="0">
                  <a:moveTo>
                    <a:pt x="180" y="0"/>
                  </a:moveTo>
                  <a:cubicBezTo>
                    <a:pt x="84" y="0"/>
                    <a:pt x="0" y="83"/>
                    <a:pt x="0" y="194"/>
                  </a:cubicBezTo>
                  <a:lnTo>
                    <a:pt x="0" y="1429"/>
                  </a:lnTo>
                  <a:cubicBezTo>
                    <a:pt x="0" y="1526"/>
                    <a:pt x="84" y="1609"/>
                    <a:pt x="180" y="1609"/>
                  </a:cubicBezTo>
                  <a:cubicBezTo>
                    <a:pt x="278" y="1609"/>
                    <a:pt x="361" y="1526"/>
                    <a:pt x="361" y="1429"/>
                  </a:cubicBezTo>
                  <a:lnTo>
                    <a:pt x="361" y="194"/>
                  </a:lnTo>
                  <a:cubicBezTo>
                    <a:pt x="361" y="83"/>
                    <a:pt x="278" y="0"/>
                    <a:pt x="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2"/>
            <p:cNvSpPr/>
            <p:nvPr/>
          </p:nvSpPr>
          <p:spPr>
            <a:xfrm>
              <a:off x="7939849" y="2146794"/>
              <a:ext cx="42390" cy="76054"/>
            </a:xfrm>
            <a:custGeom>
              <a:avLst/>
              <a:gdLst/>
              <a:ahLst/>
              <a:cxnLst/>
              <a:rect l="l" t="t" r="r" b="b"/>
              <a:pathLst>
                <a:path w="889" h="1595" extrusionOk="0">
                  <a:moveTo>
                    <a:pt x="180" y="1"/>
                  </a:moveTo>
                  <a:cubicBezTo>
                    <a:pt x="84" y="1"/>
                    <a:pt x="1" y="84"/>
                    <a:pt x="1" y="180"/>
                  </a:cubicBezTo>
                  <a:lnTo>
                    <a:pt x="1" y="1415"/>
                  </a:lnTo>
                  <a:cubicBezTo>
                    <a:pt x="1" y="1512"/>
                    <a:pt x="84" y="1595"/>
                    <a:pt x="180" y="1595"/>
                  </a:cubicBezTo>
                  <a:lnTo>
                    <a:pt x="694" y="1595"/>
                  </a:lnTo>
                  <a:cubicBezTo>
                    <a:pt x="805" y="1595"/>
                    <a:pt x="888" y="1512"/>
                    <a:pt x="888" y="1415"/>
                  </a:cubicBezTo>
                  <a:cubicBezTo>
                    <a:pt x="888" y="1318"/>
                    <a:pt x="805" y="1234"/>
                    <a:pt x="694" y="1234"/>
                  </a:cubicBezTo>
                  <a:lnTo>
                    <a:pt x="361" y="1234"/>
                  </a:lnTo>
                  <a:lnTo>
                    <a:pt x="361" y="985"/>
                  </a:lnTo>
                  <a:lnTo>
                    <a:pt x="666" y="985"/>
                  </a:lnTo>
                  <a:cubicBezTo>
                    <a:pt x="763" y="985"/>
                    <a:pt x="846" y="901"/>
                    <a:pt x="846" y="805"/>
                  </a:cubicBezTo>
                  <a:cubicBezTo>
                    <a:pt x="846" y="694"/>
                    <a:pt x="763" y="611"/>
                    <a:pt x="666" y="611"/>
                  </a:cubicBezTo>
                  <a:lnTo>
                    <a:pt x="361" y="611"/>
                  </a:lnTo>
                  <a:lnTo>
                    <a:pt x="361" y="375"/>
                  </a:lnTo>
                  <a:lnTo>
                    <a:pt x="694" y="375"/>
                  </a:lnTo>
                  <a:cubicBezTo>
                    <a:pt x="805" y="375"/>
                    <a:pt x="888" y="291"/>
                    <a:pt x="888" y="180"/>
                  </a:cubicBezTo>
                  <a:cubicBezTo>
                    <a:pt x="888" y="84"/>
                    <a:pt x="805" y="1"/>
                    <a:pt x="69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2"/>
            <p:cNvSpPr/>
            <p:nvPr/>
          </p:nvSpPr>
          <p:spPr>
            <a:xfrm>
              <a:off x="7862458" y="2146413"/>
              <a:ext cx="62178" cy="76435"/>
            </a:xfrm>
            <a:custGeom>
              <a:avLst/>
              <a:gdLst/>
              <a:ahLst/>
              <a:cxnLst/>
              <a:rect l="l" t="t" r="r" b="b"/>
              <a:pathLst>
                <a:path w="1304" h="1603" extrusionOk="0">
                  <a:moveTo>
                    <a:pt x="213" y="0"/>
                  </a:moveTo>
                  <a:cubicBezTo>
                    <a:pt x="193" y="0"/>
                    <a:pt x="173" y="3"/>
                    <a:pt x="154" y="9"/>
                  </a:cubicBezTo>
                  <a:cubicBezTo>
                    <a:pt x="56" y="36"/>
                    <a:pt x="0" y="147"/>
                    <a:pt x="28" y="244"/>
                  </a:cubicBezTo>
                  <a:lnTo>
                    <a:pt x="459" y="1464"/>
                  </a:lnTo>
                  <a:cubicBezTo>
                    <a:pt x="486" y="1547"/>
                    <a:pt x="570" y="1603"/>
                    <a:pt x="666" y="1603"/>
                  </a:cubicBezTo>
                  <a:cubicBezTo>
                    <a:pt x="749" y="1603"/>
                    <a:pt x="833" y="1547"/>
                    <a:pt x="860" y="1464"/>
                  </a:cubicBezTo>
                  <a:lnTo>
                    <a:pt x="1263" y="244"/>
                  </a:lnTo>
                  <a:cubicBezTo>
                    <a:pt x="1304" y="147"/>
                    <a:pt x="1249" y="50"/>
                    <a:pt x="1152" y="9"/>
                  </a:cubicBezTo>
                  <a:cubicBezTo>
                    <a:pt x="1135" y="4"/>
                    <a:pt x="1118" y="1"/>
                    <a:pt x="1100" y="1"/>
                  </a:cubicBezTo>
                  <a:cubicBezTo>
                    <a:pt x="1018" y="1"/>
                    <a:pt x="939" y="53"/>
                    <a:pt x="916" y="133"/>
                  </a:cubicBezTo>
                  <a:lnTo>
                    <a:pt x="653" y="909"/>
                  </a:lnTo>
                  <a:lnTo>
                    <a:pt x="389" y="120"/>
                  </a:lnTo>
                  <a:cubicBezTo>
                    <a:pt x="356" y="42"/>
                    <a:pt x="288" y="0"/>
                    <a:pt x="2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2"/>
            <p:cNvSpPr/>
            <p:nvPr/>
          </p:nvSpPr>
          <p:spPr>
            <a:xfrm>
              <a:off x="7739435" y="2111079"/>
              <a:ext cx="50305" cy="49637"/>
            </a:xfrm>
            <a:custGeom>
              <a:avLst/>
              <a:gdLst/>
              <a:ahLst/>
              <a:cxnLst/>
              <a:rect l="l" t="t" r="r" b="b"/>
              <a:pathLst>
                <a:path w="1055" h="1041" extrusionOk="0">
                  <a:moveTo>
                    <a:pt x="847" y="1"/>
                  </a:moveTo>
                  <a:cubicBezTo>
                    <a:pt x="417" y="42"/>
                    <a:pt x="56" y="402"/>
                    <a:pt x="15" y="833"/>
                  </a:cubicBezTo>
                  <a:cubicBezTo>
                    <a:pt x="1" y="944"/>
                    <a:pt x="84" y="1027"/>
                    <a:pt x="182" y="1040"/>
                  </a:cubicBezTo>
                  <a:lnTo>
                    <a:pt x="195" y="1040"/>
                  </a:lnTo>
                  <a:cubicBezTo>
                    <a:pt x="293" y="1040"/>
                    <a:pt x="376" y="957"/>
                    <a:pt x="389" y="861"/>
                  </a:cubicBezTo>
                  <a:cubicBezTo>
                    <a:pt x="404" y="624"/>
                    <a:pt x="626" y="402"/>
                    <a:pt x="875" y="375"/>
                  </a:cubicBezTo>
                  <a:cubicBezTo>
                    <a:pt x="972" y="361"/>
                    <a:pt x="1055" y="278"/>
                    <a:pt x="1042" y="180"/>
                  </a:cubicBezTo>
                  <a:cubicBezTo>
                    <a:pt x="1027" y="70"/>
                    <a:pt x="944" y="1"/>
                    <a:pt x="8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2"/>
            <p:cNvSpPr/>
            <p:nvPr/>
          </p:nvSpPr>
          <p:spPr>
            <a:xfrm>
              <a:off x="7708393" y="2079942"/>
              <a:ext cx="74099" cy="73526"/>
            </a:xfrm>
            <a:custGeom>
              <a:avLst/>
              <a:gdLst/>
              <a:ahLst/>
              <a:cxnLst/>
              <a:rect l="l" t="t" r="r" b="b"/>
              <a:pathLst>
                <a:path w="1554" h="1542" extrusionOk="0">
                  <a:moveTo>
                    <a:pt x="1366" y="0"/>
                  </a:moveTo>
                  <a:cubicBezTo>
                    <a:pt x="1359" y="0"/>
                    <a:pt x="1352" y="0"/>
                    <a:pt x="1345" y="1"/>
                  </a:cubicBezTo>
                  <a:cubicBezTo>
                    <a:pt x="1013" y="29"/>
                    <a:pt x="694" y="182"/>
                    <a:pt x="445" y="432"/>
                  </a:cubicBezTo>
                  <a:cubicBezTo>
                    <a:pt x="195" y="681"/>
                    <a:pt x="28" y="1000"/>
                    <a:pt x="14" y="1333"/>
                  </a:cubicBezTo>
                  <a:cubicBezTo>
                    <a:pt x="1" y="1430"/>
                    <a:pt x="70" y="1527"/>
                    <a:pt x="180" y="1527"/>
                  </a:cubicBezTo>
                  <a:cubicBezTo>
                    <a:pt x="180" y="1541"/>
                    <a:pt x="180" y="1541"/>
                    <a:pt x="195" y="1541"/>
                  </a:cubicBezTo>
                  <a:cubicBezTo>
                    <a:pt x="291" y="1541"/>
                    <a:pt x="375" y="1458"/>
                    <a:pt x="375" y="1360"/>
                  </a:cubicBezTo>
                  <a:cubicBezTo>
                    <a:pt x="417" y="861"/>
                    <a:pt x="861" y="417"/>
                    <a:pt x="1373" y="376"/>
                  </a:cubicBezTo>
                  <a:cubicBezTo>
                    <a:pt x="1471" y="362"/>
                    <a:pt x="1554" y="279"/>
                    <a:pt x="1540" y="168"/>
                  </a:cubicBezTo>
                  <a:cubicBezTo>
                    <a:pt x="1527" y="78"/>
                    <a:pt x="1455" y="0"/>
                    <a:pt x="136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2"/>
            <p:cNvSpPr/>
            <p:nvPr/>
          </p:nvSpPr>
          <p:spPr>
            <a:xfrm>
              <a:off x="7967601" y="2111079"/>
              <a:ext cx="49637" cy="49637"/>
            </a:xfrm>
            <a:custGeom>
              <a:avLst/>
              <a:gdLst/>
              <a:ahLst/>
              <a:cxnLst/>
              <a:rect l="l" t="t" r="r" b="b"/>
              <a:pathLst>
                <a:path w="1041" h="1041" extrusionOk="0">
                  <a:moveTo>
                    <a:pt x="208" y="1"/>
                  </a:moveTo>
                  <a:cubicBezTo>
                    <a:pt x="98" y="1"/>
                    <a:pt x="14" y="70"/>
                    <a:pt x="1" y="180"/>
                  </a:cubicBezTo>
                  <a:cubicBezTo>
                    <a:pt x="1" y="278"/>
                    <a:pt x="70" y="361"/>
                    <a:pt x="181" y="375"/>
                  </a:cubicBezTo>
                  <a:cubicBezTo>
                    <a:pt x="417" y="402"/>
                    <a:pt x="639" y="624"/>
                    <a:pt x="667" y="861"/>
                  </a:cubicBezTo>
                  <a:cubicBezTo>
                    <a:pt x="667" y="957"/>
                    <a:pt x="750" y="1040"/>
                    <a:pt x="846" y="1040"/>
                  </a:cubicBezTo>
                  <a:lnTo>
                    <a:pt x="861" y="1040"/>
                  </a:lnTo>
                  <a:cubicBezTo>
                    <a:pt x="972" y="1027"/>
                    <a:pt x="1041" y="944"/>
                    <a:pt x="1027" y="833"/>
                  </a:cubicBezTo>
                  <a:cubicBezTo>
                    <a:pt x="999" y="402"/>
                    <a:pt x="639" y="42"/>
                    <a:pt x="2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2"/>
            <p:cNvSpPr/>
            <p:nvPr/>
          </p:nvSpPr>
          <p:spPr>
            <a:xfrm>
              <a:off x="7974848" y="2079942"/>
              <a:ext cx="73479" cy="73526"/>
            </a:xfrm>
            <a:custGeom>
              <a:avLst/>
              <a:gdLst/>
              <a:ahLst/>
              <a:cxnLst/>
              <a:rect l="l" t="t" r="r" b="b"/>
              <a:pathLst>
                <a:path w="1541" h="1542" extrusionOk="0">
                  <a:moveTo>
                    <a:pt x="186" y="0"/>
                  </a:moveTo>
                  <a:cubicBezTo>
                    <a:pt x="87" y="0"/>
                    <a:pt x="14" y="78"/>
                    <a:pt x="1" y="168"/>
                  </a:cubicBezTo>
                  <a:cubicBezTo>
                    <a:pt x="1" y="279"/>
                    <a:pt x="71" y="362"/>
                    <a:pt x="182" y="376"/>
                  </a:cubicBezTo>
                  <a:cubicBezTo>
                    <a:pt x="681" y="417"/>
                    <a:pt x="1125" y="861"/>
                    <a:pt x="1166" y="1360"/>
                  </a:cubicBezTo>
                  <a:cubicBezTo>
                    <a:pt x="1180" y="1458"/>
                    <a:pt x="1264" y="1541"/>
                    <a:pt x="1360" y="1541"/>
                  </a:cubicBezTo>
                  <a:lnTo>
                    <a:pt x="1374" y="1527"/>
                  </a:lnTo>
                  <a:cubicBezTo>
                    <a:pt x="1471" y="1527"/>
                    <a:pt x="1541" y="1430"/>
                    <a:pt x="1541" y="1333"/>
                  </a:cubicBezTo>
                  <a:cubicBezTo>
                    <a:pt x="1513" y="1000"/>
                    <a:pt x="1360" y="681"/>
                    <a:pt x="1110" y="432"/>
                  </a:cubicBezTo>
                  <a:cubicBezTo>
                    <a:pt x="861" y="182"/>
                    <a:pt x="542" y="29"/>
                    <a:pt x="210" y="1"/>
                  </a:cubicBezTo>
                  <a:cubicBezTo>
                    <a:pt x="202" y="0"/>
                    <a:pt x="194" y="0"/>
                    <a:pt x="18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2"/>
            <p:cNvSpPr/>
            <p:nvPr/>
          </p:nvSpPr>
          <p:spPr>
            <a:xfrm>
              <a:off x="7652841" y="1965835"/>
              <a:ext cx="451696" cy="426329"/>
            </a:xfrm>
            <a:custGeom>
              <a:avLst/>
              <a:gdLst/>
              <a:ahLst/>
              <a:cxnLst/>
              <a:rect l="l" t="t" r="r" b="b"/>
              <a:pathLst>
                <a:path w="9473" h="8941" extrusionOk="0">
                  <a:moveTo>
                    <a:pt x="4424" y="2492"/>
                  </a:moveTo>
                  <a:cubicBezTo>
                    <a:pt x="4591" y="2492"/>
                    <a:pt x="4716" y="2616"/>
                    <a:pt x="4716" y="2783"/>
                  </a:cubicBezTo>
                  <a:cubicBezTo>
                    <a:pt x="4716" y="2936"/>
                    <a:pt x="4591" y="3060"/>
                    <a:pt x="4424" y="3060"/>
                  </a:cubicBezTo>
                  <a:lnTo>
                    <a:pt x="4175" y="3060"/>
                  </a:lnTo>
                  <a:cubicBezTo>
                    <a:pt x="4023" y="3060"/>
                    <a:pt x="3897" y="2936"/>
                    <a:pt x="3897" y="2783"/>
                  </a:cubicBezTo>
                  <a:cubicBezTo>
                    <a:pt x="3897" y="2616"/>
                    <a:pt x="4023" y="2492"/>
                    <a:pt x="4175" y="2492"/>
                  </a:cubicBezTo>
                  <a:close/>
                  <a:moveTo>
                    <a:pt x="9098" y="6541"/>
                  </a:moveTo>
                  <a:lnTo>
                    <a:pt x="9098" y="7374"/>
                  </a:lnTo>
                  <a:lnTo>
                    <a:pt x="375" y="7374"/>
                  </a:lnTo>
                  <a:lnTo>
                    <a:pt x="375" y="6541"/>
                  </a:lnTo>
                  <a:close/>
                  <a:moveTo>
                    <a:pt x="5034" y="7747"/>
                  </a:moveTo>
                  <a:lnTo>
                    <a:pt x="5034" y="8566"/>
                  </a:lnTo>
                  <a:lnTo>
                    <a:pt x="4285" y="8566"/>
                  </a:lnTo>
                  <a:lnTo>
                    <a:pt x="4285" y="7747"/>
                  </a:lnTo>
                  <a:close/>
                  <a:moveTo>
                    <a:pt x="4893" y="0"/>
                  </a:moveTo>
                  <a:cubicBezTo>
                    <a:pt x="4876" y="0"/>
                    <a:pt x="4858" y="3"/>
                    <a:pt x="4840" y="9"/>
                  </a:cubicBezTo>
                  <a:cubicBezTo>
                    <a:pt x="4771" y="24"/>
                    <a:pt x="4716" y="107"/>
                    <a:pt x="4716" y="190"/>
                  </a:cubicBezTo>
                  <a:lnTo>
                    <a:pt x="4716" y="1355"/>
                  </a:lnTo>
                  <a:lnTo>
                    <a:pt x="195" y="1355"/>
                  </a:lnTo>
                  <a:cubicBezTo>
                    <a:pt x="84" y="1355"/>
                    <a:pt x="1" y="1438"/>
                    <a:pt x="1" y="1535"/>
                  </a:cubicBezTo>
                  <a:lnTo>
                    <a:pt x="1" y="7568"/>
                  </a:lnTo>
                  <a:cubicBezTo>
                    <a:pt x="1" y="7664"/>
                    <a:pt x="84" y="7747"/>
                    <a:pt x="195" y="7747"/>
                  </a:cubicBezTo>
                  <a:lnTo>
                    <a:pt x="3912" y="7747"/>
                  </a:lnTo>
                  <a:lnTo>
                    <a:pt x="3912" y="8566"/>
                  </a:lnTo>
                  <a:lnTo>
                    <a:pt x="1956" y="8566"/>
                  </a:lnTo>
                  <a:cubicBezTo>
                    <a:pt x="1859" y="8566"/>
                    <a:pt x="1776" y="8649"/>
                    <a:pt x="1762" y="8746"/>
                  </a:cubicBezTo>
                  <a:cubicBezTo>
                    <a:pt x="1762" y="8857"/>
                    <a:pt x="1845" y="8940"/>
                    <a:pt x="1956" y="8940"/>
                  </a:cubicBezTo>
                  <a:lnTo>
                    <a:pt x="7379" y="8940"/>
                  </a:lnTo>
                  <a:cubicBezTo>
                    <a:pt x="7490" y="8940"/>
                    <a:pt x="7573" y="8871"/>
                    <a:pt x="7573" y="8774"/>
                  </a:cubicBezTo>
                  <a:cubicBezTo>
                    <a:pt x="7586" y="8663"/>
                    <a:pt x="7503" y="8566"/>
                    <a:pt x="7392" y="8566"/>
                  </a:cubicBezTo>
                  <a:lnTo>
                    <a:pt x="5409" y="8566"/>
                  </a:lnTo>
                  <a:lnTo>
                    <a:pt x="5409" y="7747"/>
                  </a:lnTo>
                  <a:lnTo>
                    <a:pt x="9292" y="7747"/>
                  </a:lnTo>
                  <a:cubicBezTo>
                    <a:pt x="9389" y="7747"/>
                    <a:pt x="9472" y="7664"/>
                    <a:pt x="9472" y="7568"/>
                  </a:cubicBezTo>
                  <a:lnTo>
                    <a:pt x="9472" y="1535"/>
                  </a:lnTo>
                  <a:cubicBezTo>
                    <a:pt x="9472" y="1438"/>
                    <a:pt x="9389" y="1355"/>
                    <a:pt x="9292" y="1355"/>
                  </a:cubicBezTo>
                  <a:lnTo>
                    <a:pt x="8044" y="1355"/>
                  </a:lnTo>
                  <a:cubicBezTo>
                    <a:pt x="7933" y="1355"/>
                    <a:pt x="7850" y="1424"/>
                    <a:pt x="7850" y="1521"/>
                  </a:cubicBezTo>
                  <a:cubicBezTo>
                    <a:pt x="7836" y="1632"/>
                    <a:pt x="7919" y="1715"/>
                    <a:pt x="8030" y="1715"/>
                  </a:cubicBezTo>
                  <a:lnTo>
                    <a:pt x="9098" y="1715"/>
                  </a:lnTo>
                  <a:lnTo>
                    <a:pt x="9098" y="6167"/>
                  </a:lnTo>
                  <a:lnTo>
                    <a:pt x="375" y="6167"/>
                  </a:lnTo>
                  <a:lnTo>
                    <a:pt x="375" y="1715"/>
                  </a:lnTo>
                  <a:lnTo>
                    <a:pt x="4716" y="1715"/>
                  </a:lnTo>
                  <a:lnTo>
                    <a:pt x="4716" y="2187"/>
                  </a:lnTo>
                  <a:cubicBezTo>
                    <a:pt x="4618" y="2145"/>
                    <a:pt x="4535" y="2131"/>
                    <a:pt x="4424" y="2131"/>
                  </a:cubicBezTo>
                  <a:lnTo>
                    <a:pt x="4189" y="2131"/>
                  </a:lnTo>
                  <a:cubicBezTo>
                    <a:pt x="3828" y="2131"/>
                    <a:pt x="3537" y="2409"/>
                    <a:pt x="3523" y="2755"/>
                  </a:cubicBezTo>
                  <a:cubicBezTo>
                    <a:pt x="3523" y="3130"/>
                    <a:pt x="3814" y="3421"/>
                    <a:pt x="4175" y="3421"/>
                  </a:cubicBezTo>
                  <a:lnTo>
                    <a:pt x="4424" y="3421"/>
                  </a:lnTo>
                  <a:cubicBezTo>
                    <a:pt x="4799" y="3421"/>
                    <a:pt x="5062" y="3130"/>
                    <a:pt x="5077" y="2783"/>
                  </a:cubicBezTo>
                  <a:lnTo>
                    <a:pt x="5077" y="1715"/>
                  </a:lnTo>
                  <a:lnTo>
                    <a:pt x="6393" y="1715"/>
                  </a:lnTo>
                  <a:cubicBezTo>
                    <a:pt x="6491" y="1715"/>
                    <a:pt x="6588" y="1646"/>
                    <a:pt x="6588" y="1549"/>
                  </a:cubicBezTo>
                  <a:cubicBezTo>
                    <a:pt x="6602" y="1438"/>
                    <a:pt x="6504" y="1355"/>
                    <a:pt x="6408" y="1355"/>
                  </a:cubicBezTo>
                  <a:lnTo>
                    <a:pt x="5077" y="1355"/>
                  </a:lnTo>
                  <a:lnTo>
                    <a:pt x="5077" y="606"/>
                  </a:lnTo>
                  <a:cubicBezTo>
                    <a:pt x="5145" y="634"/>
                    <a:pt x="5215" y="675"/>
                    <a:pt x="5312" y="703"/>
                  </a:cubicBezTo>
                  <a:cubicBezTo>
                    <a:pt x="5534" y="758"/>
                    <a:pt x="5589" y="924"/>
                    <a:pt x="5589" y="924"/>
                  </a:cubicBezTo>
                  <a:lnTo>
                    <a:pt x="5589" y="939"/>
                  </a:lnTo>
                  <a:cubicBezTo>
                    <a:pt x="5613" y="1023"/>
                    <a:pt x="5691" y="1066"/>
                    <a:pt x="5774" y="1066"/>
                  </a:cubicBezTo>
                  <a:cubicBezTo>
                    <a:pt x="5786" y="1066"/>
                    <a:pt x="5799" y="1065"/>
                    <a:pt x="5811" y="1063"/>
                  </a:cubicBezTo>
                  <a:cubicBezTo>
                    <a:pt x="5909" y="1035"/>
                    <a:pt x="5964" y="939"/>
                    <a:pt x="5936" y="828"/>
                  </a:cubicBezTo>
                  <a:cubicBezTo>
                    <a:pt x="5909" y="689"/>
                    <a:pt x="5755" y="453"/>
                    <a:pt x="5409" y="342"/>
                  </a:cubicBezTo>
                  <a:cubicBezTo>
                    <a:pt x="5173" y="273"/>
                    <a:pt x="5062" y="107"/>
                    <a:pt x="5049" y="92"/>
                  </a:cubicBezTo>
                  <a:cubicBezTo>
                    <a:pt x="5016" y="38"/>
                    <a:pt x="4957" y="0"/>
                    <a:pt x="48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2"/>
            <p:cNvSpPr/>
            <p:nvPr/>
          </p:nvSpPr>
          <p:spPr>
            <a:xfrm>
              <a:off x="7988105" y="2030351"/>
              <a:ext cx="19884" cy="17356"/>
            </a:xfrm>
            <a:custGeom>
              <a:avLst/>
              <a:gdLst/>
              <a:ahLst/>
              <a:cxnLst/>
              <a:rect l="l" t="t" r="r" b="b"/>
              <a:pathLst>
                <a:path w="417" h="364" extrusionOk="0">
                  <a:moveTo>
                    <a:pt x="197" y="1"/>
                  </a:moveTo>
                  <a:cubicBezTo>
                    <a:pt x="162" y="1"/>
                    <a:pt x="127" y="10"/>
                    <a:pt x="98" y="30"/>
                  </a:cubicBezTo>
                  <a:cubicBezTo>
                    <a:pt x="15" y="85"/>
                    <a:pt x="0" y="196"/>
                    <a:pt x="56" y="279"/>
                  </a:cubicBezTo>
                  <a:cubicBezTo>
                    <a:pt x="92" y="333"/>
                    <a:pt x="151" y="364"/>
                    <a:pt x="210" y="364"/>
                  </a:cubicBezTo>
                  <a:cubicBezTo>
                    <a:pt x="243" y="364"/>
                    <a:pt x="276" y="354"/>
                    <a:pt x="305" y="335"/>
                  </a:cubicBezTo>
                  <a:cubicBezTo>
                    <a:pt x="389" y="279"/>
                    <a:pt x="416" y="168"/>
                    <a:pt x="361" y="85"/>
                  </a:cubicBezTo>
                  <a:cubicBezTo>
                    <a:pt x="325" y="31"/>
                    <a:pt x="261" y="1"/>
                    <a:pt x="1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4"/>
          <p:cNvSpPr txBox="1">
            <a:spLocks noGrp="1"/>
          </p:cNvSpPr>
          <p:nvPr>
            <p:ph type="subTitle" idx="1"/>
          </p:nvPr>
        </p:nvSpPr>
        <p:spPr>
          <a:xfrm>
            <a:off x="3351350" y="1709625"/>
            <a:ext cx="3753600" cy="5055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 only one here with .predict() for new tracks</a:t>
            </a:r>
            <a:endParaRPr/>
          </a:p>
        </p:txBody>
      </p:sp>
      <p:sp>
        <p:nvSpPr>
          <p:cNvPr id="529" name="Google Shape;529;p34"/>
          <p:cNvSpPr txBox="1">
            <a:spLocks noGrp="1"/>
          </p:cNvSpPr>
          <p:nvPr>
            <p:ph type="subTitle" idx="2"/>
          </p:nvPr>
        </p:nvSpPr>
        <p:spPr>
          <a:xfrm>
            <a:off x="3351350" y="1355825"/>
            <a:ext cx="1965600" cy="305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K-Means</a:t>
            </a:r>
            <a:endParaRPr/>
          </a:p>
        </p:txBody>
      </p:sp>
      <p:sp>
        <p:nvSpPr>
          <p:cNvPr id="530" name="Google Shape;530;p34"/>
          <p:cNvSpPr txBox="1">
            <a:spLocks noGrp="1"/>
          </p:cNvSpPr>
          <p:nvPr>
            <p:ph type="subTitle" idx="3"/>
          </p:nvPr>
        </p:nvSpPr>
        <p:spPr>
          <a:xfrm>
            <a:off x="3351350" y="2780700"/>
            <a:ext cx="3753600" cy="5055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Checks for natural density structure and outliers</a:t>
            </a:r>
            <a:endParaRPr/>
          </a:p>
        </p:txBody>
      </p:sp>
      <p:sp>
        <p:nvSpPr>
          <p:cNvPr id="531" name="Google Shape;531;p34"/>
          <p:cNvSpPr txBox="1">
            <a:spLocks noGrp="1"/>
          </p:cNvSpPr>
          <p:nvPr>
            <p:ph type="subTitle" idx="4"/>
          </p:nvPr>
        </p:nvSpPr>
        <p:spPr>
          <a:xfrm>
            <a:off x="3351350" y="2426900"/>
            <a:ext cx="1965600" cy="305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DBSCAN</a:t>
            </a:r>
            <a:endParaRPr/>
          </a:p>
        </p:txBody>
      </p:sp>
      <p:sp>
        <p:nvSpPr>
          <p:cNvPr id="532" name="Google Shape;532;p34"/>
          <p:cNvSpPr txBox="1">
            <a:spLocks noGrp="1"/>
          </p:cNvSpPr>
          <p:nvPr>
            <p:ph type="subTitle" idx="5"/>
          </p:nvPr>
        </p:nvSpPr>
        <p:spPr>
          <a:xfrm>
            <a:off x="3351350" y="3851775"/>
            <a:ext cx="3753600" cy="5055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Hierarchical clustering — baseline for comparison</a:t>
            </a:r>
            <a:endParaRPr/>
          </a:p>
        </p:txBody>
      </p:sp>
      <p:sp>
        <p:nvSpPr>
          <p:cNvPr id="533" name="Google Shape;533;p34"/>
          <p:cNvSpPr txBox="1">
            <a:spLocks noGrp="1"/>
          </p:cNvSpPr>
          <p:nvPr>
            <p:ph type="subTitle" idx="6"/>
          </p:nvPr>
        </p:nvSpPr>
        <p:spPr>
          <a:xfrm>
            <a:off x="3351350" y="3497975"/>
            <a:ext cx="1965600" cy="305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Agglom.</a:t>
            </a:r>
            <a:endParaRPr/>
          </a:p>
        </p:txBody>
      </p:sp>
      <p:sp>
        <p:nvSpPr>
          <p:cNvPr id="534" name="Google Shape;534;p34"/>
          <p:cNvSpPr txBox="1">
            <a:spLocks noGrp="1"/>
          </p:cNvSpPr>
          <p:nvPr>
            <p:ph type="title"/>
          </p:nvPr>
        </p:nvSpPr>
        <p:spPr>
          <a:xfrm>
            <a:off x="1998350" y="540000"/>
            <a:ext cx="6425700" cy="47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Algorithms Compared</a:t>
            </a:r>
            <a:endParaRPr/>
          </a:p>
        </p:txBody>
      </p:sp>
      <p:grpSp>
        <p:nvGrpSpPr>
          <p:cNvPr id="535" name="Google Shape;535;p34"/>
          <p:cNvGrpSpPr/>
          <p:nvPr/>
        </p:nvGrpSpPr>
        <p:grpSpPr>
          <a:xfrm>
            <a:off x="723837" y="552000"/>
            <a:ext cx="1218671" cy="1640915"/>
            <a:chOff x="723837" y="552000"/>
            <a:chExt cx="1218671" cy="1640915"/>
          </a:xfrm>
        </p:grpSpPr>
        <p:sp>
          <p:nvSpPr>
            <p:cNvPr id="536" name="Google Shape;536;p34"/>
            <p:cNvSpPr/>
            <p:nvPr/>
          </p:nvSpPr>
          <p:spPr>
            <a:xfrm>
              <a:off x="729625" y="552000"/>
              <a:ext cx="98100" cy="98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4"/>
            <p:cNvSpPr/>
            <p:nvPr/>
          </p:nvSpPr>
          <p:spPr>
            <a:xfrm>
              <a:off x="882900" y="552000"/>
              <a:ext cx="98100" cy="98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4"/>
            <p:cNvSpPr/>
            <p:nvPr/>
          </p:nvSpPr>
          <p:spPr>
            <a:xfrm>
              <a:off x="1036175" y="552000"/>
              <a:ext cx="98100" cy="98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4"/>
            <p:cNvSpPr/>
            <p:nvPr/>
          </p:nvSpPr>
          <p:spPr>
            <a:xfrm>
              <a:off x="1379968" y="618464"/>
              <a:ext cx="255633" cy="250348"/>
            </a:xfrm>
            <a:custGeom>
              <a:avLst/>
              <a:gdLst/>
              <a:ahLst/>
              <a:cxnLst/>
              <a:rect l="l" t="t" r="r" b="b"/>
              <a:pathLst>
                <a:path w="11027" h="10799" extrusionOk="0">
                  <a:moveTo>
                    <a:pt x="5504" y="1"/>
                  </a:moveTo>
                  <a:cubicBezTo>
                    <a:pt x="5436" y="1"/>
                    <a:pt x="5367" y="2"/>
                    <a:pt x="5298" y="4"/>
                  </a:cubicBezTo>
                  <a:cubicBezTo>
                    <a:pt x="2331" y="130"/>
                    <a:pt x="1" y="2639"/>
                    <a:pt x="126" y="5621"/>
                  </a:cubicBezTo>
                  <a:cubicBezTo>
                    <a:pt x="234" y="8525"/>
                    <a:pt x="2618" y="10799"/>
                    <a:pt x="5498" y="10799"/>
                  </a:cubicBezTo>
                  <a:cubicBezTo>
                    <a:pt x="5575" y="10799"/>
                    <a:pt x="5652" y="10797"/>
                    <a:pt x="5729" y="10794"/>
                  </a:cubicBezTo>
                  <a:cubicBezTo>
                    <a:pt x="8710" y="10683"/>
                    <a:pt x="11027" y="8173"/>
                    <a:pt x="10916" y="5191"/>
                  </a:cubicBezTo>
                  <a:cubicBezTo>
                    <a:pt x="10793" y="2279"/>
                    <a:pt x="8395" y="1"/>
                    <a:pt x="55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4"/>
            <p:cNvSpPr/>
            <p:nvPr/>
          </p:nvSpPr>
          <p:spPr>
            <a:xfrm>
              <a:off x="1483960" y="686786"/>
              <a:ext cx="47650" cy="117350"/>
            </a:xfrm>
            <a:custGeom>
              <a:avLst/>
              <a:gdLst/>
              <a:ahLst/>
              <a:cxnLst/>
              <a:rect l="l" t="t" r="r" b="b"/>
              <a:pathLst>
                <a:path w="1906" h="4694" extrusionOk="0">
                  <a:moveTo>
                    <a:pt x="1906" y="0"/>
                  </a:moveTo>
                  <a:lnTo>
                    <a:pt x="0" y="2347"/>
                  </a:lnTo>
                  <a:lnTo>
                    <a:pt x="1857" y="4694"/>
                  </a:ln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1" name="Google Shape;541;p34"/>
            <p:cNvSpPr/>
            <p:nvPr/>
          </p:nvSpPr>
          <p:spPr>
            <a:xfrm flipH="1">
              <a:off x="1686874" y="618464"/>
              <a:ext cx="255633" cy="250348"/>
            </a:xfrm>
            <a:custGeom>
              <a:avLst/>
              <a:gdLst/>
              <a:ahLst/>
              <a:cxnLst/>
              <a:rect l="l" t="t" r="r" b="b"/>
              <a:pathLst>
                <a:path w="11027" h="10799" extrusionOk="0">
                  <a:moveTo>
                    <a:pt x="5504" y="1"/>
                  </a:moveTo>
                  <a:cubicBezTo>
                    <a:pt x="5436" y="1"/>
                    <a:pt x="5367" y="2"/>
                    <a:pt x="5298" y="4"/>
                  </a:cubicBezTo>
                  <a:cubicBezTo>
                    <a:pt x="2331" y="130"/>
                    <a:pt x="1" y="2639"/>
                    <a:pt x="126" y="5621"/>
                  </a:cubicBezTo>
                  <a:cubicBezTo>
                    <a:pt x="234" y="8525"/>
                    <a:pt x="2618" y="10799"/>
                    <a:pt x="5498" y="10799"/>
                  </a:cubicBezTo>
                  <a:cubicBezTo>
                    <a:pt x="5575" y="10799"/>
                    <a:pt x="5652" y="10797"/>
                    <a:pt x="5729" y="10794"/>
                  </a:cubicBezTo>
                  <a:cubicBezTo>
                    <a:pt x="8710" y="10683"/>
                    <a:pt x="11027" y="8173"/>
                    <a:pt x="10916" y="5191"/>
                  </a:cubicBezTo>
                  <a:cubicBezTo>
                    <a:pt x="10793" y="2279"/>
                    <a:pt x="8395" y="1"/>
                    <a:pt x="55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4"/>
            <p:cNvSpPr/>
            <p:nvPr/>
          </p:nvSpPr>
          <p:spPr>
            <a:xfrm flipH="1">
              <a:off x="1790866" y="686786"/>
              <a:ext cx="47650" cy="117350"/>
            </a:xfrm>
            <a:custGeom>
              <a:avLst/>
              <a:gdLst/>
              <a:ahLst/>
              <a:cxnLst/>
              <a:rect l="l" t="t" r="r" b="b"/>
              <a:pathLst>
                <a:path w="1906" h="4694" extrusionOk="0">
                  <a:moveTo>
                    <a:pt x="1906" y="0"/>
                  </a:moveTo>
                  <a:lnTo>
                    <a:pt x="0" y="2347"/>
                  </a:lnTo>
                  <a:lnTo>
                    <a:pt x="1857" y="4694"/>
                  </a:ln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43" name="Google Shape;543;p34"/>
            <p:cNvGrpSpPr/>
            <p:nvPr/>
          </p:nvGrpSpPr>
          <p:grpSpPr>
            <a:xfrm>
              <a:off x="729630" y="1968358"/>
              <a:ext cx="255615" cy="224557"/>
              <a:chOff x="6184139" y="1980808"/>
              <a:chExt cx="451696" cy="396814"/>
            </a:xfrm>
          </p:grpSpPr>
          <p:sp>
            <p:nvSpPr>
              <p:cNvPr id="544" name="Google Shape;544;p34"/>
              <p:cNvSpPr/>
              <p:nvPr/>
            </p:nvSpPr>
            <p:spPr>
              <a:xfrm>
                <a:off x="6184139" y="1980808"/>
                <a:ext cx="451696" cy="396814"/>
              </a:xfrm>
              <a:custGeom>
                <a:avLst/>
                <a:gdLst/>
                <a:ahLst/>
                <a:cxnLst/>
                <a:rect l="l" t="t" r="r" b="b"/>
                <a:pathLst>
                  <a:path w="9473" h="8322" extrusionOk="0">
                    <a:moveTo>
                      <a:pt x="4272" y="361"/>
                    </a:moveTo>
                    <a:cubicBezTo>
                      <a:pt x="4675" y="361"/>
                      <a:pt x="5063" y="583"/>
                      <a:pt x="5257" y="943"/>
                    </a:cubicBezTo>
                    <a:cubicBezTo>
                      <a:pt x="5285" y="1013"/>
                      <a:pt x="5354" y="1041"/>
                      <a:pt x="5437" y="1041"/>
                    </a:cubicBezTo>
                    <a:cubicBezTo>
                      <a:pt x="5466" y="1038"/>
                      <a:pt x="5495" y="1036"/>
                      <a:pt x="5524" y="1036"/>
                    </a:cubicBezTo>
                    <a:cubicBezTo>
                      <a:pt x="5868" y="1036"/>
                      <a:pt x="6196" y="1263"/>
                      <a:pt x="6324" y="1596"/>
                    </a:cubicBezTo>
                    <a:cubicBezTo>
                      <a:pt x="6349" y="1657"/>
                      <a:pt x="6408" y="1709"/>
                      <a:pt x="6480" y="1709"/>
                    </a:cubicBezTo>
                    <a:cubicBezTo>
                      <a:pt x="6489" y="1709"/>
                      <a:pt x="6497" y="1708"/>
                      <a:pt x="6505" y="1707"/>
                    </a:cubicBezTo>
                    <a:cubicBezTo>
                      <a:pt x="6521" y="1705"/>
                      <a:pt x="6536" y="1704"/>
                      <a:pt x="6552" y="1704"/>
                    </a:cubicBezTo>
                    <a:cubicBezTo>
                      <a:pt x="6838" y="1704"/>
                      <a:pt x="7088" y="1944"/>
                      <a:pt x="7088" y="2234"/>
                    </a:cubicBezTo>
                    <a:cubicBezTo>
                      <a:pt x="7088" y="2524"/>
                      <a:pt x="6851" y="2760"/>
                      <a:pt x="6561" y="2760"/>
                    </a:cubicBezTo>
                    <a:lnTo>
                      <a:pt x="6311" y="2760"/>
                    </a:lnTo>
                    <a:lnTo>
                      <a:pt x="6311" y="2178"/>
                    </a:lnTo>
                    <a:cubicBezTo>
                      <a:pt x="6311" y="2073"/>
                      <a:pt x="6222" y="1988"/>
                      <a:pt x="6120" y="1988"/>
                    </a:cubicBezTo>
                    <a:cubicBezTo>
                      <a:pt x="6101" y="1988"/>
                      <a:pt x="6081" y="1991"/>
                      <a:pt x="6061" y="1997"/>
                    </a:cubicBezTo>
                    <a:lnTo>
                      <a:pt x="4064" y="2566"/>
                    </a:lnTo>
                    <a:cubicBezTo>
                      <a:pt x="3981" y="2594"/>
                      <a:pt x="3926" y="2677"/>
                      <a:pt x="3939" y="2760"/>
                    </a:cubicBezTo>
                    <a:lnTo>
                      <a:pt x="3066" y="2760"/>
                    </a:lnTo>
                    <a:cubicBezTo>
                      <a:pt x="2678" y="2760"/>
                      <a:pt x="2345" y="2413"/>
                      <a:pt x="2373" y="2025"/>
                    </a:cubicBezTo>
                    <a:cubicBezTo>
                      <a:pt x="2373" y="1886"/>
                      <a:pt x="2441" y="1720"/>
                      <a:pt x="2552" y="1609"/>
                    </a:cubicBezTo>
                    <a:cubicBezTo>
                      <a:pt x="2678" y="1470"/>
                      <a:pt x="2830" y="1401"/>
                      <a:pt x="3011" y="1387"/>
                    </a:cubicBezTo>
                    <a:cubicBezTo>
                      <a:pt x="3094" y="1374"/>
                      <a:pt x="3163" y="1318"/>
                      <a:pt x="3177" y="1235"/>
                    </a:cubicBezTo>
                    <a:cubicBezTo>
                      <a:pt x="3232" y="999"/>
                      <a:pt x="3371" y="777"/>
                      <a:pt x="3565" y="610"/>
                    </a:cubicBezTo>
                    <a:cubicBezTo>
                      <a:pt x="3773" y="444"/>
                      <a:pt x="4009" y="361"/>
                      <a:pt x="4272" y="361"/>
                    </a:cubicBezTo>
                    <a:close/>
                    <a:moveTo>
                      <a:pt x="5936" y="2413"/>
                    </a:moveTo>
                    <a:lnTo>
                      <a:pt x="5936" y="2816"/>
                    </a:lnTo>
                    <a:lnTo>
                      <a:pt x="4300" y="3301"/>
                    </a:lnTo>
                    <a:lnTo>
                      <a:pt x="4300" y="2885"/>
                    </a:lnTo>
                    <a:lnTo>
                      <a:pt x="5936" y="2413"/>
                    </a:lnTo>
                    <a:close/>
                    <a:moveTo>
                      <a:pt x="5618" y="4493"/>
                    </a:moveTo>
                    <a:cubicBezTo>
                      <a:pt x="5797" y="4493"/>
                      <a:pt x="5936" y="4632"/>
                      <a:pt x="5936" y="4813"/>
                    </a:cubicBezTo>
                    <a:lnTo>
                      <a:pt x="5936" y="4826"/>
                    </a:lnTo>
                    <a:lnTo>
                      <a:pt x="5936" y="4841"/>
                    </a:lnTo>
                    <a:cubicBezTo>
                      <a:pt x="5936" y="5007"/>
                      <a:pt x="5797" y="5146"/>
                      <a:pt x="5618" y="5146"/>
                    </a:cubicBezTo>
                    <a:lnTo>
                      <a:pt x="5326" y="5146"/>
                    </a:lnTo>
                    <a:cubicBezTo>
                      <a:pt x="5146" y="5146"/>
                      <a:pt x="5007" y="5007"/>
                      <a:pt x="5007" y="4841"/>
                    </a:cubicBezTo>
                    <a:lnTo>
                      <a:pt x="5007" y="4813"/>
                    </a:lnTo>
                    <a:cubicBezTo>
                      <a:pt x="5007" y="4632"/>
                      <a:pt x="5146" y="4493"/>
                      <a:pt x="5326" y="4493"/>
                    </a:cubicBezTo>
                    <a:close/>
                    <a:moveTo>
                      <a:pt x="3621" y="4909"/>
                    </a:moveTo>
                    <a:cubicBezTo>
                      <a:pt x="3800" y="4909"/>
                      <a:pt x="3939" y="5048"/>
                      <a:pt x="3939" y="5215"/>
                    </a:cubicBezTo>
                    <a:lnTo>
                      <a:pt x="3939" y="5229"/>
                    </a:lnTo>
                    <a:lnTo>
                      <a:pt x="3939" y="5242"/>
                    </a:lnTo>
                    <a:cubicBezTo>
                      <a:pt x="3939" y="5409"/>
                      <a:pt x="3800" y="5547"/>
                      <a:pt x="3621" y="5547"/>
                    </a:cubicBezTo>
                    <a:lnTo>
                      <a:pt x="3316" y="5547"/>
                    </a:lnTo>
                    <a:cubicBezTo>
                      <a:pt x="3149" y="5547"/>
                      <a:pt x="3011" y="5409"/>
                      <a:pt x="3011" y="5242"/>
                    </a:cubicBezTo>
                    <a:lnTo>
                      <a:pt x="3011" y="5215"/>
                    </a:lnTo>
                    <a:cubicBezTo>
                      <a:pt x="3011" y="5048"/>
                      <a:pt x="3149" y="4909"/>
                      <a:pt x="3316" y="4909"/>
                    </a:cubicBezTo>
                    <a:close/>
                    <a:moveTo>
                      <a:pt x="7615" y="2483"/>
                    </a:moveTo>
                    <a:lnTo>
                      <a:pt x="7615" y="6200"/>
                    </a:lnTo>
                    <a:lnTo>
                      <a:pt x="1873" y="6200"/>
                    </a:lnTo>
                    <a:lnTo>
                      <a:pt x="1873" y="2483"/>
                    </a:lnTo>
                    <a:lnTo>
                      <a:pt x="2081" y="2483"/>
                    </a:lnTo>
                    <a:cubicBezTo>
                      <a:pt x="2247" y="2871"/>
                      <a:pt x="2636" y="3134"/>
                      <a:pt x="3066" y="3134"/>
                    </a:cubicBezTo>
                    <a:lnTo>
                      <a:pt x="3939" y="3134"/>
                    </a:lnTo>
                    <a:lnTo>
                      <a:pt x="3939" y="4619"/>
                    </a:lnTo>
                    <a:cubicBezTo>
                      <a:pt x="3843" y="4563"/>
                      <a:pt x="3732" y="4536"/>
                      <a:pt x="3621" y="4536"/>
                    </a:cubicBezTo>
                    <a:lnTo>
                      <a:pt x="3316" y="4536"/>
                    </a:lnTo>
                    <a:cubicBezTo>
                      <a:pt x="2941" y="4536"/>
                      <a:pt x="2636" y="4841"/>
                      <a:pt x="2636" y="5215"/>
                    </a:cubicBezTo>
                    <a:lnTo>
                      <a:pt x="2636" y="5242"/>
                    </a:lnTo>
                    <a:cubicBezTo>
                      <a:pt x="2636" y="5617"/>
                      <a:pt x="2941" y="5922"/>
                      <a:pt x="3316" y="5922"/>
                    </a:cubicBezTo>
                    <a:lnTo>
                      <a:pt x="3621" y="5922"/>
                    </a:lnTo>
                    <a:cubicBezTo>
                      <a:pt x="4009" y="5922"/>
                      <a:pt x="4300" y="5590"/>
                      <a:pt x="4300" y="5215"/>
                    </a:cubicBezTo>
                    <a:lnTo>
                      <a:pt x="4300" y="3676"/>
                    </a:lnTo>
                    <a:lnTo>
                      <a:pt x="5936" y="3204"/>
                    </a:lnTo>
                    <a:lnTo>
                      <a:pt x="5936" y="4203"/>
                    </a:lnTo>
                    <a:cubicBezTo>
                      <a:pt x="5840" y="4161"/>
                      <a:pt x="5742" y="4133"/>
                      <a:pt x="5618" y="4133"/>
                    </a:cubicBezTo>
                    <a:lnTo>
                      <a:pt x="5326" y="4133"/>
                    </a:lnTo>
                    <a:cubicBezTo>
                      <a:pt x="4952" y="4133"/>
                      <a:pt x="4647" y="4438"/>
                      <a:pt x="4647" y="4813"/>
                    </a:cubicBezTo>
                    <a:lnTo>
                      <a:pt x="4647" y="4841"/>
                    </a:lnTo>
                    <a:cubicBezTo>
                      <a:pt x="4647" y="5215"/>
                      <a:pt x="4952" y="5520"/>
                      <a:pt x="5326" y="5520"/>
                    </a:cubicBezTo>
                    <a:lnTo>
                      <a:pt x="5618" y="5520"/>
                    </a:lnTo>
                    <a:cubicBezTo>
                      <a:pt x="6006" y="5520"/>
                      <a:pt x="6311" y="5187"/>
                      <a:pt x="6311" y="4813"/>
                    </a:cubicBezTo>
                    <a:lnTo>
                      <a:pt x="6311" y="3134"/>
                    </a:lnTo>
                    <a:lnTo>
                      <a:pt x="6561" y="3134"/>
                    </a:lnTo>
                    <a:cubicBezTo>
                      <a:pt x="6962" y="3134"/>
                      <a:pt x="7323" y="2857"/>
                      <a:pt x="7434" y="2483"/>
                    </a:cubicBezTo>
                    <a:close/>
                    <a:moveTo>
                      <a:pt x="8044" y="1664"/>
                    </a:moveTo>
                    <a:cubicBezTo>
                      <a:pt x="8253" y="1664"/>
                      <a:pt x="8432" y="1831"/>
                      <a:pt x="8432" y="2053"/>
                    </a:cubicBezTo>
                    <a:lnTo>
                      <a:pt x="8432" y="6629"/>
                    </a:lnTo>
                    <a:cubicBezTo>
                      <a:pt x="8432" y="6838"/>
                      <a:pt x="8253" y="7017"/>
                      <a:pt x="8044" y="7017"/>
                    </a:cubicBezTo>
                    <a:lnTo>
                      <a:pt x="1443" y="7017"/>
                    </a:lnTo>
                    <a:cubicBezTo>
                      <a:pt x="1221" y="7017"/>
                      <a:pt x="1055" y="6838"/>
                      <a:pt x="1055" y="6629"/>
                    </a:cubicBezTo>
                    <a:lnTo>
                      <a:pt x="1055" y="2053"/>
                    </a:lnTo>
                    <a:cubicBezTo>
                      <a:pt x="1055" y="1831"/>
                      <a:pt x="1221" y="1664"/>
                      <a:pt x="1443" y="1664"/>
                    </a:cubicBezTo>
                    <a:lnTo>
                      <a:pt x="2081" y="1664"/>
                    </a:lnTo>
                    <a:cubicBezTo>
                      <a:pt x="2025" y="1803"/>
                      <a:pt x="1998" y="1956"/>
                      <a:pt x="1998" y="2108"/>
                    </a:cubicBezTo>
                    <a:lnTo>
                      <a:pt x="1679" y="2108"/>
                    </a:lnTo>
                    <a:cubicBezTo>
                      <a:pt x="1582" y="2108"/>
                      <a:pt x="1498" y="2191"/>
                      <a:pt x="1498" y="2289"/>
                    </a:cubicBezTo>
                    <a:lnTo>
                      <a:pt x="1498" y="6394"/>
                    </a:lnTo>
                    <a:cubicBezTo>
                      <a:pt x="1498" y="6490"/>
                      <a:pt x="1582" y="6574"/>
                      <a:pt x="1679" y="6574"/>
                    </a:cubicBezTo>
                    <a:lnTo>
                      <a:pt x="7794" y="6574"/>
                    </a:lnTo>
                    <a:cubicBezTo>
                      <a:pt x="7905" y="6574"/>
                      <a:pt x="7989" y="6490"/>
                      <a:pt x="7989" y="6394"/>
                    </a:cubicBezTo>
                    <a:lnTo>
                      <a:pt x="7989" y="2289"/>
                    </a:lnTo>
                    <a:cubicBezTo>
                      <a:pt x="7989" y="2191"/>
                      <a:pt x="7905" y="2108"/>
                      <a:pt x="7794" y="2108"/>
                    </a:cubicBezTo>
                    <a:lnTo>
                      <a:pt x="7448" y="2108"/>
                    </a:lnTo>
                    <a:cubicBezTo>
                      <a:pt x="7434" y="1942"/>
                      <a:pt x="7365" y="1790"/>
                      <a:pt x="7254" y="1664"/>
                    </a:cubicBezTo>
                    <a:close/>
                    <a:moveTo>
                      <a:pt x="4272" y="0"/>
                    </a:moveTo>
                    <a:cubicBezTo>
                      <a:pt x="3926" y="0"/>
                      <a:pt x="3593" y="111"/>
                      <a:pt x="3329" y="320"/>
                    </a:cubicBezTo>
                    <a:cubicBezTo>
                      <a:pt x="3107" y="514"/>
                      <a:pt x="2941" y="749"/>
                      <a:pt x="2844" y="1026"/>
                    </a:cubicBezTo>
                    <a:cubicBezTo>
                      <a:pt x="2663" y="1069"/>
                      <a:pt x="2484" y="1165"/>
                      <a:pt x="2345" y="1290"/>
                    </a:cubicBezTo>
                    <a:lnTo>
                      <a:pt x="1443" y="1290"/>
                    </a:lnTo>
                    <a:cubicBezTo>
                      <a:pt x="1027" y="1290"/>
                      <a:pt x="681" y="1637"/>
                      <a:pt x="681" y="2053"/>
                    </a:cubicBezTo>
                    <a:lnTo>
                      <a:pt x="681" y="6629"/>
                    </a:lnTo>
                    <a:cubicBezTo>
                      <a:pt x="681" y="6768"/>
                      <a:pt x="722" y="6906"/>
                      <a:pt x="792" y="7017"/>
                    </a:cubicBezTo>
                    <a:lnTo>
                      <a:pt x="195" y="7017"/>
                    </a:lnTo>
                    <a:cubicBezTo>
                      <a:pt x="84" y="7017"/>
                      <a:pt x="1" y="7101"/>
                      <a:pt x="1" y="7198"/>
                    </a:cubicBezTo>
                    <a:lnTo>
                      <a:pt x="1" y="7642"/>
                    </a:lnTo>
                    <a:cubicBezTo>
                      <a:pt x="1" y="8016"/>
                      <a:pt x="320" y="8321"/>
                      <a:pt x="694" y="8321"/>
                    </a:cubicBezTo>
                    <a:lnTo>
                      <a:pt x="3926" y="8321"/>
                    </a:lnTo>
                    <a:cubicBezTo>
                      <a:pt x="4037" y="8321"/>
                      <a:pt x="4120" y="8238"/>
                      <a:pt x="4120" y="8141"/>
                    </a:cubicBezTo>
                    <a:cubicBezTo>
                      <a:pt x="4120" y="8030"/>
                      <a:pt x="4037" y="7947"/>
                      <a:pt x="3926" y="7947"/>
                    </a:cubicBezTo>
                    <a:lnTo>
                      <a:pt x="694" y="7947"/>
                    </a:lnTo>
                    <a:cubicBezTo>
                      <a:pt x="514" y="7947"/>
                      <a:pt x="376" y="7808"/>
                      <a:pt x="376" y="7642"/>
                    </a:cubicBezTo>
                    <a:lnTo>
                      <a:pt x="376" y="7392"/>
                    </a:lnTo>
                    <a:lnTo>
                      <a:pt x="9098" y="7392"/>
                    </a:lnTo>
                    <a:lnTo>
                      <a:pt x="9098" y="7642"/>
                    </a:lnTo>
                    <a:cubicBezTo>
                      <a:pt x="9098" y="7808"/>
                      <a:pt x="8959" y="7947"/>
                      <a:pt x="8793" y="7947"/>
                    </a:cubicBezTo>
                    <a:lnTo>
                      <a:pt x="5562" y="7947"/>
                    </a:lnTo>
                    <a:cubicBezTo>
                      <a:pt x="5451" y="7947"/>
                      <a:pt x="5368" y="8030"/>
                      <a:pt x="5368" y="8141"/>
                    </a:cubicBezTo>
                    <a:cubicBezTo>
                      <a:pt x="5368" y="8238"/>
                      <a:pt x="5451" y="8321"/>
                      <a:pt x="5562" y="8321"/>
                    </a:cubicBezTo>
                    <a:lnTo>
                      <a:pt x="8793" y="8321"/>
                    </a:lnTo>
                    <a:cubicBezTo>
                      <a:pt x="9168" y="8321"/>
                      <a:pt x="9473" y="8016"/>
                      <a:pt x="9473" y="7642"/>
                    </a:cubicBezTo>
                    <a:lnTo>
                      <a:pt x="9473" y="7198"/>
                    </a:lnTo>
                    <a:cubicBezTo>
                      <a:pt x="9473" y="7101"/>
                      <a:pt x="9390" y="7017"/>
                      <a:pt x="9292" y="7017"/>
                    </a:cubicBezTo>
                    <a:lnTo>
                      <a:pt x="8696" y="7017"/>
                    </a:lnTo>
                    <a:cubicBezTo>
                      <a:pt x="8765" y="6906"/>
                      <a:pt x="8793" y="6768"/>
                      <a:pt x="8793" y="6629"/>
                    </a:cubicBezTo>
                    <a:lnTo>
                      <a:pt x="8793" y="2053"/>
                    </a:lnTo>
                    <a:cubicBezTo>
                      <a:pt x="8793" y="1637"/>
                      <a:pt x="8460" y="1290"/>
                      <a:pt x="8044" y="1290"/>
                    </a:cubicBezTo>
                    <a:lnTo>
                      <a:pt x="6588" y="1290"/>
                    </a:lnTo>
                    <a:cubicBezTo>
                      <a:pt x="6367" y="915"/>
                      <a:pt x="5964" y="666"/>
                      <a:pt x="5520" y="666"/>
                    </a:cubicBezTo>
                    <a:cubicBezTo>
                      <a:pt x="5243" y="250"/>
                      <a:pt x="4771" y="0"/>
                      <a:pt x="42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34"/>
              <p:cNvSpPr/>
              <p:nvPr/>
            </p:nvSpPr>
            <p:spPr>
              <a:xfrm>
                <a:off x="6400384" y="2359892"/>
                <a:ext cx="19216" cy="17499"/>
              </a:xfrm>
              <a:custGeom>
                <a:avLst/>
                <a:gdLst/>
                <a:ahLst/>
                <a:cxnLst/>
                <a:rect l="l" t="t" r="r" b="b"/>
                <a:pathLst>
                  <a:path w="403" h="367" extrusionOk="0">
                    <a:moveTo>
                      <a:pt x="192" y="0"/>
                    </a:moveTo>
                    <a:cubicBezTo>
                      <a:pt x="147" y="0"/>
                      <a:pt x="103" y="19"/>
                      <a:pt x="70" y="53"/>
                    </a:cubicBezTo>
                    <a:cubicBezTo>
                      <a:pt x="14" y="121"/>
                      <a:pt x="1" y="219"/>
                      <a:pt x="56" y="288"/>
                    </a:cubicBezTo>
                    <a:cubicBezTo>
                      <a:pt x="89" y="342"/>
                      <a:pt x="142" y="366"/>
                      <a:pt x="197" y="366"/>
                    </a:cubicBezTo>
                    <a:cubicBezTo>
                      <a:pt x="283" y="366"/>
                      <a:pt x="372" y="306"/>
                      <a:pt x="389" y="205"/>
                    </a:cubicBezTo>
                    <a:cubicBezTo>
                      <a:pt x="403" y="136"/>
                      <a:pt x="362" y="53"/>
                      <a:pt x="278" y="25"/>
                    </a:cubicBezTo>
                    <a:cubicBezTo>
                      <a:pt x="251" y="8"/>
                      <a:pt x="221" y="0"/>
                      <a:pt x="19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6" name="Google Shape;546;p34"/>
            <p:cNvGrpSpPr/>
            <p:nvPr/>
          </p:nvGrpSpPr>
          <p:grpSpPr>
            <a:xfrm>
              <a:off x="729630" y="975085"/>
              <a:ext cx="255615" cy="254967"/>
              <a:chOff x="6184139" y="1220827"/>
              <a:chExt cx="451696" cy="450552"/>
            </a:xfrm>
          </p:grpSpPr>
          <p:sp>
            <p:nvSpPr>
              <p:cNvPr id="547" name="Google Shape;547;p34"/>
              <p:cNvSpPr/>
              <p:nvPr/>
            </p:nvSpPr>
            <p:spPr>
              <a:xfrm>
                <a:off x="6353416" y="1390104"/>
                <a:ext cx="117776" cy="137087"/>
              </a:xfrm>
              <a:custGeom>
                <a:avLst/>
                <a:gdLst/>
                <a:ahLst/>
                <a:cxnLst/>
                <a:rect l="l" t="t" r="r" b="b"/>
                <a:pathLst>
                  <a:path w="2470" h="2875" extrusionOk="0">
                    <a:moveTo>
                      <a:pt x="916" y="1946"/>
                    </a:moveTo>
                    <a:cubicBezTo>
                      <a:pt x="1069" y="1946"/>
                      <a:pt x="1193" y="2070"/>
                      <a:pt x="1193" y="2224"/>
                    </a:cubicBezTo>
                    <a:cubicBezTo>
                      <a:pt x="1193" y="2376"/>
                      <a:pt x="1069" y="2501"/>
                      <a:pt x="916" y="2501"/>
                    </a:cubicBezTo>
                    <a:lnTo>
                      <a:pt x="666" y="2501"/>
                    </a:lnTo>
                    <a:cubicBezTo>
                      <a:pt x="500" y="2501"/>
                      <a:pt x="376" y="2376"/>
                      <a:pt x="376" y="2224"/>
                    </a:cubicBezTo>
                    <a:cubicBezTo>
                      <a:pt x="376" y="2070"/>
                      <a:pt x="500" y="1946"/>
                      <a:pt x="666" y="1946"/>
                    </a:cubicBezTo>
                    <a:close/>
                    <a:moveTo>
                      <a:pt x="1383" y="1"/>
                    </a:moveTo>
                    <a:cubicBezTo>
                      <a:pt x="1371" y="1"/>
                      <a:pt x="1358" y="2"/>
                      <a:pt x="1347" y="5"/>
                    </a:cubicBezTo>
                    <a:cubicBezTo>
                      <a:pt x="1263" y="18"/>
                      <a:pt x="1193" y="101"/>
                      <a:pt x="1193" y="184"/>
                    </a:cubicBezTo>
                    <a:lnTo>
                      <a:pt x="1193" y="1627"/>
                    </a:lnTo>
                    <a:cubicBezTo>
                      <a:pt x="1110" y="1599"/>
                      <a:pt x="1014" y="1571"/>
                      <a:pt x="916" y="1571"/>
                    </a:cubicBezTo>
                    <a:lnTo>
                      <a:pt x="666" y="1571"/>
                    </a:lnTo>
                    <a:cubicBezTo>
                      <a:pt x="320" y="1571"/>
                      <a:pt x="15" y="1849"/>
                      <a:pt x="15" y="2209"/>
                    </a:cubicBezTo>
                    <a:cubicBezTo>
                      <a:pt x="1" y="2570"/>
                      <a:pt x="293" y="2875"/>
                      <a:pt x="666" y="2875"/>
                    </a:cubicBezTo>
                    <a:lnTo>
                      <a:pt x="916" y="2875"/>
                    </a:lnTo>
                    <a:cubicBezTo>
                      <a:pt x="1277" y="2875"/>
                      <a:pt x="1568" y="2584"/>
                      <a:pt x="1568" y="2224"/>
                    </a:cubicBezTo>
                    <a:lnTo>
                      <a:pt x="1568" y="600"/>
                    </a:lnTo>
                    <a:cubicBezTo>
                      <a:pt x="1637" y="628"/>
                      <a:pt x="1707" y="670"/>
                      <a:pt x="1804" y="698"/>
                    </a:cubicBezTo>
                    <a:cubicBezTo>
                      <a:pt x="2026" y="767"/>
                      <a:pt x="2081" y="920"/>
                      <a:pt x="2081" y="933"/>
                    </a:cubicBezTo>
                    <a:lnTo>
                      <a:pt x="2095" y="948"/>
                    </a:lnTo>
                    <a:cubicBezTo>
                      <a:pt x="2118" y="1025"/>
                      <a:pt x="2183" y="1067"/>
                      <a:pt x="2259" y="1067"/>
                    </a:cubicBezTo>
                    <a:cubicBezTo>
                      <a:pt x="2278" y="1067"/>
                      <a:pt x="2297" y="1064"/>
                      <a:pt x="2317" y="1059"/>
                    </a:cubicBezTo>
                    <a:cubicBezTo>
                      <a:pt x="2414" y="1031"/>
                      <a:pt x="2469" y="933"/>
                      <a:pt x="2442" y="822"/>
                    </a:cubicBezTo>
                    <a:cubicBezTo>
                      <a:pt x="2401" y="698"/>
                      <a:pt x="2247" y="448"/>
                      <a:pt x="1915" y="337"/>
                    </a:cubicBezTo>
                    <a:cubicBezTo>
                      <a:pt x="1665" y="268"/>
                      <a:pt x="1554" y="101"/>
                      <a:pt x="1541" y="88"/>
                    </a:cubicBezTo>
                    <a:cubicBezTo>
                      <a:pt x="1506" y="30"/>
                      <a:pt x="1443" y="1"/>
                      <a:pt x="13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34"/>
              <p:cNvSpPr/>
              <p:nvPr/>
            </p:nvSpPr>
            <p:spPr>
              <a:xfrm>
                <a:off x="6184139" y="1227598"/>
                <a:ext cx="451696" cy="443781"/>
              </a:xfrm>
              <a:custGeom>
                <a:avLst/>
                <a:gdLst/>
                <a:ahLst/>
                <a:cxnLst/>
                <a:rect l="l" t="t" r="r" b="b"/>
                <a:pathLst>
                  <a:path w="9473" h="9307" extrusionOk="0">
                    <a:moveTo>
                      <a:pt x="4672" y="2941"/>
                    </a:moveTo>
                    <a:cubicBezTo>
                      <a:pt x="5194" y="2941"/>
                      <a:pt x="5714" y="3135"/>
                      <a:pt x="6103" y="3524"/>
                    </a:cubicBezTo>
                    <a:cubicBezTo>
                      <a:pt x="6894" y="4313"/>
                      <a:pt x="6894" y="5604"/>
                      <a:pt x="6103" y="6394"/>
                    </a:cubicBezTo>
                    <a:cubicBezTo>
                      <a:pt x="5708" y="6789"/>
                      <a:pt x="5188" y="6987"/>
                      <a:pt x="4667" y="6987"/>
                    </a:cubicBezTo>
                    <a:cubicBezTo>
                      <a:pt x="4147" y="6987"/>
                      <a:pt x="3627" y="6789"/>
                      <a:pt x="3232" y="6394"/>
                    </a:cubicBezTo>
                    <a:cubicBezTo>
                      <a:pt x="2441" y="5604"/>
                      <a:pt x="2441" y="4313"/>
                      <a:pt x="3232" y="3524"/>
                    </a:cubicBezTo>
                    <a:cubicBezTo>
                      <a:pt x="3627" y="3135"/>
                      <a:pt x="4151" y="2941"/>
                      <a:pt x="4672" y="2941"/>
                    </a:cubicBezTo>
                    <a:close/>
                    <a:moveTo>
                      <a:pt x="2726" y="6554"/>
                    </a:moveTo>
                    <a:cubicBezTo>
                      <a:pt x="2820" y="6554"/>
                      <a:pt x="2913" y="6588"/>
                      <a:pt x="2983" y="6658"/>
                    </a:cubicBezTo>
                    <a:cubicBezTo>
                      <a:pt x="3121" y="6796"/>
                      <a:pt x="3121" y="7018"/>
                      <a:pt x="2983" y="7157"/>
                    </a:cubicBezTo>
                    <a:lnTo>
                      <a:pt x="1720" y="8418"/>
                    </a:lnTo>
                    <a:lnTo>
                      <a:pt x="1208" y="7919"/>
                    </a:lnTo>
                    <a:lnTo>
                      <a:pt x="2469" y="6658"/>
                    </a:lnTo>
                    <a:cubicBezTo>
                      <a:pt x="2538" y="6588"/>
                      <a:pt x="2632" y="6554"/>
                      <a:pt x="2726" y="6554"/>
                    </a:cubicBezTo>
                    <a:close/>
                    <a:moveTo>
                      <a:pt x="944" y="8183"/>
                    </a:moveTo>
                    <a:lnTo>
                      <a:pt x="1457" y="8682"/>
                    </a:lnTo>
                    <a:lnTo>
                      <a:pt x="1304" y="8834"/>
                    </a:lnTo>
                    <a:cubicBezTo>
                      <a:pt x="1235" y="8904"/>
                      <a:pt x="1145" y="8938"/>
                      <a:pt x="1055" y="8938"/>
                    </a:cubicBezTo>
                    <a:cubicBezTo>
                      <a:pt x="964" y="8938"/>
                      <a:pt x="874" y="8904"/>
                      <a:pt x="805" y="8834"/>
                    </a:cubicBezTo>
                    <a:cubicBezTo>
                      <a:pt x="666" y="8696"/>
                      <a:pt x="666" y="8474"/>
                      <a:pt x="805" y="8335"/>
                    </a:cubicBezTo>
                    <a:lnTo>
                      <a:pt x="944" y="8183"/>
                    </a:lnTo>
                    <a:close/>
                    <a:moveTo>
                      <a:pt x="4718" y="1"/>
                    </a:moveTo>
                    <a:cubicBezTo>
                      <a:pt x="4642" y="1"/>
                      <a:pt x="4571" y="51"/>
                      <a:pt x="4549" y="125"/>
                    </a:cubicBezTo>
                    <a:cubicBezTo>
                      <a:pt x="4508" y="223"/>
                      <a:pt x="4564" y="320"/>
                      <a:pt x="4660" y="362"/>
                    </a:cubicBezTo>
                    <a:cubicBezTo>
                      <a:pt x="5146" y="541"/>
                      <a:pt x="5548" y="889"/>
                      <a:pt x="5797" y="1346"/>
                    </a:cubicBezTo>
                    <a:cubicBezTo>
                      <a:pt x="5834" y="1394"/>
                      <a:pt x="5890" y="1432"/>
                      <a:pt x="5950" y="1432"/>
                    </a:cubicBezTo>
                    <a:cubicBezTo>
                      <a:pt x="5959" y="1432"/>
                      <a:pt x="5969" y="1431"/>
                      <a:pt x="5978" y="1429"/>
                    </a:cubicBezTo>
                    <a:lnTo>
                      <a:pt x="6130" y="1429"/>
                    </a:lnTo>
                    <a:cubicBezTo>
                      <a:pt x="6824" y="1429"/>
                      <a:pt x="7462" y="1873"/>
                      <a:pt x="7711" y="2511"/>
                    </a:cubicBezTo>
                    <a:cubicBezTo>
                      <a:pt x="7739" y="2594"/>
                      <a:pt x="7822" y="2636"/>
                      <a:pt x="7905" y="2636"/>
                    </a:cubicBezTo>
                    <a:cubicBezTo>
                      <a:pt x="7947" y="2636"/>
                      <a:pt x="7975" y="2622"/>
                      <a:pt x="8016" y="2622"/>
                    </a:cubicBezTo>
                    <a:cubicBezTo>
                      <a:pt x="8613" y="2622"/>
                      <a:pt x="9098" y="3121"/>
                      <a:pt x="9098" y="3718"/>
                    </a:cubicBezTo>
                    <a:cubicBezTo>
                      <a:pt x="9098" y="4328"/>
                      <a:pt x="8613" y="4813"/>
                      <a:pt x="8016" y="4813"/>
                    </a:cubicBezTo>
                    <a:lnTo>
                      <a:pt x="7073" y="4813"/>
                    </a:lnTo>
                    <a:cubicBezTo>
                      <a:pt x="7004" y="3870"/>
                      <a:pt x="6380" y="3024"/>
                      <a:pt x="5492" y="2705"/>
                    </a:cubicBezTo>
                    <a:cubicBezTo>
                      <a:pt x="5230" y="2611"/>
                      <a:pt x="4957" y="2565"/>
                      <a:pt x="4687" y="2565"/>
                    </a:cubicBezTo>
                    <a:cubicBezTo>
                      <a:pt x="4001" y="2565"/>
                      <a:pt x="3329" y="2857"/>
                      <a:pt x="2872" y="3385"/>
                    </a:cubicBezTo>
                    <a:cubicBezTo>
                      <a:pt x="2705" y="3579"/>
                      <a:pt x="2567" y="3787"/>
                      <a:pt x="2456" y="4023"/>
                    </a:cubicBezTo>
                    <a:cubicBezTo>
                      <a:pt x="2358" y="4272"/>
                      <a:pt x="2289" y="4550"/>
                      <a:pt x="2275" y="4813"/>
                    </a:cubicBezTo>
                    <a:lnTo>
                      <a:pt x="1762" y="4813"/>
                    </a:lnTo>
                    <a:cubicBezTo>
                      <a:pt x="999" y="4813"/>
                      <a:pt x="376" y="4189"/>
                      <a:pt x="376" y="3426"/>
                    </a:cubicBezTo>
                    <a:cubicBezTo>
                      <a:pt x="376" y="2719"/>
                      <a:pt x="944" y="2109"/>
                      <a:pt x="1651" y="2054"/>
                    </a:cubicBezTo>
                    <a:cubicBezTo>
                      <a:pt x="1735" y="2039"/>
                      <a:pt x="1803" y="1984"/>
                      <a:pt x="1818" y="1900"/>
                    </a:cubicBezTo>
                    <a:cubicBezTo>
                      <a:pt x="1984" y="1194"/>
                      <a:pt x="2484" y="611"/>
                      <a:pt x="3177" y="362"/>
                    </a:cubicBezTo>
                    <a:cubicBezTo>
                      <a:pt x="3273" y="334"/>
                      <a:pt x="3316" y="223"/>
                      <a:pt x="3273" y="125"/>
                    </a:cubicBezTo>
                    <a:cubicBezTo>
                      <a:pt x="3251" y="48"/>
                      <a:pt x="3176" y="6"/>
                      <a:pt x="3098" y="6"/>
                    </a:cubicBezTo>
                    <a:cubicBezTo>
                      <a:pt x="3078" y="6"/>
                      <a:pt x="3058" y="9"/>
                      <a:pt x="3038" y="14"/>
                    </a:cubicBezTo>
                    <a:cubicBezTo>
                      <a:pt x="2650" y="153"/>
                      <a:pt x="2303" y="403"/>
                      <a:pt x="2025" y="722"/>
                    </a:cubicBezTo>
                    <a:cubicBezTo>
                      <a:pt x="1776" y="1000"/>
                      <a:pt x="1596" y="1332"/>
                      <a:pt x="1498" y="1693"/>
                    </a:cubicBezTo>
                    <a:cubicBezTo>
                      <a:pt x="653" y="1832"/>
                      <a:pt x="1" y="2581"/>
                      <a:pt x="1" y="3426"/>
                    </a:cubicBezTo>
                    <a:cubicBezTo>
                      <a:pt x="1" y="4397"/>
                      <a:pt x="792" y="5188"/>
                      <a:pt x="1762" y="5188"/>
                    </a:cubicBezTo>
                    <a:lnTo>
                      <a:pt x="2289" y="5188"/>
                    </a:lnTo>
                    <a:cubicBezTo>
                      <a:pt x="2317" y="5534"/>
                      <a:pt x="2428" y="5881"/>
                      <a:pt x="2608" y="6186"/>
                    </a:cubicBezTo>
                    <a:cubicBezTo>
                      <a:pt x="2469" y="6214"/>
                      <a:pt x="2330" y="6283"/>
                      <a:pt x="2206" y="6394"/>
                    </a:cubicBezTo>
                    <a:lnTo>
                      <a:pt x="542" y="8072"/>
                    </a:lnTo>
                    <a:cubicBezTo>
                      <a:pt x="250" y="8350"/>
                      <a:pt x="250" y="8807"/>
                      <a:pt x="542" y="9099"/>
                    </a:cubicBezTo>
                    <a:cubicBezTo>
                      <a:pt x="681" y="9237"/>
                      <a:pt x="868" y="9307"/>
                      <a:pt x="1055" y="9307"/>
                    </a:cubicBezTo>
                    <a:cubicBezTo>
                      <a:pt x="1242" y="9307"/>
                      <a:pt x="1430" y="9237"/>
                      <a:pt x="1568" y="9099"/>
                    </a:cubicBezTo>
                    <a:lnTo>
                      <a:pt x="3232" y="7420"/>
                    </a:lnTo>
                    <a:cubicBezTo>
                      <a:pt x="3343" y="7309"/>
                      <a:pt x="3412" y="7170"/>
                      <a:pt x="3440" y="7018"/>
                    </a:cubicBezTo>
                    <a:cubicBezTo>
                      <a:pt x="3815" y="7240"/>
                      <a:pt x="4244" y="7364"/>
                      <a:pt x="4675" y="7364"/>
                    </a:cubicBezTo>
                    <a:cubicBezTo>
                      <a:pt x="5285" y="7364"/>
                      <a:pt x="5895" y="7129"/>
                      <a:pt x="6367" y="6658"/>
                    </a:cubicBezTo>
                    <a:cubicBezTo>
                      <a:pt x="6783" y="6242"/>
                      <a:pt x="7004" y="5728"/>
                      <a:pt x="7060" y="5188"/>
                    </a:cubicBezTo>
                    <a:lnTo>
                      <a:pt x="8016" y="5188"/>
                    </a:lnTo>
                    <a:cubicBezTo>
                      <a:pt x="8821" y="5188"/>
                      <a:pt x="9473" y="4522"/>
                      <a:pt x="9473" y="3718"/>
                    </a:cubicBezTo>
                    <a:cubicBezTo>
                      <a:pt x="9473" y="2913"/>
                      <a:pt x="8821" y="2261"/>
                      <a:pt x="8016" y="2261"/>
                    </a:cubicBezTo>
                    <a:lnTo>
                      <a:pt x="8003" y="2261"/>
                    </a:lnTo>
                    <a:cubicBezTo>
                      <a:pt x="7670" y="1540"/>
                      <a:pt x="6935" y="1055"/>
                      <a:pt x="6130" y="1055"/>
                    </a:cubicBezTo>
                    <a:lnTo>
                      <a:pt x="6061" y="1055"/>
                    </a:lnTo>
                    <a:cubicBezTo>
                      <a:pt x="5770" y="569"/>
                      <a:pt x="5313" y="209"/>
                      <a:pt x="4786" y="14"/>
                    </a:cubicBezTo>
                    <a:cubicBezTo>
                      <a:pt x="4763" y="5"/>
                      <a:pt x="4740" y="1"/>
                      <a:pt x="47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34"/>
              <p:cNvSpPr/>
              <p:nvPr/>
            </p:nvSpPr>
            <p:spPr>
              <a:xfrm>
                <a:off x="6361570" y="1220827"/>
                <a:ext cx="19025" cy="17690"/>
              </a:xfrm>
              <a:custGeom>
                <a:avLst/>
                <a:gdLst/>
                <a:ahLst/>
                <a:cxnLst/>
                <a:rect l="l" t="t" r="r" b="b"/>
                <a:pathLst>
                  <a:path w="399" h="371" extrusionOk="0">
                    <a:moveTo>
                      <a:pt x="187" y="1"/>
                    </a:moveTo>
                    <a:cubicBezTo>
                      <a:pt x="174" y="1"/>
                      <a:pt x="161" y="2"/>
                      <a:pt x="149" y="4"/>
                    </a:cubicBezTo>
                    <a:cubicBezTo>
                      <a:pt x="79" y="32"/>
                      <a:pt x="24" y="101"/>
                      <a:pt x="11" y="171"/>
                    </a:cubicBezTo>
                    <a:cubicBezTo>
                      <a:pt x="1" y="288"/>
                      <a:pt x="101" y="370"/>
                      <a:pt x="200" y="370"/>
                    </a:cubicBezTo>
                    <a:cubicBezTo>
                      <a:pt x="241" y="370"/>
                      <a:pt x="283" y="356"/>
                      <a:pt x="316" y="323"/>
                    </a:cubicBezTo>
                    <a:cubicBezTo>
                      <a:pt x="385" y="267"/>
                      <a:pt x="399" y="156"/>
                      <a:pt x="357" y="88"/>
                    </a:cubicBezTo>
                    <a:cubicBezTo>
                      <a:pt x="323" y="30"/>
                      <a:pt x="250" y="1"/>
                      <a:pt x="1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0" name="Google Shape;550;p34"/>
            <p:cNvGrpSpPr/>
            <p:nvPr/>
          </p:nvGrpSpPr>
          <p:grpSpPr>
            <a:xfrm>
              <a:off x="723837" y="1482615"/>
              <a:ext cx="267223" cy="233165"/>
              <a:chOff x="6908262" y="1240186"/>
              <a:chExt cx="472209" cy="412024"/>
            </a:xfrm>
          </p:grpSpPr>
          <p:sp>
            <p:nvSpPr>
              <p:cNvPr id="551" name="Google Shape;551;p34"/>
              <p:cNvSpPr/>
              <p:nvPr/>
            </p:nvSpPr>
            <p:spPr>
              <a:xfrm>
                <a:off x="7105958" y="1594618"/>
                <a:ext cx="76769" cy="17929"/>
              </a:xfrm>
              <a:custGeom>
                <a:avLst/>
                <a:gdLst/>
                <a:ahLst/>
                <a:cxnLst/>
                <a:rect l="l" t="t" r="r" b="b"/>
                <a:pathLst>
                  <a:path w="1610" h="376" extrusionOk="0">
                    <a:moveTo>
                      <a:pt x="181" y="0"/>
                    </a:moveTo>
                    <a:cubicBezTo>
                      <a:pt x="84" y="0"/>
                      <a:pt x="1" y="84"/>
                      <a:pt x="1" y="181"/>
                    </a:cubicBezTo>
                    <a:cubicBezTo>
                      <a:pt x="1" y="292"/>
                      <a:pt x="84" y="375"/>
                      <a:pt x="181" y="375"/>
                    </a:cubicBezTo>
                    <a:lnTo>
                      <a:pt x="1429" y="375"/>
                    </a:lnTo>
                    <a:cubicBezTo>
                      <a:pt x="1540" y="375"/>
                      <a:pt x="1609" y="292"/>
                      <a:pt x="1609" y="181"/>
                    </a:cubicBezTo>
                    <a:cubicBezTo>
                      <a:pt x="1609" y="84"/>
                      <a:pt x="1540" y="0"/>
                      <a:pt x="14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34"/>
              <p:cNvSpPr/>
              <p:nvPr/>
            </p:nvSpPr>
            <p:spPr>
              <a:xfrm>
                <a:off x="7080209" y="1365642"/>
                <a:ext cx="136229" cy="159593"/>
              </a:xfrm>
              <a:custGeom>
                <a:avLst/>
                <a:gdLst/>
                <a:ahLst/>
                <a:cxnLst/>
                <a:rect l="l" t="t" r="r" b="b"/>
                <a:pathLst>
                  <a:path w="2857" h="3347" extrusionOk="0">
                    <a:moveTo>
                      <a:pt x="1054" y="2237"/>
                    </a:moveTo>
                    <a:cubicBezTo>
                      <a:pt x="1262" y="2237"/>
                      <a:pt x="1415" y="2404"/>
                      <a:pt x="1415" y="2598"/>
                    </a:cubicBezTo>
                    <a:lnTo>
                      <a:pt x="1415" y="2611"/>
                    </a:lnTo>
                    <a:cubicBezTo>
                      <a:pt x="1415" y="2820"/>
                      <a:pt x="1262" y="2972"/>
                      <a:pt x="1054" y="2972"/>
                    </a:cubicBezTo>
                    <a:lnTo>
                      <a:pt x="735" y="2972"/>
                    </a:lnTo>
                    <a:cubicBezTo>
                      <a:pt x="541" y="2972"/>
                      <a:pt x="374" y="2820"/>
                      <a:pt x="374" y="2611"/>
                    </a:cubicBezTo>
                    <a:lnTo>
                      <a:pt x="374" y="2598"/>
                    </a:lnTo>
                    <a:cubicBezTo>
                      <a:pt x="374" y="2404"/>
                      <a:pt x="541" y="2237"/>
                      <a:pt x="735" y="2237"/>
                    </a:cubicBezTo>
                    <a:close/>
                    <a:moveTo>
                      <a:pt x="1594" y="1"/>
                    </a:moveTo>
                    <a:cubicBezTo>
                      <a:pt x="1580" y="1"/>
                      <a:pt x="1567" y="2"/>
                      <a:pt x="1553" y="4"/>
                    </a:cubicBezTo>
                    <a:cubicBezTo>
                      <a:pt x="1470" y="32"/>
                      <a:pt x="1415" y="102"/>
                      <a:pt x="1415" y="185"/>
                    </a:cubicBezTo>
                    <a:lnTo>
                      <a:pt x="1415" y="1960"/>
                    </a:lnTo>
                    <a:cubicBezTo>
                      <a:pt x="1317" y="1904"/>
                      <a:pt x="1193" y="1862"/>
                      <a:pt x="1054" y="1862"/>
                    </a:cubicBezTo>
                    <a:lnTo>
                      <a:pt x="735" y="1862"/>
                    </a:lnTo>
                    <a:cubicBezTo>
                      <a:pt x="333" y="1862"/>
                      <a:pt x="0" y="2195"/>
                      <a:pt x="0" y="2598"/>
                    </a:cubicBezTo>
                    <a:lnTo>
                      <a:pt x="0" y="2611"/>
                    </a:lnTo>
                    <a:cubicBezTo>
                      <a:pt x="0" y="3014"/>
                      <a:pt x="333" y="3347"/>
                      <a:pt x="735" y="3347"/>
                    </a:cubicBezTo>
                    <a:lnTo>
                      <a:pt x="1054" y="3347"/>
                    </a:lnTo>
                    <a:cubicBezTo>
                      <a:pt x="1456" y="3347"/>
                      <a:pt x="1789" y="3014"/>
                      <a:pt x="1789" y="2611"/>
                    </a:cubicBezTo>
                    <a:lnTo>
                      <a:pt x="1789" y="2598"/>
                    </a:lnTo>
                    <a:lnTo>
                      <a:pt x="1789" y="614"/>
                    </a:lnTo>
                    <a:cubicBezTo>
                      <a:pt x="1872" y="670"/>
                      <a:pt x="1983" y="725"/>
                      <a:pt x="2108" y="767"/>
                    </a:cubicBezTo>
                    <a:cubicBezTo>
                      <a:pt x="2399" y="850"/>
                      <a:pt x="2469" y="1058"/>
                      <a:pt x="2469" y="1058"/>
                    </a:cubicBezTo>
                    <a:lnTo>
                      <a:pt x="2482" y="1086"/>
                    </a:lnTo>
                    <a:cubicBezTo>
                      <a:pt x="2505" y="1154"/>
                      <a:pt x="2575" y="1204"/>
                      <a:pt x="2645" y="1204"/>
                    </a:cubicBezTo>
                    <a:cubicBezTo>
                      <a:pt x="2661" y="1204"/>
                      <a:pt x="2676" y="1202"/>
                      <a:pt x="2691" y="1197"/>
                    </a:cubicBezTo>
                    <a:cubicBezTo>
                      <a:pt x="2802" y="1183"/>
                      <a:pt x="2857" y="1072"/>
                      <a:pt x="2829" y="975"/>
                    </a:cubicBezTo>
                    <a:lnTo>
                      <a:pt x="2829" y="961"/>
                    </a:lnTo>
                    <a:cubicBezTo>
                      <a:pt x="2787" y="808"/>
                      <a:pt x="2607" y="531"/>
                      <a:pt x="2219" y="407"/>
                    </a:cubicBezTo>
                    <a:cubicBezTo>
                      <a:pt x="1914" y="309"/>
                      <a:pt x="1775" y="115"/>
                      <a:pt x="1761" y="87"/>
                    </a:cubicBezTo>
                    <a:cubicBezTo>
                      <a:pt x="1726" y="30"/>
                      <a:pt x="1663" y="1"/>
                      <a:pt x="15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34"/>
              <p:cNvSpPr/>
              <p:nvPr/>
            </p:nvSpPr>
            <p:spPr>
              <a:xfrm>
                <a:off x="7019365" y="1240186"/>
                <a:ext cx="249999" cy="412024"/>
              </a:xfrm>
              <a:custGeom>
                <a:avLst/>
                <a:gdLst/>
                <a:ahLst/>
                <a:cxnLst/>
                <a:rect l="l" t="t" r="r" b="b"/>
                <a:pathLst>
                  <a:path w="5243" h="8641" extrusionOk="0">
                    <a:moveTo>
                      <a:pt x="3578" y="361"/>
                    </a:moveTo>
                    <a:lnTo>
                      <a:pt x="3578" y="403"/>
                    </a:lnTo>
                    <a:lnTo>
                      <a:pt x="3578" y="666"/>
                    </a:lnTo>
                    <a:cubicBezTo>
                      <a:pt x="3578" y="736"/>
                      <a:pt x="3523" y="791"/>
                      <a:pt x="3453" y="791"/>
                    </a:cubicBezTo>
                    <a:lnTo>
                      <a:pt x="1803" y="791"/>
                    </a:lnTo>
                    <a:cubicBezTo>
                      <a:pt x="1720" y="791"/>
                      <a:pt x="1665" y="736"/>
                      <a:pt x="1665" y="666"/>
                    </a:cubicBezTo>
                    <a:lnTo>
                      <a:pt x="1665" y="403"/>
                    </a:lnTo>
                    <a:lnTo>
                      <a:pt x="1665" y="361"/>
                    </a:lnTo>
                    <a:close/>
                    <a:moveTo>
                      <a:pt x="832" y="0"/>
                    </a:moveTo>
                    <a:cubicBezTo>
                      <a:pt x="374" y="0"/>
                      <a:pt x="0" y="375"/>
                      <a:pt x="0" y="832"/>
                    </a:cubicBezTo>
                    <a:lnTo>
                      <a:pt x="0" y="1636"/>
                    </a:lnTo>
                    <a:cubicBezTo>
                      <a:pt x="0" y="1747"/>
                      <a:pt x="84" y="1831"/>
                      <a:pt x="180" y="1831"/>
                    </a:cubicBezTo>
                    <a:cubicBezTo>
                      <a:pt x="291" y="1831"/>
                      <a:pt x="374" y="1747"/>
                      <a:pt x="374" y="1636"/>
                    </a:cubicBezTo>
                    <a:lnTo>
                      <a:pt x="374" y="832"/>
                    </a:lnTo>
                    <a:cubicBezTo>
                      <a:pt x="374" y="569"/>
                      <a:pt x="568" y="361"/>
                      <a:pt x="832" y="361"/>
                    </a:cubicBezTo>
                    <a:lnTo>
                      <a:pt x="1262" y="361"/>
                    </a:lnTo>
                    <a:cubicBezTo>
                      <a:pt x="1276" y="361"/>
                      <a:pt x="1290" y="388"/>
                      <a:pt x="1290" y="403"/>
                    </a:cubicBezTo>
                    <a:lnTo>
                      <a:pt x="1290" y="666"/>
                    </a:lnTo>
                    <a:cubicBezTo>
                      <a:pt x="1290" y="943"/>
                      <a:pt x="1526" y="1165"/>
                      <a:pt x="1803" y="1165"/>
                    </a:cubicBezTo>
                    <a:lnTo>
                      <a:pt x="3453" y="1165"/>
                    </a:lnTo>
                    <a:cubicBezTo>
                      <a:pt x="3730" y="1165"/>
                      <a:pt x="3952" y="943"/>
                      <a:pt x="3952" y="666"/>
                    </a:cubicBezTo>
                    <a:lnTo>
                      <a:pt x="3952" y="403"/>
                    </a:lnTo>
                    <a:cubicBezTo>
                      <a:pt x="3952" y="388"/>
                      <a:pt x="3967" y="361"/>
                      <a:pt x="3994" y="361"/>
                    </a:cubicBezTo>
                    <a:lnTo>
                      <a:pt x="4410" y="361"/>
                    </a:lnTo>
                    <a:cubicBezTo>
                      <a:pt x="4673" y="361"/>
                      <a:pt x="4882" y="569"/>
                      <a:pt x="4882" y="832"/>
                    </a:cubicBezTo>
                    <a:lnTo>
                      <a:pt x="4882" y="7808"/>
                    </a:lnTo>
                    <a:cubicBezTo>
                      <a:pt x="4882" y="8058"/>
                      <a:pt x="4673" y="8265"/>
                      <a:pt x="4410" y="8265"/>
                    </a:cubicBezTo>
                    <a:lnTo>
                      <a:pt x="832" y="8265"/>
                    </a:lnTo>
                    <a:cubicBezTo>
                      <a:pt x="583" y="8265"/>
                      <a:pt x="374" y="8058"/>
                      <a:pt x="374" y="7808"/>
                    </a:cubicBezTo>
                    <a:lnTo>
                      <a:pt x="374" y="3273"/>
                    </a:lnTo>
                    <a:cubicBezTo>
                      <a:pt x="374" y="3162"/>
                      <a:pt x="291" y="3079"/>
                      <a:pt x="180" y="3079"/>
                    </a:cubicBezTo>
                    <a:cubicBezTo>
                      <a:pt x="84" y="3079"/>
                      <a:pt x="0" y="3162"/>
                      <a:pt x="0" y="3273"/>
                    </a:cubicBezTo>
                    <a:lnTo>
                      <a:pt x="0" y="7808"/>
                    </a:lnTo>
                    <a:cubicBezTo>
                      <a:pt x="0" y="8265"/>
                      <a:pt x="374" y="8640"/>
                      <a:pt x="832" y="8640"/>
                    </a:cubicBezTo>
                    <a:lnTo>
                      <a:pt x="4410" y="8640"/>
                    </a:lnTo>
                    <a:cubicBezTo>
                      <a:pt x="4882" y="8640"/>
                      <a:pt x="5242" y="8265"/>
                      <a:pt x="5242" y="7808"/>
                    </a:cubicBezTo>
                    <a:lnTo>
                      <a:pt x="5242" y="832"/>
                    </a:lnTo>
                    <a:cubicBezTo>
                      <a:pt x="5242" y="375"/>
                      <a:pt x="4882" y="0"/>
                      <a:pt x="44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34"/>
              <p:cNvSpPr/>
              <p:nvPr/>
            </p:nvSpPr>
            <p:spPr>
              <a:xfrm>
                <a:off x="6955183" y="1401691"/>
                <a:ext cx="41722" cy="97606"/>
              </a:xfrm>
              <a:custGeom>
                <a:avLst/>
                <a:gdLst/>
                <a:ahLst/>
                <a:cxnLst/>
                <a:rect l="l" t="t" r="r" b="b"/>
                <a:pathLst>
                  <a:path w="875" h="2047" extrusionOk="0">
                    <a:moveTo>
                      <a:pt x="668" y="1"/>
                    </a:moveTo>
                    <a:cubicBezTo>
                      <a:pt x="621" y="1"/>
                      <a:pt x="576" y="18"/>
                      <a:pt x="542" y="52"/>
                    </a:cubicBezTo>
                    <a:cubicBezTo>
                      <a:pt x="1" y="594"/>
                      <a:pt x="1" y="1454"/>
                      <a:pt x="542" y="1994"/>
                    </a:cubicBezTo>
                    <a:cubicBezTo>
                      <a:pt x="576" y="2029"/>
                      <a:pt x="625" y="2046"/>
                      <a:pt x="673" y="2046"/>
                    </a:cubicBezTo>
                    <a:cubicBezTo>
                      <a:pt x="722" y="2046"/>
                      <a:pt x="771" y="2029"/>
                      <a:pt x="805" y="1994"/>
                    </a:cubicBezTo>
                    <a:cubicBezTo>
                      <a:pt x="875" y="1911"/>
                      <a:pt x="875" y="1800"/>
                      <a:pt x="805" y="1731"/>
                    </a:cubicBezTo>
                    <a:cubicBezTo>
                      <a:pt x="417" y="1343"/>
                      <a:pt x="417" y="705"/>
                      <a:pt x="805" y="316"/>
                    </a:cubicBezTo>
                    <a:cubicBezTo>
                      <a:pt x="875" y="246"/>
                      <a:pt x="875" y="122"/>
                      <a:pt x="805" y="52"/>
                    </a:cubicBezTo>
                    <a:cubicBezTo>
                      <a:pt x="763" y="18"/>
                      <a:pt x="715" y="1"/>
                      <a:pt x="6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34"/>
              <p:cNvSpPr/>
              <p:nvPr/>
            </p:nvSpPr>
            <p:spPr>
              <a:xfrm>
                <a:off x="6908262" y="1371269"/>
                <a:ext cx="58220" cy="158592"/>
              </a:xfrm>
              <a:custGeom>
                <a:avLst/>
                <a:gdLst/>
                <a:ahLst/>
                <a:cxnLst/>
                <a:rect l="l" t="t" r="r" b="b"/>
                <a:pathLst>
                  <a:path w="1221" h="3326" extrusionOk="0">
                    <a:moveTo>
                      <a:pt x="1014" y="1"/>
                    </a:moveTo>
                    <a:cubicBezTo>
                      <a:pt x="967" y="1"/>
                      <a:pt x="922" y="18"/>
                      <a:pt x="888" y="52"/>
                    </a:cubicBezTo>
                    <a:cubicBezTo>
                      <a:pt x="1" y="940"/>
                      <a:pt x="1" y="2382"/>
                      <a:pt x="888" y="3270"/>
                    </a:cubicBezTo>
                    <a:cubicBezTo>
                      <a:pt x="916" y="3297"/>
                      <a:pt x="971" y="3325"/>
                      <a:pt x="1012" y="3325"/>
                    </a:cubicBezTo>
                    <a:cubicBezTo>
                      <a:pt x="1068" y="3325"/>
                      <a:pt x="1110" y="3297"/>
                      <a:pt x="1151" y="3270"/>
                    </a:cubicBezTo>
                    <a:cubicBezTo>
                      <a:pt x="1221" y="3201"/>
                      <a:pt x="1221" y="3076"/>
                      <a:pt x="1151" y="3007"/>
                    </a:cubicBezTo>
                    <a:cubicBezTo>
                      <a:pt x="402" y="2258"/>
                      <a:pt x="402" y="1051"/>
                      <a:pt x="1151" y="316"/>
                    </a:cubicBezTo>
                    <a:cubicBezTo>
                      <a:pt x="1221" y="247"/>
                      <a:pt x="1221" y="122"/>
                      <a:pt x="1151" y="52"/>
                    </a:cubicBezTo>
                    <a:cubicBezTo>
                      <a:pt x="1109" y="18"/>
                      <a:pt x="1061" y="1"/>
                      <a:pt x="10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34"/>
              <p:cNvSpPr/>
              <p:nvPr/>
            </p:nvSpPr>
            <p:spPr>
              <a:xfrm>
                <a:off x="7291781" y="1401691"/>
                <a:ext cx="41722" cy="97606"/>
              </a:xfrm>
              <a:custGeom>
                <a:avLst/>
                <a:gdLst/>
                <a:ahLst/>
                <a:cxnLst/>
                <a:rect l="l" t="t" r="r" b="b"/>
                <a:pathLst>
                  <a:path w="875" h="2047" extrusionOk="0">
                    <a:moveTo>
                      <a:pt x="210" y="1"/>
                    </a:moveTo>
                    <a:cubicBezTo>
                      <a:pt x="163" y="1"/>
                      <a:pt x="119" y="18"/>
                      <a:pt x="84" y="52"/>
                    </a:cubicBezTo>
                    <a:cubicBezTo>
                      <a:pt x="1" y="122"/>
                      <a:pt x="1" y="246"/>
                      <a:pt x="84" y="316"/>
                    </a:cubicBezTo>
                    <a:cubicBezTo>
                      <a:pt x="472" y="705"/>
                      <a:pt x="472" y="1343"/>
                      <a:pt x="84" y="1731"/>
                    </a:cubicBezTo>
                    <a:cubicBezTo>
                      <a:pt x="1" y="1800"/>
                      <a:pt x="1" y="1911"/>
                      <a:pt x="84" y="1994"/>
                    </a:cubicBezTo>
                    <a:cubicBezTo>
                      <a:pt x="119" y="2029"/>
                      <a:pt x="163" y="2046"/>
                      <a:pt x="210" y="2046"/>
                    </a:cubicBezTo>
                    <a:cubicBezTo>
                      <a:pt x="257" y="2046"/>
                      <a:pt x="305" y="2029"/>
                      <a:pt x="347" y="1994"/>
                    </a:cubicBezTo>
                    <a:cubicBezTo>
                      <a:pt x="874" y="1454"/>
                      <a:pt x="874" y="594"/>
                      <a:pt x="347" y="52"/>
                    </a:cubicBezTo>
                    <a:cubicBezTo>
                      <a:pt x="305" y="18"/>
                      <a:pt x="257" y="1"/>
                      <a:pt x="2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34"/>
              <p:cNvSpPr/>
              <p:nvPr/>
            </p:nvSpPr>
            <p:spPr>
              <a:xfrm>
                <a:off x="7322871" y="1371269"/>
                <a:ext cx="57600" cy="158449"/>
              </a:xfrm>
              <a:custGeom>
                <a:avLst/>
                <a:gdLst/>
                <a:ahLst/>
                <a:cxnLst/>
                <a:rect l="l" t="t" r="r" b="b"/>
                <a:pathLst>
                  <a:path w="1208" h="3323" extrusionOk="0">
                    <a:moveTo>
                      <a:pt x="196" y="1"/>
                    </a:moveTo>
                    <a:cubicBezTo>
                      <a:pt x="149" y="1"/>
                      <a:pt x="104" y="18"/>
                      <a:pt x="70" y="52"/>
                    </a:cubicBezTo>
                    <a:cubicBezTo>
                      <a:pt x="0" y="122"/>
                      <a:pt x="0" y="247"/>
                      <a:pt x="70" y="316"/>
                    </a:cubicBezTo>
                    <a:cubicBezTo>
                      <a:pt x="805" y="1051"/>
                      <a:pt x="805" y="2258"/>
                      <a:pt x="70" y="3007"/>
                    </a:cubicBezTo>
                    <a:cubicBezTo>
                      <a:pt x="0" y="3076"/>
                      <a:pt x="0" y="3201"/>
                      <a:pt x="70" y="3270"/>
                    </a:cubicBezTo>
                    <a:cubicBezTo>
                      <a:pt x="104" y="3305"/>
                      <a:pt x="149" y="3322"/>
                      <a:pt x="196" y="3322"/>
                    </a:cubicBezTo>
                    <a:cubicBezTo>
                      <a:pt x="243" y="3322"/>
                      <a:pt x="291" y="3305"/>
                      <a:pt x="333" y="3270"/>
                    </a:cubicBezTo>
                    <a:cubicBezTo>
                      <a:pt x="1207" y="2382"/>
                      <a:pt x="1207" y="940"/>
                      <a:pt x="333" y="52"/>
                    </a:cubicBezTo>
                    <a:cubicBezTo>
                      <a:pt x="291" y="18"/>
                      <a:pt x="243" y="1"/>
                      <a:pt x="1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34"/>
              <p:cNvSpPr/>
              <p:nvPr/>
            </p:nvSpPr>
            <p:spPr>
              <a:xfrm>
                <a:off x="7018030" y="1348476"/>
                <a:ext cx="19502" cy="17786"/>
              </a:xfrm>
              <a:custGeom>
                <a:avLst/>
                <a:gdLst/>
                <a:ahLst/>
                <a:cxnLst/>
                <a:rect l="l" t="t" r="r" b="b"/>
                <a:pathLst>
                  <a:path w="409" h="373" extrusionOk="0">
                    <a:moveTo>
                      <a:pt x="207" y="1"/>
                    </a:moveTo>
                    <a:cubicBezTo>
                      <a:pt x="168" y="1"/>
                      <a:pt x="128" y="14"/>
                      <a:pt x="97" y="46"/>
                    </a:cubicBezTo>
                    <a:cubicBezTo>
                      <a:pt x="14" y="101"/>
                      <a:pt x="1" y="212"/>
                      <a:pt x="56" y="295"/>
                    </a:cubicBezTo>
                    <a:cubicBezTo>
                      <a:pt x="93" y="348"/>
                      <a:pt x="148" y="373"/>
                      <a:pt x="204" y="373"/>
                    </a:cubicBezTo>
                    <a:cubicBezTo>
                      <a:pt x="292" y="373"/>
                      <a:pt x="380" y="309"/>
                      <a:pt x="389" y="198"/>
                    </a:cubicBezTo>
                    <a:cubicBezTo>
                      <a:pt x="409" y="88"/>
                      <a:pt x="307" y="1"/>
                      <a:pt x="2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59" name="Google Shape;559;p34"/>
            <p:cNvCxnSpPr/>
            <p:nvPr/>
          </p:nvCxnSpPr>
          <p:spPr>
            <a:xfrm>
              <a:off x="729625" y="1355100"/>
              <a:ext cx="255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0" name="Google Shape;560;p34"/>
            <p:cNvCxnSpPr/>
            <p:nvPr/>
          </p:nvCxnSpPr>
          <p:spPr>
            <a:xfrm>
              <a:off x="729625" y="1845525"/>
              <a:ext cx="255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61" name="Google Shape;561;p34"/>
          <p:cNvSpPr/>
          <p:nvPr/>
        </p:nvSpPr>
        <p:spPr>
          <a:xfrm>
            <a:off x="2095625" y="1277433"/>
            <a:ext cx="1016100" cy="1016100"/>
          </a:xfrm>
          <a:prstGeom prst="rect">
            <a:avLst/>
          </a:prstGeom>
          <a:gradFill>
            <a:gsLst>
              <a:gs pos="0">
                <a:schemeClr val="dk2"/>
              </a:gs>
              <a:gs pos="2000">
                <a:schemeClr val="dk2"/>
              </a:gs>
              <a:gs pos="50000">
                <a:schemeClr val="dk1"/>
              </a:gs>
              <a:gs pos="100000">
                <a:schemeClr val="lt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34"/>
          <p:cNvSpPr/>
          <p:nvPr/>
        </p:nvSpPr>
        <p:spPr>
          <a:xfrm>
            <a:off x="2095625" y="2342922"/>
            <a:ext cx="1016100" cy="1016100"/>
          </a:xfrm>
          <a:prstGeom prst="rect">
            <a:avLst/>
          </a:prstGeom>
          <a:gradFill>
            <a:gsLst>
              <a:gs pos="0">
                <a:schemeClr val="dk2"/>
              </a:gs>
              <a:gs pos="2000">
                <a:schemeClr val="dk2"/>
              </a:gs>
              <a:gs pos="50000">
                <a:schemeClr val="dk1"/>
              </a:gs>
              <a:gs pos="100000">
                <a:schemeClr val="lt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34"/>
          <p:cNvSpPr/>
          <p:nvPr/>
        </p:nvSpPr>
        <p:spPr>
          <a:xfrm>
            <a:off x="2095625" y="3408422"/>
            <a:ext cx="1016100" cy="1016100"/>
          </a:xfrm>
          <a:prstGeom prst="rect">
            <a:avLst/>
          </a:prstGeom>
          <a:gradFill>
            <a:gsLst>
              <a:gs pos="0">
                <a:schemeClr val="dk2"/>
              </a:gs>
              <a:gs pos="2000">
                <a:schemeClr val="dk2"/>
              </a:gs>
              <a:gs pos="50000">
                <a:schemeClr val="dk1"/>
              </a:gs>
              <a:gs pos="100000">
                <a:schemeClr val="lt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4" name="Google Shape;564;p34"/>
          <p:cNvGrpSpPr/>
          <p:nvPr/>
        </p:nvGrpSpPr>
        <p:grpSpPr>
          <a:xfrm>
            <a:off x="7889455" y="1392249"/>
            <a:ext cx="240229" cy="233993"/>
            <a:chOff x="5548725" y="1996100"/>
            <a:chExt cx="275650" cy="269950"/>
          </a:xfrm>
        </p:grpSpPr>
        <p:sp>
          <p:nvSpPr>
            <p:cNvPr id="565" name="Google Shape;565;p34"/>
            <p:cNvSpPr/>
            <p:nvPr/>
          </p:nvSpPr>
          <p:spPr>
            <a:xfrm>
              <a:off x="5548725" y="1996100"/>
              <a:ext cx="275650" cy="269950"/>
            </a:xfrm>
            <a:custGeom>
              <a:avLst/>
              <a:gdLst/>
              <a:ahLst/>
              <a:cxnLst/>
              <a:rect l="l" t="t" r="r" b="b"/>
              <a:pathLst>
                <a:path w="11026" h="10798" extrusionOk="0">
                  <a:moveTo>
                    <a:pt x="5503" y="1"/>
                  </a:moveTo>
                  <a:cubicBezTo>
                    <a:pt x="5435" y="1"/>
                    <a:pt x="5367" y="2"/>
                    <a:pt x="5298" y="4"/>
                  </a:cubicBezTo>
                  <a:cubicBezTo>
                    <a:pt x="2330" y="130"/>
                    <a:pt x="0" y="2639"/>
                    <a:pt x="126" y="5607"/>
                  </a:cubicBezTo>
                  <a:cubicBezTo>
                    <a:pt x="247" y="8521"/>
                    <a:pt x="2646" y="10798"/>
                    <a:pt x="5524" y="10798"/>
                  </a:cubicBezTo>
                  <a:cubicBezTo>
                    <a:pt x="5592" y="10798"/>
                    <a:pt x="5660" y="10796"/>
                    <a:pt x="5728" y="10794"/>
                  </a:cubicBezTo>
                  <a:cubicBezTo>
                    <a:pt x="8709" y="10670"/>
                    <a:pt x="11026" y="8159"/>
                    <a:pt x="10915" y="5191"/>
                  </a:cubicBezTo>
                  <a:cubicBezTo>
                    <a:pt x="10792" y="2279"/>
                    <a:pt x="8394" y="1"/>
                    <a:pt x="5503" y="1"/>
                  </a:cubicBezTo>
                  <a:close/>
                </a:path>
              </a:pathLst>
            </a:custGeom>
            <a:solidFill>
              <a:srgbClr val="FF6A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4"/>
            <p:cNvSpPr/>
            <p:nvPr/>
          </p:nvSpPr>
          <p:spPr>
            <a:xfrm>
              <a:off x="5652025" y="2075800"/>
              <a:ext cx="100250" cy="122700"/>
            </a:xfrm>
            <a:custGeom>
              <a:avLst/>
              <a:gdLst/>
              <a:ahLst/>
              <a:cxnLst/>
              <a:rect l="l" t="t" r="r" b="b"/>
              <a:pathLst>
                <a:path w="4010" h="4908" extrusionOk="0">
                  <a:moveTo>
                    <a:pt x="30" y="1"/>
                  </a:moveTo>
                  <a:cubicBezTo>
                    <a:pt x="16" y="1"/>
                    <a:pt x="1" y="14"/>
                    <a:pt x="1" y="34"/>
                  </a:cubicBezTo>
                  <a:lnTo>
                    <a:pt x="1" y="4874"/>
                  </a:lnTo>
                  <a:cubicBezTo>
                    <a:pt x="1" y="4895"/>
                    <a:pt x="16" y="4907"/>
                    <a:pt x="30" y="4907"/>
                  </a:cubicBezTo>
                  <a:cubicBezTo>
                    <a:pt x="35" y="4907"/>
                    <a:pt x="39" y="4906"/>
                    <a:pt x="43" y="4902"/>
                  </a:cubicBezTo>
                  <a:lnTo>
                    <a:pt x="3995" y="2475"/>
                  </a:lnTo>
                  <a:cubicBezTo>
                    <a:pt x="4009" y="2461"/>
                    <a:pt x="4009" y="2447"/>
                    <a:pt x="3995" y="2434"/>
                  </a:cubicBezTo>
                  <a:lnTo>
                    <a:pt x="43" y="6"/>
                  </a:lnTo>
                  <a:cubicBezTo>
                    <a:pt x="39" y="3"/>
                    <a:pt x="35" y="1"/>
                    <a:pt x="30" y="1"/>
                  </a:cubicBezTo>
                  <a:close/>
                </a:path>
              </a:pathLst>
            </a:custGeom>
            <a:solidFill>
              <a:srgbClr val="E8EA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7" name="Google Shape;567;p34"/>
          <p:cNvSpPr txBox="1"/>
          <p:nvPr/>
        </p:nvSpPr>
        <p:spPr>
          <a:xfrm>
            <a:off x="7156900" y="1436193"/>
            <a:ext cx="6672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Metrophobic"/>
                <a:ea typeface="Metrophobic"/>
                <a:cs typeface="Metrophobic"/>
                <a:sym typeface="Metrophobic"/>
              </a:rPr>
              <a:t>Primary</a:t>
            </a:r>
            <a:endParaRPr sz="1000">
              <a:solidFill>
                <a:schemeClr val="accent1"/>
              </a:solidFill>
              <a:latin typeface="Metrophobic"/>
              <a:ea typeface="Metrophobic"/>
              <a:cs typeface="Metrophobic"/>
              <a:sym typeface="Metrophobic"/>
            </a:endParaRPr>
          </a:p>
        </p:txBody>
      </p:sp>
      <p:grpSp>
        <p:nvGrpSpPr>
          <p:cNvPr id="568" name="Google Shape;568;p34"/>
          <p:cNvGrpSpPr/>
          <p:nvPr/>
        </p:nvGrpSpPr>
        <p:grpSpPr>
          <a:xfrm>
            <a:off x="7889455" y="2465563"/>
            <a:ext cx="240229" cy="233993"/>
            <a:chOff x="5548725" y="1996100"/>
            <a:chExt cx="275650" cy="269950"/>
          </a:xfrm>
        </p:grpSpPr>
        <p:sp>
          <p:nvSpPr>
            <p:cNvPr id="569" name="Google Shape;569;p34"/>
            <p:cNvSpPr/>
            <p:nvPr/>
          </p:nvSpPr>
          <p:spPr>
            <a:xfrm>
              <a:off x="5548725" y="1996100"/>
              <a:ext cx="275650" cy="269950"/>
            </a:xfrm>
            <a:custGeom>
              <a:avLst/>
              <a:gdLst/>
              <a:ahLst/>
              <a:cxnLst/>
              <a:rect l="l" t="t" r="r" b="b"/>
              <a:pathLst>
                <a:path w="11026" h="10798" extrusionOk="0">
                  <a:moveTo>
                    <a:pt x="5503" y="1"/>
                  </a:moveTo>
                  <a:cubicBezTo>
                    <a:pt x="5435" y="1"/>
                    <a:pt x="5367" y="2"/>
                    <a:pt x="5298" y="4"/>
                  </a:cubicBezTo>
                  <a:cubicBezTo>
                    <a:pt x="2330" y="130"/>
                    <a:pt x="0" y="2639"/>
                    <a:pt x="126" y="5607"/>
                  </a:cubicBezTo>
                  <a:cubicBezTo>
                    <a:pt x="247" y="8521"/>
                    <a:pt x="2646" y="10798"/>
                    <a:pt x="5524" y="10798"/>
                  </a:cubicBezTo>
                  <a:cubicBezTo>
                    <a:pt x="5592" y="10798"/>
                    <a:pt x="5660" y="10796"/>
                    <a:pt x="5728" y="10794"/>
                  </a:cubicBezTo>
                  <a:cubicBezTo>
                    <a:pt x="8709" y="10670"/>
                    <a:pt x="11026" y="8159"/>
                    <a:pt x="10915" y="5191"/>
                  </a:cubicBezTo>
                  <a:cubicBezTo>
                    <a:pt x="10792" y="2279"/>
                    <a:pt x="8394" y="1"/>
                    <a:pt x="5503" y="1"/>
                  </a:cubicBezTo>
                  <a:close/>
                </a:path>
              </a:pathLst>
            </a:custGeom>
            <a:solidFill>
              <a:srgbClr val="FF6A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4"/>
            <p:cNvSpPr/>
            <p:nvPr/>
          </p:nvSpPr>
          <p:spPr>
            <a:xfrm>
              <a:off x="5652025" y="2075800"/>
              <a:ext cx="100250" cy="122700"/>
            </a:xfrm>
            <a:custGeom>
              <a:avLst/>
              <a:gdLst/>
              <a:ahLst/>
              <a:cxnLst/>
              <a:rect l="l" t="t" r="r" b="b"/>
              <a:pathLst>
                <a:path w="4010" h="4908" extrusionOk="0">
                  <a:moveTo>
                    <a:pt x="30" y="1"/>
                  </a:moveTo>
                  <a:cubicBezTo>
                    <a:pt x="16" y="1"/>
                    <a:pt x="1" y="14"/>
                    <a:pt x="1" y="34"/>
                  </a:cubicBezTo>
                  <a:lnTo>
                    <a:pt x="1" y="4874"/>
                  </a:lnTo>
                  <a:cubicBezTo>
                    <a:pt x="1" y="4895"/>
                    <a:pt x="16" y="4907"/>
                    <a:pt x="30" y="4907"/>
                  </a:cubicBezTo>
                  <a:cubicBezTo>
                    <a:pt x="35" y="4907"/>
                    <a:pt x="39" y="4906"/>
                    <a:pt x="43" y="4902"/>
                  </a:cubicBezTo>
                  <a:lnTo>
                    <a:pt x="3995" y="2475"/>
                  </a:lnTo>
                  <a:cubicBezTo>
                    <a:pt x="4009" y="2461"/>
                    <a:pt x="4009" y="2447"/>
                    <a:pt x="3995" y="2434"/>
                  </a:cubicBezTo>
                  <a:lnTo>
                    <a:pt x="43" y="6"/>
                  </a:lnTo>
                  <a:cubicBezTo>
                    <a:pt x="39" y="3"/>
                    <a:pt x="35" y="1"/>
                    <a:pt x="30" y="1"/>
                  </a:cubicBezTo>
                  <a:close/>
                </a:path>
              </a:pathLst>
            </a:custGeom>
            <a:solidFill>
              <a:srgbClr val="E8EA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1" name="Google Shape;571;p34"/>
          <p:cNvSpPr txBox="1"/>
          <p:nvPr/>
        </p:nvSpPr>
        <p:spPr>
          <a:xfrm>
            <a:off x="7156900" y="2509509"/>
            <a:ext cx="6672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Metrophobic"/>
                <a:ea typeface="Metrophobic"/>
                <a:cs typeface="Metrophobic"/>
                <a:sym typeface="Metrophobic"/>
              </a:rPr>
              <a:t>Compared</a:t>
            </a:r>
            <a:endParaRPr sz="1000">
              <a:solidFill>
                <a:schemeClr val="accent1"/>
              </a:solidFill>
              <a:latin typeface="Metrophobic"/>
              <a:ea typeface="Metrophobic"/>
              <a:cs typeface="Metrophobic"/>
              <a:sym typeface="Metrophobic"/>
            </a:endParaRPr>
          </a:p>
        </p:txBody>
      </p:sp>
      <p:grpSp>
        <p:nvGrpSpPr>
          <p:cNvPr id="572" name="Google Shape;572;p34"/>
          <p:cNvGrpSpPr/>
          <p:nvPr/>
        </p:nvGrpSpPr>
        <p:grpSpPr>
          <a:xfrm>
            <a:off x="7889455" y="3533225"/>
            <a:ext cx="240229" cy="233993"/>
            <a:chOff x="5548725" y="1996100"/>
            <a:chExt cx="275650" cy="269950"/>
          </a:xfrm>
        </p:grpSpPr>
        <p:sp>
          <p:nvSpPr>
            <p:cNvPr id="573" name="Google Shape;573;p34"/>
            <p:cNvSpPr/>
            <p:nvPr/>
          </p:nvSpPr>
          <p:spPr>
            <a:xfrm>
              <a:off x="5548725" y="1996100"/>
              <a:ext cx="275650" cy="269950"/>
            </a:xfrm>
            <a:custGeom>
              <a:avLst/>
              <a:gdLst/>
              <a:ahLst/>
              <a:cxnLst/>
              <a:rect l="l" t="t" r="r" b="b"/>
              <a:pathLst>
                <a:path w="11026" h="10798" extrusionOk="0">
                  <a:moveTo>
                    <a:pt x="5503" y="1"/>
                  </a:moveTo>
                  <a:cubicBezTo>
                    <a:pt x="5435" y="1"/>
                    <a:pt x="5367" y="2"/>
                    <a:pt x="5298" y="4"/>
                  </a:cubicBezTo>
                  <a:cubicBezTo>
                    <a:pt x="2330" y="130"/>
                    <a:pt x="0" y="2639"/>
                    <a:pt x="126" y="5607"/>
                  </a:cubicBezTo>
                  <a:cubicBezTo>
                    <a:pt x="247" y="8521"/>
                    <a:pt x="2646" y="10798"/>
                    <a:pt x="5524" y="10798"/>
                  </a:cubicBezTo>
                  <a:cubicBezTo>
                    <a:pt x="5592" y="10798"/>
                    <a:pt x="5660" y="10796"/>
                    <a:pt x="5728" y="10794"/>
                  </a:cubicBezTo>
                  <a:cubicBezTo>
                    <a:pt x="8709" y="10670"/>
                    <a:pt x="11026" y="8159"/>
                    <a:pt x="10915" y="5191"/>
                  </a:cubicBezTo>
                  <a:cubicBezTo>
                    <a:pt x="10792" y="2279"/>
                    <a:pt x="8394" y="1"/>
                    <a:pt x="5503" y="1"/>
                  </a:cubicBezTo>
                  <a:close/>
                </a:path>
              </a:pathLst>
            </a:custGeom>
            <a:solidFill>
              <a:srgbClr val="FF6A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4"/>
            <p:cNvSpPr/>
            <p:nvPr/>
          </p:nvSpPr>
          <p:spPr>
            <a:xfrm>
              <a:off x="5652025" y="2075800"/>
              <a:ext cx="100250" cy="122700"/>
            </a:xfrm>
            <a:custGeom>
              <a:avLst/>
              <a:gdLst/>
              <a:ahLst/>
              <a:cxnLst/>
              <a:rect l="l" t="t" r="r" b="b"/>
              <a:pathLst>
                <a:path w="4010" h="4908" extrusionOk="0">
                  <a:moveTo>
                    <a:pt x="30" y="1"/>
                  </a:moveTo>
                  <a:cubicBezTo>
                    <a:pt x="16" y="1"/>
                    <a:pt x="1" y="14"/>
                    <a:pt x="1" y="34"/>
                  </a:cubicBezTo>
                  <a:lnTo>
                    <a:pt x="1" y="4874"/>
                  </a:lnTo>
                  <a:cubicBezTo>
                    <a:pt x="1" y="4895"/>
                    <a:pt x="16" y="4907"/>
                    <a:pt x="30" y="4907"/>
                  </a:cubicBezTo>
                  <a:cubicBezTo>
                    <a:pt x="35" y="4907"/>
                    <a:pt x="39" y="4906"/>
                    <a:pt x="43" y="4902"/>
                  </a:cubicBezTo>
                  <a:lnTo>
                    <a:pt x="3995" y="2475"/>
                  </a:lnTo>
                  <a:cubicBezTo>
                    <a:pt x="4009" y="2461"/>
                    <a:pt x="4009" y="2447"/>
                    <a:pt x="3995" y="2434"/>
                  </a:cubicBezTo>
                  <a:lnTo>
                    <a:pt x="43" y="6"/>
                  </a:lnTo>
                  <a:cubicBezTo>
                    <a:pt x="39" y="3"/>
                    <a:pt x="35" y="1"/>
                    <a:pt x="30" y="1"/>
                  </a:cubicBezTo>
                  <a:close/>
                </a:path>
              </a:pathLst>
            </a:custGeom>
            <a:solidFill>
              <a:srgbClr val="E8EA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5" name="Google Shape;575;p34"/>
          <p:cNvSpPr txBox="1"/>
          <p:nvPr/>
        </p:nvSpPr>
        <p:spPr>
          <a:xfrm>
            <a:off x="7156900" y="3577169"/>
            <a:ext cx="6672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Metrophobic"/>
                <a:ea typeface="Metrophobic"/>
                <a:cs typeface="Metrophobic"/>
                <a:sym typeface="Metrophobic"/>
              </a:rPr>
              <a:t>Baseline</a:t>
            </a:r>
            <a:endParaRPr sz="1000">
              <a:solidFill>
                <a:schemeClr val="accent1"/>
              </a:solidFill>
              <a:latin typeface="Metrophobic"/>
              <a:ea typeface="Metrophobic"/>
              <a:cs typeface="Metrophobic"/>
              <a:sym typeface="Metrophobic"/>
            </a:endParaRPr>
          </a:p>
        </p:txBody>
      </p:sp>
      <p:grpSp>
        <p:nvGrpSpPr>
          <p:cNvPr id="576" name="Google Shape;576;p34"/>
          <p:cNvGrpSpPr/>
          <p:nvPr/>
        </p:nvGrpSpPr>
        <p:grpSpPr>
          <a:xfrm>
            <a:off x="2372888" y="3690869"/>
            <a:ext cx="461567" cy="451219"/>
            <a:chOff x="1039463" y="2686382"/>
            <a:chExt cx="461567" cy="451219"/>
          </a:xfrm>
        </p:grpSpPr>
        <p:sp>
          <p:nvSpPr>
            <p:cNvPr id="577" name="Google Shape;577;p34"/>
            <p:cNvSpPr/>
            <p:nvPr/>
          </p:nvSpPr>
          <p:spPr>
            <a:xfrm>
              <a:off x="1201491" y="2831054"/>
              <a:ext cx="138232" cy="162216"/>
            </a:xfrm>
            <a:custGeom>
              <a:avLst/>
              <a:gdLst/>
              <a:ahLst/>
              <a:cxnLst/>
              <a:rect l="l" t="t" r="r" b="b"/>
              <a:pathLst>
                <a:path w="2899" h="3402" extrusionOk="0">
                  <a:moveTo>
                    <a:pt x="1082" y="2265"/>
                  </a:moveTo>
                  <a:cubicBezTo>
                    <a:pt x="1289" y="2265"/>
                    <a:pt x="1443" y="2431"/>
                    <a:pt x="1443" y="2625"/>
                  </a:cubicBezTo>
                  <a:cubicBezTo>
                    <a:pt x="1443" y="2833"/>
                    <a:pt x="1304" y="3027"/>
                    <a:pt x="1082" y="3027"/>
                  </a:cubicBezTo>
                  <a:lnTo>
                    <a:pt x="735" y="3027"/>
                  </a:lnTo>
                  <a:cubicBezTo>
                    <a:pt x="541" y="3027"/>
                    <a:pt x="374" y="2860"/>
                    <a:pt x="374" y="2666"/>
                  </a:cubicBezTo>
                  <a:cubicBezTo>
                    <a:pt x="374" y="2459"/>
                    <a:pt x="513" y="2265"/>
                    <a:pt x="735" y="2265"/>
                  </a:cubicBezTo>
                  <a:close/>
                  <a:moveTo>
                    <a:pt x="1622" y="0"/>
                  </a:moveTo>
                  <a:cubicBezTo>
                    <a:pt x="1608" y="0"/>
                    <a:pt x="1595" y="1"/>
                    <a:pt x="1581" y="3"/>
                  </a:cubicBezTo>
                  <a:cubicBezTo>
                    <a:pt x="1498" y="31"/>
                    <a:pt x="1443" y="101"/>
                    <a:pt x="1443" y="198"/>
                  </a:cubicBezTo>
                  <a:lnTo>
                    <a:pt x="1443" y="2000"/>
                  </a:lnTo>
                  <a:cubicBezTo>
                    <a:pt x="1345" y="1932"/>
                    <a:pt x="1221" y="1904"/>
                    <a:pt x="1082" y="1904"/>
                  </a:cubicBezTo>
                  <a:lnTo>
                    <a:pt x="735" y="1904"/>
                  </a:lnTo>
                  <a:cubicBezTo>
                    <a:pt x="319" y="1904"/>
                    <a:pt x="0" y="2250"/>
                    <a:pt x="0" y="2666"/>
                  </a:cubicBezTo>
                  <a:cubicBezTo>
                    <a:pt x="0" y="3069"/>
                    <a:pt x="333" y="3402"/>
                    <a:pt x="735" y="3402"/>
                  </a:cubicBezTo>
                  <a:lnTo>
                    <a:pt x="1082" y="3402"/>
                  </a:lnTo>
                  <a:cubicBezTo>
                    <a:pt x="1511" y="3402"/>
                    <a:pt x="1816" y="3041"/>
                    <a:pt x="1816" y="2625"/>
                  </a:cubicBezTo>
                  <a:lnTo>
                    <a:pt x="1816" y="614"/>
                  </a:lnTo>
                  <a:cubicBezTo>
                    <a:pt x="1900" y="669"/>
                    <a:pt x="2011" y="725"/>
                    <a:pt x="2149" y="767"/>
                  </a:cubicBezTo>
                  <a:cubicBezTo>
                    <a:pt x="2441" y="863"/>
                    <a:pt x="2510" y="1072"/>
                    <a:pt x="2510" y="1072"/>
                  </a:cubicBezTo>
                  <a:lnTo>
                    <a:pt x="2524" y="1100"/>
                  </a:lnTo>
                  <a:cubicBezTo>
                    <a:pt x="2546" y="1177"/>
                    <a:pt x="2612" y="1219"/>
                    <a:pt x="2687" y="1219"/>
                  </a:cubicBezTo>
                  <a:cubicBezTo>
                    <a:pt x="2707" y="1219"/>
                    <a:pt x="2726" y="1216"/>
                    <a:pt x="2746" y="1211"/>
                  </a:cubicBezTo>
                  <a:cubicBezTo>
                    <a:pt x="2843" y="1183"/>
                    <a:pt x="2898" y="1085"/>
                    <a:pt x="2870" y="989"/>
                  </a:cubicBezTo>
                  <a:lnTo>
                    <a:pt x="2870" y="974"/>
                  </a:lnTo>
                  <a:cubicBezTo>
                    <a:pt x="2829" y="822"/>
                    <a:pt x="2649" y="530"/>
                    <a:pt x="2260" y="420"/>
                  </a:cubicBezTo>
                  <a:cubicBezTo>
                    <a:pt x="1927" y="309"/>
                    <a:pt x="1789" y="101"/>
                    <a:pt x="1789" y="87"/>
                  </a:cubicBezTo>
                  <a:cubicBezTo>
                    <a:pt x="1754" y="29"/>
                    <a:pt x="1690" y="0"/>
                    <a:pt x="16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4"/>
            <p:cNvSpPr/>
            <p:nvPr/>
          </p:nvSpPr>
          <p:spPr>
            <a:xfrm>
              <a:off x="1039463" y="2686382"/>
              <a:ext cx="461567" cy="451219"/>
            </a:xfrm>
            <a:custGeom>
              <a:avLst/>
              <a:gdLst/>
              <a:ahLst/>
              <a:cxnLst/>
              <a:rect l="l" t="t" r="r" b="b"/>
              <a:pathLst>
                <a:path w="9680" h="9463" extrusionOk="0">
                  <a:moveTo>
                    <a:pt x="1228" y="375"/>
                  </a:moveTo>
                  <a:cubicBezTo>
                    <a:pt x="1422" y="375"/>
                    <a:pt x="1616" y="445"/>
                    <a:pt x="1762" y="583"/>
                  </a:cubicBezTo>
                  <a:cubicBezTo>
                    <a:pt x="2053" y="874"/>
                    <a:pt x="2053" y="1360"/>
                    <a:pt x="1762" y="1651"/>
                  </a:cubicBezTo>
                  <a:cubicBezTo>
                    <a:pt x="1616" y="1797"/>
                    <a:pt x="1422" y="1869"/>
                    <a:pt x="1228" y="1869"/>
                  </a:cubicBezTo>
                  <a:cubicBezTo>
                    <a:pt x="1034" y="1869"/>
                    <a:pt x="839" y="1797"/>
                    <a:pt x="694" y="1651"/>
                  </a:cubicBezTo>
                  <a:cubicBezTo>
                    <a:pt x="403" y="1360"/>
                    <a:pt x="403" y="874"/>
                    <a:pt x="694" y="583"/>
                  </a:cubicBezTo>
                  <a:cubicBezTo>
                    <a:pt x="839" y="445"/>
                    <a:pt x="1034" y="375"/>
                    <a:pt x="1228" y="375"/>
                  </a:cubicBezTo>
                  <a:close/>
                  <a:moveTo>
                    <a:pt x="8453" y="375"/>
                  </a:moveTo>
                  <a:cubicBezTo>
                    <a:pt x="8647" y="375"/>
                    <a:pt x="8841" y="445"/>
                    <a:pt x="8987" y="583"/>
                  </a:cubicBezTo>
                  <a:cubicBezTo>
                    <a:pt x="9278" y="874"/>
                    <a:pt x="9278" y="1360"/>
                    <a:pt x="8987" y="1651"/>
                  </a:cubicBezTo>
                  <a:cubicBezTo>
                    <a:pt x="8841" y="1797"/>
                    <a:pt x="8647" y="1869"/>
                    <a:pt x="8453" y="1869"/>
                  </a:cubicBezTo>
                  <a:cubicBezTo>
                    <a:pt x="8259" y="1869"/>
                    <a:pt x="8065" y="1797"/>
                    <a:pt x="7919" y="1651"/>
                  </a:cubicBezTo>
                  <a:cubicBezTo>
                    <a:pt x="7627" y="1360"/>
                    <a:pt x="7627" y="874"/>
                    <a:pt x="7919" y="583"/>
                  </a:cubicBezTo>
                  <a:cubicBezTo>
                    <a:pt x="8065" y="445"/>
                    <a:pt x="8259" y="375"/>
                    <a:pt x="8453" y="375"/>
                  </a:cubicBezTo>
                  <a:close/>
                  <a:moveTo>
                    <a:pt x="1228" y="7590"/>
                  </a:moveTo>
                  <a:cubicBezTo>
                    <a:pt x="1422" y="7590"/>
                    <a:pt x="1616" y="7663"/>
                    <a:pt x="1762" y="7808"/>
                  </a:cubicBezTo>
                  <a:cubicBezTo>
                    <a:pt x="2053" y="8100"/>
                    <a:pt x="2053" y="8585"/>
                    <a:pt x="1762" y="8876"/>
                  </a:cubicBezTo>
                  <a:cubicBezTo>
                    <a:pt x="1616" y="9022"/>
                    <a:pt x="1422" y="9094"/>
                    <a:pt x="1228" y="9094"/>
                  </a:cubicBezTo>
                  <a:cubicBezTo>
                    <a:pt x="1034" y="9094"/>
                    <a:pt x="839" y="9022"/>
                    <a:pt x="694" y="8876"/>
                  </a:cubicBezTo>
                  <a:cubicBezTo>
                    <a:pt x="555" y="8738"/>
                    <a:pt x="472" y="8544"/>
                    <a:pt x="472" y="8349"/>
                  </a:cubicBezTo>
                  <a:cubicBezTo>
                    <a:pt x="472" y="8141"/>
                    <a:pt x="555" y="7961"/>
                    <a:pt x="694" y="7808"/>
                  </a:cubicBezTo>
                  <a:cubicBezTo>
                    <a:pt x="839" y="7663"/>
                    <a:pt x="1034" y="7590"/>
                    <a:pt x="1228" y="7590"/>
                  </a:cubicBezTo>
                  <a:close/>
                  <a:moveTo>
                    <a:pt x="8453" y="7590"/>
                  </a:moveTo>
                  <a:cubicBezTo>
                    <a:pt x="8647" y="7590"/>
                    <a:pt x="8841" y="7663"/>
                    <a:pt x="8987" y="7808"/>
                  </a:cubicBezTo>
                  <a:cubicBezTo>
                    <a:pt x="9278" y="8100"/>
                    <a:pt x="9278" y="8585"/>
                    <a:pt x="8987" y="8876"/>
                  </a:cubicBezTo>
                  <a:cubicBezTo>
                    <a:pt x="8841" y="9022"/>
                    <a:pt x="8647" y="9094"/>
                    <a:pt x="8453" y="9094"/>
                  </a:cubicBezTo>
                  <a:cubicBezTo>
                    <a:pt x="8259" y="9094"/>
                    <a:pt x="8065" y="9022"/>
                    <a:pt x="7919" y="8876"/>
                  </a:cubicBezTo>
                  <a:cubicBezTo>
                    <a:pt x="7627" y="8585"/>
                    <a:pt x="7627" y="8100"/>
                    <a:pt x="7919" y="7808"/>
                  </a:cubicBezTo>
                  <a:cubicBezTo>
                    <a:pt x="8065" y="7663"/>
                    <a:pt x="8259" y="7590"/>
                    <a:pt x="8453" y="7590"/>
                  </a:cubicBezTo>
                  <a:close/>
                  <a:moveTo>
                    <a:pt x="1228" y="1"/>
                  </a:moveTo>
                  <a:cubicBezTo>
                    <a:pt x="940" y="1"/>
                    <a:pt x="652" y="112"/>
                    <a:pt x="431" y="334"/>
                  </a:cubicBezTo>
                  <a:cubicBezTo>
                    <a:pt x="0" y="763"/>
                    <a:pt x="0" y="1484"/>
                    <a:pt x="431" y="1915"/>
                  </a:cubicBezTo>
                  <a:cubicBezTo>
                    <a:pt x="648" y="2132"/>
                    <a:pt x="939" y="2241"/>
                    <a:pt x="1228" y="2241"/>
                  </a:cubicBezTo>
                  <a:cubicBezTo>
                    <a:pt x="1456" y="2241"/>
                    <a:pt x="1683" y="2173"/>
                    <a:pt x="1873" y="2039"/>
                  </a:cubicBezTo>
                  <a:lnTo>
                    <a:pt x="2580" y="2732"/>
                  </a:lnTo>
                  <a:cubicBezTo>
                    <a:pt x="2524" y="2788"/>
                    <a:pt x="2483" y="2843"/>
                    <a:pt x="2441" y="2913"/>
                  </a:cubicBezTo>
                  <a:cubicBezTo>
                    <a:pt x="2039" y="3440"/>
                    <a:pt x="1817" y="4064"/>
                    <a:pt x="1817" y="4729"/>
                  </a:cubicBezTo>
                  <a:cubicBezTo>
                    <a:pt x="1817" y="5493"/>
                    <a:pt x="2108" y="6199"/>
                    <a:pt x="2580" y="6726"/>
                  </a:cubicBezTo>
                  <a:lnTo>
                    <a:pt x="1873" y="7434"/>
                  </a:lnTo>
                  <a:cubicBezTo>
                    <a:pt x="1682" y="7293"/>
                    <a:pt x="1457" y="7222"/>
                    <a:pt x="1230" y="7222"/>
                  </a:cubicBezTo>
                  <a:cubicBezTo>
                    <a:pt x="943" y="7222"/>
                    <a:pt x="655" y="7334"/>
                    <a:pt x="431" y="7558"/>
                  </a:cubicBezTo>
                  <a:cubicBezTo>
                    <a:pt x="0" y="7989"/>
                    <a:pt x="0" y="8696"/>
                    <a:pt x="431" y="9139"/>
                  </a:cubicBezTo>
                  <a:cubicBezTo>
                    <a:pt x="645" y="9355"/>
                    <a:pt x="933" y="9462"/>
                    <a:pt x="1222" y="9462"/>
                  </a:cubicBezTo>
                  <a:cubicBezTo>
                    <a:pt x="1512" y="9462"/>
                    <a:pt x="1803" y="9355"/>
                    <a:pt x="2025" y="9139"/>
                  </a:cubicBezTo>
                  <a:cubicBezTo>
                    <a:pt x="2400" y="8751"/>
                    <a:pt x="2455" y="8128"/>
                    <a:pt x="2136" y="7697"/>
                  </a:cubicBezTo>
                  <a:lnTo>
                    <a:pt x="2844" y="6990"/>
                  </a:lnTo>
                  <a:cubicBezTo>
                    <a:pt x="3371" y="7462"/>
                    <a:pt x="4077" y="7753"/>
                    <a:pt x="4841" y="7753"/>
                  </a:cubicBezTo>
                  <a:cubicBezTo>
                    <a:pt x="5603" y="7753"/>
                    <a:pt x="6311" y="7462"/>
                    <a:pt x="6838" y="6990"/>
                  </a:cubicBezTo>
                  <a:lnTo>
                    <a:pt x="7531" y="7697"/>
                  </a:lnTo>
                  <a:cubicBezTo>
                    <a:pt x="7226" y="8128"/>
                    <a:pt x="7267" y="8751"/>
                    <a:pt x="7655" y="9139"/>
                  </a:cubicBezTo>
                  <a:cubicBezTo>
                    <a:pt x="7870" y="9355"/>
                    <a:pt x="8158" y="9462"/>
                    <a:pt x="8448" y="9462"/>
                  </a:cubicBezTo>
                  <a:cubicBezTo>
                    <a:pt x="8737" y="9462"/>
                    <a:pt x="9029" y="9355"/>
                    <a:pt x="9251" y="9139"/>
                  </a:cubicBezTo>
                  <a:cubicBezTo>
                    <a:pt x="9680" y="8710"/>
                    <a:pt x="9680" y="7989"/>
                    <a:pt x="9251" y="7558"/>
                  </a:cubicBezTo>
                  <a:cubicBezTo>
                    <a:pt x="9026" y="7334"/>
                    <a:pt x="8737" y="7222"/>
                    <a:pt x="8448" y="7222"/>
                  </a:cubicBezTo>
                  <a:cubicBezTo>
                    <a:pt x="8219" y="7222"/>
                    <a:pt x="7990" y="7293"/>
                    <a:pt x="7794" y="7434"/>
                  </a:cubicBezTo>
                  <a:lnTo>
                    <a:pt x="7100" y="6726"/>
                  </a:lnTo>
                  <a:cubicBezTo>
                    <a:pt x="7572" y="6199"/>
                    <a:pt x="7849" y="5493"/>
                    <a:pt x="7849" y="4729"/>
                  </a:cubicBezTo>
                  <a:cubicBezTo>
                    <a:pt x="7849" y="4078"/>
                    <a:pt x="7642" y="3440"/>
                    <a:pt x="7254" y="2913"/>
                  </a:cubicBezTo>
                  <a:cubicBezTo>
                    <a:pt x="7198" y="2858"/>
                    <a:pt x="7156" y="2788"/>
                    <a:pt x="7100" y="2732"/>
                  </a:cubicBezTo>
                  <a:lnTo>
                    <a:pt x="7794" y="2039"/>
                  </a:lnTo>
                  <a:cubicBezTo>
                    <a:pt x="7989" y="2173"/>
                    <a:pt x="8220" y="2241"/>
                    <a:pt x="8450" y="2241"/>
                  </a:cubicBezTo>
                  <a:cubicBezTo>
                    <a:pt x="8742" y="2241"/>
                    <a:pt x="9033" y="2132"/>
                    <a:pt x="9251" y="1915"/>
                  </a:cubicBezTo>
                  <a:cubicBezTo>
                    <a:pt x="9680" y="1471"/>
                    <a:pt x="9680" y="763"/>
                    <a:pt x="9251" y="334"/>
                  </a:cubicBezTo>
                  <a:cubicBezTo>
                    <a:pt x="9029" y="112"/>
                    <a:pt x="8741" y="1"/>
                    <a:pt x="8453" y="1"/>
                  </a:cubicBezTo>
                  <a:cubicBezTo>
                    <a:pt x="8165" y="1"/>
                    <a:pt x="7877" y="112"/>
                    <a:pt x="7655" y="334"/>
                  </a:cubicBezTo>
                  <a:cubicBezTo>
                    <a:pt x="7281" y="708"/>
                    <a:pt x="7226" y="1332"/>
                    <a:pt x="7531" y="1776"/>
                  </a:cubicBezTo>
                  <a:lnTo>
                    <a:pt x="6838" y="2469"/>
                  </a:lnTo>
                  <a:cubicBezTo>
                    <a:pt x="6518" y="2192"/>
                    <a:pt x="6130" y="1970"/>
                    <a:pt x="5714" y="1845"/>
                  </a:cubicBezTo>
                  <a:cubicBezTo>
                    <a:pt x="5697" y="1840"/>
                    <a:pt x="5680" y="1838"/>
                    <a:pt x="5662" y="1838"/>
                  </a:cubicBezTo>
                  <a:cubicBezTo>
                    <a:pt x="5581" y="1838"/>
                    <a:pt x="5501" y="1890"/>
                    <a:pt x="5479" y="1970"/>
                  </a:cubicBezTo>
                  <a:cubicBezTo>
                    <a:pt x="5451" y="2067"/>
                    <a:pt x="5506" y="2164"/>
                    <a:pt x="5603" y="2192"/>
                  </a:cubicBezTo>
                  <a:cubicBezTo>
                    <a:pt x="6144" y="2358"/>
                    <a:pt x="6616" y="2691"/>
                    <a:pt x="6949" y="3135"/>
                  </a:cubicBezTo>
                  <a:cubicBezTo>
                    <a:pt x="7309" y="3607"/>
                    <a:pt x="7489" y="4147"/>
                    <a:pt x="7489" y="4729"/>
                  </a:cubicBezTo>
                  <a:cubicBezTo>
                    <a:pt x="7489" y="6199"/>
                    <a:pt x="6296" y="7379"/>
                    <a:pt x="4841" y="7379"/>
                  </a:cubicBezTo>
                  <a:cubicBezTo>
                    <a:pt x="3384" y="7379"/>
                    <a:pt x="2191" y="6199"/>
                    <a:pt x="2191" y="4729"/>
                  </a:cubicBezTo>
                  <a:cubicBezTo>
                    <a:pt x="2191" y="4147"/>
                    <a:pt x="2372" y="3592"/>
                    <a:pt x="2733" y="3135"/>
                  </a:cubicBezTo>
                  <a:cubicBezTo>
                    <a:pt x="3065" y="2677"/>
                    <a:pt x="3550" y="2344"/>
                    <a:pt x="4092" y="2192"/>
                  </a:cubicBezTo>
                  <a:cubicBezTo>
                    <a:pt x="4188" y="2164"/>
                    <a:pt x="4244" y="2067"/>
                    <a:pt x="4216" y="1956"/>
                  </a:cubicBezTo>
                  <a:cubicBezTo>
                    <a:pt x="4193" y="1876"/>
                    <a:pt x="4123" y="1824"/>
                    <a:pt x="4045" y="1824"/>
                  </a:cubicBezTo>
                  <a:cubicBezTo>
                    <a:pt x="4028" y="1824"/>
                    <a:pt x="4011" y="1827"/>
                    <a:pt x="3994" y="1832"/>
                  </a:cubicBezTo>
                  <a:cubicBezTo>
                    <a:pt x="3565" y="1956"/>
                    <a:pt x="3176" y="2178"/>
                    <a:pt x="2844" y="2469"/>
                  </a:cubicBezTo>
                  <a:lnTo>
                    <a:pt x="2136" y="1776"/>
                  </a:lnTo>
                  <a:cubicBezTo>
                    <a:pt x="2455" y="1332"/>
                    <a:pt x="2413" y="722"/>
                    <a:pt x="2025" y="334"/>
                  </a:cubicBezTo>
                  <a:cubicBezTo>
                    <a:pt x="1803" y="112"/>
                    <a:pt x="1515" y="1"/>
                    <a:pt x="1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4"/>
            <p:cNvSpPr/>
            <p:nvPr/>
          </p:nvSpPr>
          <p:spPr>
            <a:xfrm>
              <a:off x="1261000" y="2768207"/>
              <a:ext cx="19502" cy="17452"/>
            </a:xfrm>
            <a:custGeom>
              <a:avLst/>
              <a:gdLst/>
              <a:ahLst/>
              <a:cxnLst/>
              <a:rect l="l" t="t" r="r" b="b"/>
              <a:pathLst>
                <a:path w="409" h="366" extrusionOk="0">
                  <a:moveTo>
                    <a:pt x="200" y="1"/>
                  </a:moveTo>
                  <a:cubicBezTo>
                    <a:pt x="160" y="1"/>
                    <a:pt x="118" y="15"/>
                    <a:pt x="84" y="46"/>
                  </a:cubicBezTo>
                  <a:cubicBezTo>
                    <a:pt x="14" y="101"/>
                    <a:pt x="0" y="212"/>
                    <a:pt x="56" y="282"/>
                  </a:cubicBezTo>
                  <a:cubicBezTo>
                    <a:pt x="95" y="339"/>
                    <a:pt x="156" y="365"/>
                    <a:pt x="215" y="365"/>
                  </a:cubicBezTo>
                  <a:cubicBezTo>
                    <a:pt x="299" y="365"/>
                    <a:pt x="380" y="310"/>
                    <a:pt x="389" y="212"/>
                  </a:cubicBezTo>
                  <a:cubicBezTo>
                    <a:pt x="409" y="92"/>
                    <a:pt x="306" y="1"/>
                    <a:pt x="2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0" name="Google Shape;580;p34"/>
          <p:cNvGrpSpPr/>
          <p:nvPr/>
        </p:nvGrpSpPr>
        <p:grpSpPr>
          <a:xfrm>
            <a:off x="2378193" y="2676527"/>
            <a:ext cx="450981" cy="348899"/>
            <a:chOff x="1044755" y="2004602"/>
            <a:chExt cx="450981" cy="348899"/>
          </a:xfrm>
        </p:grpSpPr>
        <p:sp>
          <p:nvSpPr>
            <p:cNvPr id="581" name="Google Shape;581;p34"/>
            <p:cNvSpPr/>
            <p:nvPr/>
          </p:nvSpPr>
          <p:spPr>
            <a:xfrm>
              <a:off x="1044755" y="2004602"/>
              <a:ext cx="450981" cy="258630"/>
            </a:xfrm>
            <a:custGeom>
              <a:avLst/>
              <a:gdLst/>
              <a:ahLst/>
              <a:cxnLst/>
              <a:rect l="l" t="t" r="r" b="b"/>
              <a:pathLst>
                <a:path w="9458" h="5424" extrusionOk="0">
                  <a:moveTo>
                    <a:pt x="971" y="1498"/>
                  </a:moveTo>
                  <a:lnTo>
                    <a:pt x="971" y="3926"/>
                  </a:lnTo>
                  <a:lnTo>
                    <a:pt x="361" y="3926"/>
                  </a:lnTo>
                  <a:lnTo>
                    <a:pt x="361" y="1498"/>
                  </a:lnTo>
                  <a:close/>
                  <a:moveTo>
                    <a:pt x="9097" y="1498"/>
                  </a:moveTo>
                  <a:lnTo>
                    <a:pt x="9097" y="3926"/>
                  </a:lnTo>
                  <a:lnTo>
                    <a:pt x="8474" y="3926"/>
                  </a:lnTo>
                  <a:lnTo>
                    <a:pt x="8474" y="1498"/>
                  </a:lnTo>
                  <a:close/>
                  <a:moveTo>
                    <a:pt x="2011" y="916"/>
                  </a:moveTo>
                  <a:lnTo>
                    <a:pt x="2011" y="4521"/>
                  </a:lnTo>
                  <a:lnTo>
                    <a:pt x="1346" y="4521"/>
                  </a:lnTo>
                  <a:lnTo>
                    <a:pt x="1346" y="916"/>
                  </a:lnTo>
                  <a:close/>
                  <a:moveTo>
                    <a:pt x="8113" y="916"/>
                  </a:moveTo>
                  <a:lnTo>
                    <a:pt x="8113" y="4521"/>
                  </a:lnTo>
                  <a:lnTo>
                    <a:pt x="7433" y="4521"/>
                  </a:lnTo>
                  <a:lnTo>
                    <a:pt x="7433" y="916"/>
                  </a:lnTo>
                  <a:close/>
                  <a:moveTo>
                    <a:pt x="2206" y="0"/>
                  </a:moveTo>
                  <a:cubicBezTo>
                    <a:pt x="2095" y="0"/>
                    <a:pt x="2011" y="84"/>
                    <a:pt x="2011" y="195"/>
                  </a:cubicBezTo>
                  <a:lnTo>
                    <a:pt x="2011" y="542"/>
                  </a:lnTo>
                  <a:lnTo>
                    <a:pt x="1165" y="542"/>
                  </a:lnTo>
                  <a:cubicBezTo>
                    <a:pt x="1054" y="542"/>
                    <a:pt x="971" y="625"/>
                    <a:pt x="971" y="736"/>
                  </a:cubicBezTo>
                  <a:lnTo>
                    <a:pt x="971" y="1138"/>
                  </a:lnTo>
                  <a:lnTo>
                    <a:pt x="181" y="1138"/>
                  </a:lnTo>
                  <a:cubicBezTo>
                    <a:pt x="83" y="1138"/>
                    <a:pt x="0" y="1221"/>
                    <a:pt x="0" y="1318"/>
                  </a:cubicBezTo>
                  <a:lnTo>
                    <a:pt x="0" y="4105"/>
                  </a:lnTo>
                  <a:cubicBezTo>
                    <a:pt x="0" y="4216"/>
                    <a:pt x="83" y="4300"/>
                    <a:pt x="181" y="4300"/>
                  </a:cubicBezTo>
                  <a:lnTo>
                    <a:pt x="971" y="4300"/>
                  </a:lnTo>
                  <a:lnTo>
                    <a:pt x="971" y="4702"/>
                  </a:lnTo>
                  <a:cubicBezTo>
                    <a:pt x="971" y="4799"/>
                    <a:pt x="1054" y="4882"/>
                    <a:pt x="1165" y="4882"/>
                  </a:cubicBezTo>
                  <a:lnTo>
                    <a:pt x="2011" y="4882"/>
                  </a:lnTo>
                  <a:lnTo>
                    <a:pt x="2011" y="5243"/>
                  </a:lnTo>
                  <a:cubicBezTo>
                    <a:pt x="2011" y="5340"/>
                    <a:pt x="2095" y="5423"/>
                    <a:pt x="2206" y="5423"/>
                  </a:cubicBezTo>
                  <a:lnTo>
                    <a:pt x="7254" y="5423"/>
                  </a:lnTo>
                  <a:cubicBezTo>
                    <a:pt x="7350" y="5423"/>
                    <a:pt x="7433" y="5340"/>
                    <a:pt x="7433" y="5243"/>
                  </a:cubicBezTo>
                  <a:lnTo>
                    <a:pt x="7433" y="4882"/>
                  </a:lnTo>
                  <a:lnTo>
                    <a:pt x="8293" y="4882"/>
                  </a:lnTo>
                  <a:cubicBezTo>
                    <a:pt x="8391" y="4882"/>
                    <a:pt x="8474" y="4799"/>
                    <a:pt x="8474" y="4702"/>
                  </a:cubicBezTo>
                  <a:lnTo>
                    <a:pt x="8474" y="4300"/>
                  </a:lnTo>
                  <a:lnTo>
                    <a:pt x="9278" y="4300"/>
                  </a:lnTo>
                  <a:cubicBezTo>
                    <a:pt x="9375" y="4300"/>
                    <a:pt x="9458" y="4216"/>
                    <a:pt x="9458" y="4105"/>
                  </a:cubicBezTo>
                  <a:lnTo>
                    <a:pt x="9458" y="1318"/>
                  </a:lnTo>
                  <a:cubicBezTo>
                    <a:pt x="9458" y="1221"/>
                    <a:pt x="9375" y="1138"/>
                    <a:pt x="9278" y="1138"/>
                  </a:cubicBezTo>
                  <a:lnTo>
                    <a:pt x="8474" y="1138"/>
                  </a:lnTo>
                  <a:lnTo>
                    <a:pt x="8474" y="736"/>
                  </a:lnTo>
                  <a:cubicBezTo>
                    <a:pt x="8474" y="625"/>
                    <a:pt x="8391" y="542"/>
                    <a:pt x="8293" y="542"/>
                  </a:cubicBezTo>
                  <a:lnTo>
                    <a:pt x="7433" y="542"/>
                  </a:lnTo>
                  <a:lnTo>
                    <a:pt x="7433" y="195"/>
                  </a:lnTo>
                  <a:cubicBezTo>
                    <a:pt x="7433" y="84"/>
                    <a:pt x="7350" y="0"/>
                    <a:pt x="7254" y="0"/>
                  </a:cubicBezTo>
                  <a:lnTo>
                    <a:pt x="5534" y="0"/>
                  </a:lnTo>
                  <a:cubicBezTo>
                    <a:pt x="5436" y="0"/>
                    <a:pt x="5353" y="84"/>
                    <a:pt x="5353" y="195"/>
                  </a:cubicBezTo>
                  <a:cubicBezTo>
                    <a:pt x="5353" y="292"/>
                    <a:pt x="5436" y="375"/>
                    <a:pt x="5534" y="375"/>
                  </a:cubicBezTo>
                  <a:lnTo>
                    <a:pt x="7073" y="375"/>
                  </a:lnTo>
                  <a:lnTo>
                    <a:pt x="7073" y="5063"/>
                  </a:lnTo>
                  <a:lnTo>
                    <a:pt x="2385" y="5063"/>
                  </a:lnTo>
                  <a:lnTo>
                    <a:pt x="2385" y="375"/>
                  </a:lnTo>
                  <a:lnTo>
                    <a:pt x="3911" y="375"/>
                  </a:lnTo>
                  <a:cubicBezTo>
                    <a:pt x="4008" y="375"/>
                    <a:pt x="4092" y="292"/>
                    <a:pt x="4092" y="195"/>
                  </a:cubicBezTo>
                  <a:cubicBezTo>
                    <a:pt x="4092" y="84"/>
                    <a:pt x="4008" y="0"/>
                    <a:pt x="39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4"/>
            <p:cNvSpPr/>
            <p:nvPr/>
          </p:nvSpPr>
          <p:spPr>
            <a:xfrm>
              <a:off x="1184278" y="2045324"/>
              <a:ext cx="166030" cy="178237"/>
            </a:xfrm>
            <a:custGeom>
              <a:avLst/>
              <a:gdLst/>
              <a:ahLst/>
              <a:cxnLst/>
              <a:rect l="l" t="t" r="r" b="b"/>
              <a:pathLst>
                <a:path w="3482" h="3738" extrusionOk="0">
                  <a:moveTo>
                    <a:pt x="3120" y="437"/>
                  </a:moveTo>
                  <a:lnTo>
                    <a:pt x="3120" y="783"/>
                  </a:lnTo>
                  <a:lnTo>
                    <a:pt x="1595" y="1241"/>
                  </a:lnTo>
                  <a:lnTo>
                    <a:pt x="1595" y="866"/>
                  </a:lnTo>
                  <a:lnTo>
                    <a:pt x="3120" y="437"/>
                  </a:lnTo>
                  <a:close/>
                  <a:moveTo>
                    <a:pt x="2815" y="2406"/>
                  </a:moveTo>
                  <a:cubicBezTo>
                    <a:pt x="2982" y="2406"/>
                    <a:pt x="3120" y="2530"/>
                    <a:pt x="3120" y="2697"/>
                  </a:cubicBezTo>
                  <a:cubicBezTo>
                    <a:pt x="3120" y="2863"/>
                    <a:pt x="2982" y="2988"/>
                    <a:pt x="2815" y="2988"/>
                  </a:cubicBezTo>
                  <a:lnTo>
                    <a:pt x="2552" y="2988"/>
                  </a:lnTo>
                  <a:cubicBezTo>
                    <a:pt x="2399" y="2988"/>
                    <a:pt x="2261" y="2863"/>
                    <a:pt x="2261" y="2697"/>
                  </a:cubicBezTo>
                  <a:cubicBezTo>
                    <a:pt x="2261" y="2530"/>
                    <a:pt x="2399" y="2406"/>
                    <a:pt x="2552" y="2406"/>
                  </a:cubicBezTo>
                  <a:close/>
                  <a:moveTo>
                    <a:pt x="929" y="2780"/>
                  </a:moveTo>
                  <a:cubicBezTo>
                    <a:pt x="1096" y="2780"/>
                    <a:pt x="1221" y="2919"/>
                    <a:pt x="1221" y="3085"/>
                  </a:cubicBezTo>
                  <a:cubicBezTo>
                    <a:pt x="1221" y="3238"/>
                    <a:pt x="1096" y="3377"/>
                    <a:pt x="929" y="3377"/>
                  </a:cubicBezTo>
                  <a:lnTo>
                    <a:pt x="666" y="3377"/>
                  </a:lnTo>
                  <a:cubicBezTo>
                    <a:pt x="500" y="3377"/>
                    <a:pt x="375" y="3238"/>
                    <a:pt x="375" y="3085"/>
                  </a:cubicBezTo>
                  <a:cubicBezTo>
                    <a:pt x="375" y="2919"/>
                    <a:pt x="500" y="2780"/>
                    <a:pt x="666" y="2780"/>
                  </a:cubicBezTo>
                  <a:close/>
                  <a:moveTo>
                    <a:pt x="3290" y="1"/>
                  </a:moveTo>
                  <a:cubicBezTo>
                    <a:pt x="3275" y="1"/>
                    <a:pt x="3260" y="3"/>
                    <a:pt x="3246" y="6"/>
                  </a:cubicBezTo>
                  <a:lnTo>
                    <a:pt x="1360" y="561"/>
                  </a:lnTo>
                  <a:cubicBezTo>
                    <a:pt x="1277" y="575"/>
                    <a:pt x="1221" y="659"/>
                    <a:pt x="1221" y="727"/>
                  </a:cubicBezTo>
                  <a:lnTo>
                    <a:pt x="1221" y="2489"/>
                  </a:lnTo>
                  <a:cubicBezTo>
                    <a:pt x="1138" y="2434"/>
                    <a:pt x="1027" y="2419"/>
                    <a:pt x="929" y="2419"/>
                  </a:cubicBezTo>
                  <a:lnTo>
                    <a:pt x="666" y="2419"/>
                  </a:lnTo>
                  <a:cubicBezTo>
                    <a:pt x="291" y="2419"/>
                    <a:pt x="1" y="2711"/>
                    <a:pt x="1" y="3085"/>
                  </a:cubicBezTo>
                  <a:cubicBezTo>
                    <a:pt x="1" y="3446"/>
                    <a:pt x="291" y="3737"/>
                    <a:pt x="666" y="3737"/>
                  </a:cubicBezTo>
                  <a:lnTo>
                    <a:pt x="929" y="3737"/>
                  </a:lnTo>
                  <a:cubicBezTo>
                    <a:pt x="1290" y="3737"/>
                    <a:pt x="1595" y="3446"/>
                    <a:pt x="1595" y="3085"/>
                  </a:cubicBezTo>
                  <a:lnTo>
                    <a:pt x="1595" y="1629"/>
                  </a:lnTo>
                  <a:lnTo>
                    <a:pt x="3120" y="1171"/>
                  </a:lnTo>
                  <a:lnTo>
                    <a:pt x="3120" y="2101"/>
                  </a:lnTo>
                  <a:cubicBezTo>
                    <a:pt x="3024" y="2059"/>
                    <a:pt x="2926" y="2031"/>
                    <a:pt x="2815" y="2031"/>
                  </a:cubicBezTo>
                  <a:lnTo>
                    <a:pt x="2552" y="2031"/>
                  </a:lnTo>
                  <a:cubicBezTo>
                    <a:pt x="2192" y="2031"/>
                    <a:pt x="1887" y="2323"/>
                    <a:pt x="1887" y="2697"/>
                  </a:cubicBezTo>
                  <a:cubicBezTo>
                    <a:pt x="1887" y="3057"/>
                    <a:pt x="2192" y="3362"/>
                    <a:pt x="2552" y="3362"/>
                  </a:cubicBezTo>
                  <a:lnTo>
                    <a:pt x="2815" y="3362"/>
                  </a:lnTo>
                  <a:cubicBezTo>
                    <a:pt x="3190" y="3362"/>
                    <a:pt x="3481" y="3057"/>
                    <a:pt x="3481" y="2697"/>
                  </a:cubicBezTo>
                  <a:lnTo>
                    <a:pt x="3481" y="187"/>
                  </a:lnTo>
                  <a:cubicBezTo>
                    <a:pt x="3481" y="78"/>
                    <a:pt x="3387" y="1"/>
                    <a:pt x="32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4"/>
            <p:cNvSpPr/>
            <p:nvPr/>
          </p:nvSpPr>
          <p:spPr>
            <a:xfrm>
              <a:off x="1219993" y="2295233"/>
              <a:ext cx="99895" cy="58268"/>
            </a:xfrm>
            <a:custGeom>
              <a:avLst/>
              <a:gdLst/>
              <a:ahLst/>
              <a:cxnLst/>
              <a:rect l="l" t="t" r="r" b="b"/>
              <a:pathLst>
                <a:path w="2095" h="1222" extrusionOk="0">
                  <a:moveTo>
                    <a:pt x="1042" y="0"/>
                  </a:moveTo>
                  <a:cubicBezTo>
                    <a:pt x="995" y="0"/>
                    <a:pt x="950" y="21"/>
                    <a:pt x="916" y="63"/>
                  </a:cubicBezTo>
                  <a:lnTo>
                    <a:pt x="69" y="895"/>
                  </a:lnTo>
                  <a:cubicBezTo>
                    <a:pt x="1" y="978"/>
                    <a:pt x="1" y="1089"/>
                    <a:pt x="69" y="1159"/>
                  </a:cubicBezTo>
                  <a:cubicBezTo>
                    <a:pt x="104" y="1201"/>
                    <a:pt x="150" y="1221"/>
                    <a:pt x="196" y="1221"/>
                  </a:cubicBezTo>
                  <a:cubicBezTo>
                    <a:pt x="243" y="1221"/>
                    <a:pt x="292" y="1201"/>
                    <a:pt x="333" y="1159"/>
                  </a:cubicBezTo>
                  <a:lnTo>
                    <a:pt x="1040" y="451"/>
                  </a:lnTo>
                  <a:lnTo>
                    <a:pt x="1761" y="1159"/>
                  </a:lnTo>
                  <a:cubicBezTo>
                    <a:pt x="1789" y="1200"/>
                    <a:pt x="1844" y="1214"/>
                    <a:pt x="1887" y="1214"/>
                  </a:cubicBezTo>
                  <a:cubicBezTo>
                    <a:pt x="1942" y="1214"/>
                    <a:pt x="1983" y="1200"/>
                    <a:pt x="2025" y="1159"/>
                  </a:cubicBezTo>
                  <a:cubicBezTo>
                    <a:pt x="2094" y="1089"/>
                    <a:pt x="2094" y="978"/>
                    <a:pt x="2025" y="895"/>
                  </a:cubicBezTo>
                  <a:lnTo>
                    <a:pt x="1179" y="63"/>
                  </a:lnTo>
                  <a:cubicBezTo>
                    <a:pt x="1137" y="21"/>
                    <a:pt x="1089" y="0"/>
                    <a:pt x="10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4"/>
            <p:cNvSpPr/>
            <p:nvPr/>
          </p:nvSpPr>
          <p:spPr>
            <a:xfrm>
              <a:off x="1259522" y="2004745"/>
              <a:ext cx="20694" cy="17595"/>
            </a:xfrm>
            <a:custGeom>
              <a:avLst/>
              <a:gdLst/>
              <a:ahLst/>
              <a:cxnLst/>
              <a:rect l="l" t="t" r="r" b="b"/>
              <a:pathLst>
                <a:path w="434" h="369" extrusionOk="0">
                  <a:moveTo>
                    <a:pt x="228" y="1"/>
                  </a:moveTo>
                  <a:cubicBezTo>
                    <a:pt x="152" y="1"/>
                    <a:pt x="74" y="43"/>
                    <a:pt x="45" y="123"/>
                  </a:cubicBezTo>
                  <a:cubicBezTo>
                    <a:pt x="0" y="245"/>
                    <a:pt x="109" y="368"/>
                    <a:pt x="225" y="368"/>
                  </a:cubicBezTo>
                  <a:cubicBezTo>
                    <a:pt x="253" y="368"/>
                    <a:pt x="282" y="361"/>
                    <a:pt x="309" y="345"/>
                  </a:cubicBezTo>
                  <a:cubicBezTo>
                    <a:pt x="392" y="303"/>
                    <a:pt x="433" y="206"/>
                    <a:pt x="392" y="108"/>
                  </a:cubicBezTo>
                  <a:cubicBezTo>
                    <a:pt x="366" y="36"/>
                    <a:pt x="298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5" name="Google Shape;585;p34"/>
          <p:cNvGrpSpPr/>
          <p:nvPr/>
        </p:nvGrpSpPr>
        <p:grpSpPr>
          <a:xfrm>
            <a:off x="2377393" y="1573526"/>
            <a:ext cx="452564" cy="423897"/>
            <a:chOff x="1044755" y="1234226"/>
            <a:chExt cx="452564" cy="423897"/>
          </a:xfrm>
        </p:grpSpPr>
        <p:sp>
          <p:nvSpPr>
            <p:cNvPr id="586" name="Google Shape;586;p34"/>
            <p:cNvSpPr/>
            <p:nvPr/>
          </p:nvSpPr>
          <p:spPr>
            <a:xfrm>
              <a:off x="1044755" y="1234226"/>
              <a:ext cx="444401" cy="423897"/>
            </a:xfrm>
            <a:custGeom>
              <a:avLst/>
              <a:gdLst/>
              <a:ahLst/>
              <a:cxnLst/>
              <a:rect l="l" t="t" r="r" b="b"/>
              <a:pathLst>
                <a:path w="9320" h="8890" extrusionOk="0">
                  <a:moveTo>
                    <a:pt x="6671" y="375"/>
                  </a:moveTo>
                  <a:cubicBezTo>
                    <a:pt x="6948" y="375"/>
                    <a:pt x="7184" y="611"/>
                    <a:pt x="7184" y="888"/>
                  </a:cubicBezTo>
                  <a:lnTo>
                    <a:pt x="7184" y="1429"/>
                  </a:lnTo>
                  <a:lnTo>
                    <a:pt x="361" y="1429"/>
                  </a:lnTo>
                  <a:lnTo>
                    <a:pt x="361" y="888"/>
                  </a:lnTo>
                  <a:cubicBezTo>
                    <a:pt x="361" y="611"/>
                    <a:pt x="597" y="375"/>
                    <a:pt x="888" y="375"/>
                  </a:cubicBezTo>
                  <a:close/>
                  <a:moveTo>
                    <a:pt x="7184" y="1804"/>
                  </a:moveTo>
                  <a:lnTo>
                    <a:pt x="7184" y="4716"/>
                  </a:lnTo>
                  <a:cubicBezTo>
                    <a:pt x="6130" y="4812"/>
                    <a:pt x="5284" y="5728"/>
                    <a:pt x="5284" y="6796"/>
                  </a:cubicBezTo>
                  <a:cubicBezTo>
                    <a:pt x="5284" y="6935"/>
                    <a:pt x="5298" y="7059"/>
                    <a:pt x="5325" y="7198"/>
                  </a:cubicBezTo>
                  <a:lnTo>
                    <a:pt x="888" y="7198"/>
                  </a:lnTo>
                  <a:cubicBezTo>
                    <a:pt x="597" y="7198"/>
                    <a:pt x="361" y="6963"/>
                    <a:pt x="361" y="6671"/>
                  </a:cubicBezTo>
                  <a:lnTo>
                    <a:pt x="361" y="1804"/>
                  </a:lnTo>
                  <a:close/>
                  <a:moveTo>
                    <a:pt x="888" y="1"/>
                  </a:moveTo>
                  <a:cubicBezTo>
                    <a:pt x="388" y="1"/>
                    <a:pt x="0" y="402"/>
                    <a:pt x="0" y="888"/>
                  </a:cubicBezTo>
                  <a:lnTo>
                    <a:pt x="0" y="6671"/>
                  </a:lnTo>
                  <a:cubicBezTo>
                    <a:pt x="0" y="7170"/>
                    <a:pt x="388" y="7558"/>
                    <a:pt x="888" y="7558"/>
                  </a:cubicBezTo>
                  <a:lnTo>
                    <a:pt x="5436" y="7558"/>
                  </a:lnTo>
                  <a:cubicBezTo>
                    <a:pt x="5741" y="8335"/>
                    <a:pt x="6490" y="8890"/>
                    <a:pt x="7378" y="8890"/>
                  </a:cubicBezTo>
                  <a:cubicBezTo>
                    <a:pt x="8182" y="8890"/>
                    <a:pt x="8918" y="8418"/>
                    <a:pt x="9264" y="7684"/>
                  </a:cubicBezTo>
                  <a:cubicBezTo>
                    <a:pt x="9306" y="7600"/>
                    <a:pt x="9264" y="7490"/>
                    <a:pt x="9181" y="7434"/>
                  </a:cubicBezTo>
                  <a:cubicBezTo>
                    <a:pt x="9155" y="7423"/>
                    <a:pt x="9129" y="7418"/>
                    <a:pt x="9103" y="7418"/>
                  </a:cubicBezTo>
                  <a:cubicBezTo>
                    <a:pt x="9031" y="7418"/>
                    <a:pt x="8962" y="7459"/>
                    <a:pt x="8931" y="7531"/>
                  </a:cubicBezTo>
                  <a:cubicBezTo>
                    <a:pt x="8640" y="8127"/>
                    <a:pt x="8030" y="8516"/>
                    <a:pt x="7378" y="8516"/>
                  </a:cubicBezTo>
                  <a:cubicBezTo>
                    <a:pt x="6435" y="8516"/>
                    <a:pt x="5658" y="7739"/>
                    <a:pt x="5658" y="6796"/>
                  </a:cubicBezTo>
                  <a:cubicBezTo>
                    <a:pt x="5658" y="5853"/>
                    <a:pt x="6435" y="5090"/>
                    <a:pt x="7378" y="5076"/>
                  </a:cubicBezTo>
                  <a:cubicBezTo>
                    <a:pt x="8043" y="5076"/>
                    <a:pt x="8668" y="5478"/>
                    <a:pt x="8945" y="6088"/>
                  </a:cubicBezTo>
                  <a:cubicBezTo>
                    <a:pt x="8976" y="6160"/>
                    <a:pt x="9044" y="6202"/>
                    <a:pt x="9112" y="6202"/>
                  </a:cubicBezTo>
                  <a:cubicBezTo>
                    <a:pt x="9135" y="6202"/>
                    <a:pt x="9159" y="6197"/>
                    <a:pt x="9181" y="6186"/>
                  </a:cubicBezTo>
                  <a:cubicBezTo>
                    <a:pt x="9278" y="6144"/>
                    <a:pt x="9319" y="6033"/>
                    <a:pt x="9278" y="5950"/>
                  </a:cubicBezTo>
                  <a:cubicBezTo>
                    <a:pt x="8973" y="5256"/>
                    <a:pt x="8308" y="4785"/>
                    <a:pt x="7559" y="4716"/>
                  </a:cubicBezTo>
                  <a:lnTo>
                    <a:pt x="7559" y="888"/>
                  </a:lnTo>
                  <a:cubicBezTo>
                    <a:pt x="7559" y="402"/>
                    <a:pt x="7156" y="1"/>
                    <a:pt x="66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4"/>
            <p:cNvSpPr/>
            <p:nvPr/>
          </p:nvSpPr>
          <p:spPr>
            <a:xfrm>
              <a:off x="1084428" y="1268415"/>
              <a:ext cx="19550" cy="17452"/>
            </a:xfrm>
            <a:custGeom>
              <a:avLst/>
              <a:gdLst/>
              <a:ahLst/>
              <a:cxnLst/>
              <a:rect l="l" t="t" r="r" b="b"/>
              <a:pathLst>
                <a:path w="410" h="366" extrusionOk="0">
                  <a:moveTo>
                    <a:pt x="204" y="0"/>
                  </a:moveTo>
                  <a:cubicBezTo>
                    <a:pt x="172" y="0"/>
                    <a:pt x="140" y="10"/>
                    <a:pt x="111" y="33"/>
                  </a:cubicBezTo>
                  <a:cubicBezTo>
                    <a:pt x="28" y="74"/>
                    <a:pt x="0" y="171"/>
                    <a:pt x="28" y="255"/>
                  </a:cubicBezTo>
                  <a:cubicBezTo>
                    <a:pt x="56" y="323"/>
                    <a:pt x="139" y="365"/>
                    <a:pt x="209" y="365"/>
                  </a:cubicBezTo>
                  <a:cubicBezTo>
                    <a:pt x="292" y="365"/>
                    <a:pt x="361" y="310"/>
                    <a:pt x="388" y="227"/>
                  </a:cubicBezTo>
                  <a:cubicBezTo>
                    <a:pt x="410" y="109"/>
                    <a:pt x="309" y="0"/>
                    <a:pt x="2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4"/>
            <p:cNvSpPr/>
            <p:nvPr/>
          </p:nvSpPr>
          <p:spPr>
            <a:xfrm>
              <a:off x="1118140" y="1268510"/>
              <a:ext cx="20551" cy="17452"/>
            </a:xfrm>
            <a:custGeom>
              <a:avLst/>
              <a:gdLst/>
              <a:ahLst/>
              <a:cxnLst/>
              <a:rect l="l" t="t" r="r" b="b"/>
              <a:pathLst>
                <a:path w="431" h="366" extrusionOk="0">
                  <a:moveTo>
                    <a:pt x="217" y="0"/>
                  </a:moveTo>
                  <a:cubicBezTo>
                    <a:pt x="191" y="0"/>
                    <a:pt x="165" y="6"/>
                    <a:pt x="140" y="16"/>
                  </a:cubicBezTo>
                  <a:cubicBezTo>
                    <a:pt x="56" y="44"/>
                    <a:pt x="1" y="155"/>
                    <a:pt x="42" y="253"/>
                  </a:cubicBezTo>
                  <a:cubicBezTo>
                    <a:pt x="73" y="324"/>
                    <a:pt x="142" y="365"/>
                    <a:pt x="214" y="365"/>
                  </a:cubicBezTo>
                  <a:cubicBezTo>
                    <a:pt x="240" y="365"/>
                    <a:pt x="266" y="360"/>
                    <a:pt x="292" y="349"/>
                  </a:cubicBezTo>
                  <a:cubicBezTo>
                    <a:pt x="375" y="308"/>
                    <a:pt x="430" y="210"/>
                    <a:pt x="389" y="114"/>
                  </a:cubicBezTo>
                  <a:cubicBezTo>
                    <a:pt x="358" y="42"/>
                    <a:pt x="289" y="0"/>
                    <a:pt x="2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4"/>
            <p:cNvSpPr/>
            <p:nvPr/>
          </p:nvSpPr>
          <p:spPr>
            <a:xfrm>
              <a:off x="1104932" y="1429204"/>
              <a:ext cx="20503" cy="17452"/>
            </a:xfrm>
            <a:custGeom>
              <a:avLst/>
              <a:gdLst/>
              <a:ahLst/>
              <a:cxnLst/>
              <a:rect l="l" t="t" r="r" b="b"/>
              <a:pathLst>
                <a:path w="430" h="366" extrusionOk="0">
                  <a:moveTo>
                    <a:pt x="217" y="0"/>
                  </a:moveTo>
                  <a:cubicBezTo>
                    <a:pt x="191" y="0"/>
                    <a:pt x="165" y="6"/>
                    <a:pt x="139" y="17"/>
                  </a:cubicBezTo>
                  <a:cubicBezTo>
                    <a:pt x="56" y="58"/>
                    <a:pt x="1" y="155"/>
                    <a:pt x="42" y="252"/>
                  </a:cubicBezTo>
                  <a:cubicBezTo>
                    <a:pt x="73" y="324"/>
                    <a:pt x="142" y="365"/>
                    <a:pt x="214" y="365"/>
                  </a:cubicBezTo>
                  <a:cubicBezTo>
                    <a:pt x="240" y="365"/>
                    <a:pt x="266" y="360"/>
                    <a:pt x="291" y="350"/>
                  </a:cubicBezTo>
                  <a:cubicBezTo>
                    <a:pt x="374" y="322"/>
                    <a:pt x="430" y="211"/>
                    <a:pt x="389" y="113"/>
                  </a:cubicBezTo>
                  <a:cubicBezTo>
                    <a:pt x="358" y="42"/>
                    <a:pt x="289" y="0"/>
                    <a:pt x="2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4"/>
            <p:cNvSpPr/>
            <p:nvPr/>
          </p:nvSpPr>
          <p:spPr>
            <a:xfrm>
              <a:off x="1319174" y="1429204"/>
              <a:ext cx="19884" cy="17452"/>
            </a:xfrm>
            <a:custGeom>
              <a:avLst/>
              <a:gdLst/>
              <a:ahLst/>
              <a:cxnLst/>
              <a:rect l="l" t="t" r="r" b="b"/>
              <a:pathLst>
                <a:path w="417" h="366" extrusionOk="0">
                  <a:moveTo>
                    <a:pt x="215" y="0"/>
                  </a:moveTo>
                  <a:cubicBezTo>
                    <a:pt x="190" y="0"/>
                    <a:pt x="165" y="6"/>
                    <a:pt x="139" y="17"/>
                  </a:cubicBezTo>
                  <a:cubicBezTo>
                    <a:pt x="42" y="58"/>
                    <a:pt x="1" y="155"/>
                    <a:pt x="42" y="252"/>
                  </a:cubicBezTo>
                  <a:cubicBezTo>
                    <a:pt x="62" y="324"/>
                    <a:pt x="128" y="365"/>
                    <a:pt x="201" y="365"/>
                  </a:cubicBezTo>
                  <a:cubicBezTo>
                    <a:pt x="226" y="365"/>
                    <a:pt x="253" y="360"/>
                    <a:pt x="278" y="350"/>
                  </a:cubicBezTo>
                  <a:cubicBezTo>
                    <a:pt x="375" y="322"/>
                    <a:pt x="417" y="211"/>
                    <a:pt x="375" y="113"/>
                  </a:cubicBezTo>
                  <a:cubicBezTo>
                    <a:pt x="344" y="42"/>
                    <a:pt x="283" y="0"/>
                    <a:pt x="2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4"/>
            <p:cNvSpPr/>
            <p:nvPr/>
          </p:nvSpPr>
          <p:spPr>
            <a:xfrm>
              <a:off x="1177697" y="1410751"/>
              <a:ext cx="17833" cy="52975"/>
            </a:xfrm>
            <a:custGeom>
              <a:avLst/>
              <a:gdLst/>
              <a:ahLst/>
              <a:cxnLst/>
              <a:rect l="l" t="t" r="r" b="b"/>
              <a:pathLst>
                <a:path w="374" h="1111" extrusionOk="0">
                  <a:moveTo>
                    <a:pt x="180" y="1"/>
                  </a:moveTo>
                  <a:cubicBezTo>
                    <a:pt x="83" y="1"/>
                    <a:pt x="0" y="84"/>
                    <a:pt x="0" y="195"/>
                  </a:cubicBezTo>
                  <a:lnTo>
                    <a:pt x="0" y="916"/>
                  </a:lnTo>
                  <a:cubicBezTo>
                    <a:pt x="0" y="1027"/>
                    <a:pt x="83" y="1110"/>
                    <a:pt x="180" y="1110"/>
                  </a:cubicBezTo>
                  <a:cubicBezTo>
                    <a:pt x="291" y="1110"/>
                    <a:pt x="374" y="1027"/>
                    <a:pt x="374" y="916"/>
                  </a:cubicBezTo>
                  <a:lnTo>
                    <a:pt x="374" y="195"/>
                  </a:lnTo>
                  <a:cubicBezTo>
                    <a:pt x="374" y="84"/>
                    <a:pt x="291" y="1"/>
                    <a:pt x="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4"/>
            <p:cNvSpPr/>
            <p:nvPr/>
          </p:nvSpPr>
          <p:spPr>
            <a:xfrm>
              <a:off x="1141982" y="1392965"/>
              <a:ext cx="17881" cy="89977"/>
            </a:xfrm>
            <a:custGeom>
              <a:avLst/>
              <a:gdLst/>
              <a:ahLst/>
              <a:cxnLst/>
              <a:rect l="l" t="t" r="r" b="b"/>
              <a:pathLst>
                <a:path w="375" h="1887" extrusionOk="0">
                  <a:moveTo>
                    <a:pt x="180" y="0"/>
                  </a:moveTo>
                  <a:cubicBezTo>
                    <a:pt x="83" y="0"/>
                    <a:pt x="0" y="83"/>
                    <a:pt x="0" y="180"/>
                  </a:cubicBezTo>
                  <a:lnTo>
                    <a:pt x="0" y="1692"/>
                  </a:lnTo>
                  <a:cubicBezTo>
                    <a:pt x="0" y="1803"/>
                    <a:pt x="83" y="1886"/>
                    <a:pt x="180" y="1886"/>
                  </a:cubicBezTo>
                  <a:cubicBezTo>
                    <a:pt x="291" y="1886"/>
                    <a:pt x="374" y="1803"/>
                    <a:pt x="374" y="1692"/>
                  </a:cubicBezTo>
                  <a:lnTo>
                    <a:pt x="374" y="180"/>
                  </a:lnTo>
                  <a:cubicBezTo>
                    <a:pt x="374" y="83"/>
                    <a:pt x="291" y="0"/>
                    <a:pt x="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4"/>
            <p:cNvSpPr/>
            <p:nvPr/>
          </p:nvSpPr>
          <p:spPr>
            <a:xfrm>
              <a:off x="1213365" y="1365785"/>
              <a:ext cx="17881" cy="138947"/>
            </a:xfrm>
            <a:custGeom>
              <a:avLst/>
              <a:gdLst/>
              <a:ahLst/>
              <a:cxnLst/>
              <a:rect l="l" t="t" r="r" b="b"/>
              <a:pathLst>
                <a:path w="375" h="2914" extrusionOk="0">
                  <a:moveTo>
                    <a:pt x="181" y="1"/>
                  </a:moveTo>
                  <a:cubicBezTo>
                    <a:pt x="84" y="1"/>
                    <a:pt x="1" y="84"/>
                    <a:pt x="1" y="182"/>
                  </a:cubicBezTo>
                  <a:lnTo>
                    <a:pt x="1" y="2734"/>
                  </a:lnTo>
                  <a:cubicBezTo>
                    <a:pt x="1" y="2830"/>
                    <a:pt x="84" y="2913"/>
                    <a:pt x="181" y="2913"/>
                  </a:cubicBezTo>
                  <a:cubicBezTo>
                    <a:pt x="292" y="2913"/>
                    <a:pt x="375" y="2830"/>
                    <a:pt x="375" y="2734"/>
                  </a:cubicBezTo>
                  <a:lnTo>
                    <a:pt x="375" y="182"/>
                  </a:lnTo>
                  <a:cubicBezTo>
                    <a:pt x="375" y="84"/>
                    <a:pt x="292" y="1"/>
                    <a:pt x="1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4"/>
            <p:cNvSpPr/>
            <p:nvPr/>
          </p:nvSpPr>
          <p:spPr>
            <a:xfrm>
              <a:off x="1284795" y="1418094"/>
              <a:ext cx="17261" cy="38384"/>
            </a:xfrm>
            <a:custGeom>
              <a:avLst/>
              <a:gdLst/>
              <a:ahLst/>
              <a:cxnLst/>
              <a:rect l="l" t="t" r="r" b="b"/>
              <a:pathLst>
                <a:path w="362" h="805" extrusionOk="0">
                  <a:moveTo>
                    <a:pt x="180" y="0"/>
                  </a:moveTo>
                  <a:cubicBezTo>
                    <a:pt x="84" y="0"/>
                    <a:pt x="1" y="83"/>
                    <a:pt x="1" y="180"/>
                  </a:cubicBezTo>
                  <a:lnTo>
                    <a:pt x="1" y="624"/>
                  </a:lnTo>
                  <a:cubicBezTo>
                    <a:pt x="1" y="721"/>
                    <a:pt x="84" y="804"/>
                    <a:pt x="180" y="804"/>
                  </a:cubicBezTo>
                  <a:cubicBezTo>
                    <a:pt x="278" y="804"/>
                    <a:pt x="361" y="721"/>
                    <a:pt x="361" y="624"/>
                  </a:cubicBezTo>
                  <a:lnTo>
                    <a:pt x="361" y="180"/>
                  </a:lnTo>
                  <a:cubicBezTo>
                    <a:pt x="361" y="83"/>
                    <a:pt x="278" y="0"/>
                    <a:pt x="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4"/>
            <p:cNvSpPr/>
            <p:nvPr/>
          </p:nvSpPr>
          <p:spPr>
            <a:xfrm>
              <a:off x="1249080" y="1414756"/>
              <a:ext cx="17261" cy="52928"/>
            </a:xfrm>
            <a:custGeom>
              <a:avLst/>
              <a:gdLst/>
              <a:ahLst/>
              <a:cxnLst/>
              <a:rect l="l" t="t" r="r" b="b"/>
              <a:pathLst>
                <a:path w="362" h="1110" extrusionOk="0">
                  <a:moveTo>
                    <a:pt x="181" y="0"/>
                  </a:moveTo>
                  <a:cubicBezTo>
                    <a:pt x="84" y="0"/>
                    <a:pt x="1" y="83"/>
                    <a:pt x="1" y="181"/>
                  </a:cubicBezTo>
                  <a:lnTo>
                    <a:pt x="1" y="930"/>
                  </a:lnTo>
                  <a:cubicBezTo>
                    <a:pt x="1" y="1026"/>
                    <a:pt x="84" y="1110"/>
                    <a:pt x="181" y="1110"/>
                  </a:cubicBezTo>
                  <a:cubicBezTo>
                    <a:pt x="278" y="1110"/>
                    <a:pt x="361" y="1026"/>
                    <a:pt x="361" y="930"/>
                  </a:cubicBezTo>
                  <a:lnTo>
                    <a:pt x="361" y="181"/>
                  </a:lnTo>
                  <a:cubicBezTo>
                    <a:pt x="361" y="83"/>
                    <a:pt x="278" y="0"/>
                    <a:pt x="1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4"/>
            <p:cNvSpPr/>
            <p:nvPr/>
          </p:nvSpPr>
          <p:spPr>
            <a:xfrm>
              <a:off x="1344971" y="1493291"/>
              <a:ext cx="106523" cy="123212"/>
            </a:xfrm>
            <a:custGeom>
              <a:avLst/>
              <a:gdLst/>
              <a:ahLst/>
              <a:cxnLst/>
              <a:rect l="l" t="t" r="r" b="b"/>
              <a:pathLst>
                <a:path w="2234" h="2584" extrusionOk="0">
                  <a:moveTo>
                    <a:pt x="832" y="1751"/>
                  </a:moveTo>
                  <a:cubicBezTo>
                    <a:pt x="958" y="1751"/>
                    <a:pt x="1054" y="1862"/>
                    <a:pt x="1054" y="1987"/>
                  </a:cubicBezTo>
                  <a:cubicBezTo>
                    <a:pt x="1054" y="2112"/>
                    <a:pt x="958" y="2209"/>
                    <a:pt x="832" y="2209"/>
                  </a:cubicBezTo>
                  <a:lnTo>
                    <a:pt x="597" y="2209"/>
                  </a:lnTo>
                  <a:cubicBezTo>
                    <a:pt x="472" y="2209"/>
                    <a:pt x="375" y="2112"/>
                    <a:pt x="375" y="1987"/>
                  </a:cubicBezTo>
                  <a:cubicBezTo>
                    <a:pt x="375" y="1862"/>
                    <a:pt x="472" y="1751"/>
                    <a:pt x="597" y="1751"/>
                  </a:cubicBezTo>
                  <a:close/>
                  <a:moveTo>
                    <a:pt x="1235" y="0"/>
                  </a:moveTo>
                  <a:cubicBezTo>
                    <a:pt x="1221" y="0"/>
                    <a:pt x="1207" y="2"/>
                    <a:pt x="1193" y="4"/>
                  </a:cubicBezTo>
                  <a:cubicBezTo>
                    <a:pt x="1110" y="32"/>
                    <a:pt x="1054" y="101"/>
                    <a:pt x="1054" y="184"/>
                  </a:cubicBezTo>
                  <a:lnTo>
                    <a:pt x="1054" y="1432"/>
                  </a:lnTo>
                  <a:cubicBezTo>
                    <a:pt x="985" y="1404"/>
                    <a:pt x="902" y="1391"/>
                    <a:pt x="832" y="1391"/>
                  </a:cubicBezTo>
                  <a:lnTo>
                    <a:pt x="610" y="1391"/>
                  </a:lnTo>
                  <a:cubicBezTo>
                    <a:pt x="277" y="1391"/>
                    <a:pt x="0" y="1668"/>
                    <a:pt x="0" y="2001"/>
                  </a:cubicBezTo>
                  <a:cubicBezTo>
                    <a:pt x="15" y="2319"/>
                    <a:pt x="277" y="2583"/>
                    <a:pt x="597" y="2583"/>
                  </a:cubicBezTo>
                  <a:lnTo>
                    <a:pt x="832" y="2583"/>
                  </a:lnTo>
                  <a:cubicBezTo>
                    <a:pt x="1152" y="2583"/>
                    <a:pt x="1429" y="2319"/>
                    <a:pt x="1429" y="1987"/>
                  </a:cubicBezTo>
                  <a:lnTo>
                    <a:pt x="1429" y="586"/>
                  </a:lnTo>
                  <a:cubicBezTo>
                    <a:pt x="1470" y="614"/>
                    <a:pt x="1540" y="642"/>
                    <a:pt x="1595" y="655"/>
                  </a:cubicBezTo>
                  <a:cubicBezTo>
                    <a:pt x="1790" y="711"/>
                    <a:pt x="1831" y="849"/>
                    <a:pt x="1831" y="849"/>
                  </a:cubicBezTo>
                  <a:cubicBezTo>
                    <a:pt x="1831" y="849"/>
                    <a:pt x="1845" y="864"/>
                    <a:pt x="1845" y="877"/>
                  </a:cubicBezTo>
                  <a:cubicBezTo>
                    <a:pt x="1879" y="946"/>
                    <a:pt x="1951" y="995"/>
                    <a:pt x="2022" y="995"/>
                  </a:cubicBezTo>
                  <a:cubicBezTo>
                    <a:pt x="2037" y="995"/>
                    <a:pt x="2052" y="993"/>
                    <a:pt x="2067" y="988"/>
                  </a:cubicBezTo>
                  <a:cubicBezTo>
                    <a:pt x="2178" y="947"/>
                    <a:pt x="2233" y="849"/>
                    <a:pt x="2191" y="753"/>
                  </a:cubicBezTo>
                  <a:cubicBezTo>
                    <a:pt x="2163" y="628"/>
                    <a:pt x="2025" y="406"/>
                    <a:pt x="1706" y="309"/>
                  </a:cubicBezTo>
                  <a:cubicBezTo>
                    <a:pt x="1498" y="239"/>
                    <a:pt x="1415" y="101"/>
                    <a:pt x="1401" y="87"/>
                  </a:cubicBezTo>
                  <a:cubicBezTo>
                    <a:pt x="1366" y="29"/>
                    <a:pt x="1303" y="0"/>
                    <a:pt x="123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4"/>
            <p:cNvSpPr/>
            <p:nvPr/>
          </p:nvSpPr>
          <p:spPr>
            <a:xfrm>
              <a:off x="1477913" y="1549557"/>
              <a:ext cx="19407" cy="17547"/>
            </a:xfrm>
            <a:custGeom>
              <a:avLst/>
              <a:gdLst/>
              <a:ahLst/>
              <a:cxnLst/>
              <a:rect l="l" t="t" r="r" b="b"/>
              <a:pathLst>
                <a:path w="407" h="368" extrusionOk="0">
                  <a:moveTo>
                    <a:pt x="181" y="0"/>
                  </a:moveTo>
                  <a:cubicBezTo>
                    <a:pt x="171" y="0"/>
                    <a:pt x="162" y="1"/>
                    <a:pt x="152" y="2"/>
                  </a:cubicBezTo>
                  <a:cubicBezTo>
                    <a:pt x="83" y="17"/>
                    <a:pt x="13" y="85"/>
                    <a:pt x="13" y="169"/>
                  </a:cubicBezTo>
                  <a:cubicBezTo>
                    <a:pt x="0" y="239"/>
                    <a:pt x="41" y="322"/>
                    <a:pt x="111" y="350"/>
                  </a:cubicBezTo>
                  <a:cubicBezTo>
                    <a:pt x="136" y="362"/>
                    <a:pt x="162" y="368"/>
                    <a:pt x="188" y="368"/>
                  </a:cubicBezTo>
                  <a:cubicBezTo>
                    <a:pt x="303" y="368"/>
                    <a:pt x="406" y="252"/>
                    <a:pt x="361" y="128"/>
                  </a:cubicBezTo>
                  <a:cubicBezTo>
                    <a:pt x="336" y="53"/>
                    <a:pt x="266" y="0"/>
                    <a:pt x="1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41"/>
          <p:cNvSpPr txBox="1">
            <a:spLocks noGrp="1"/>
          </p:cNvSpPr>
          <p:nvPr>
            <p:ph type="subTitle" idx="1"/>
          </p:nvPr>
        </p:nvSpPr>
        <p:spPr>
          <a:xfrm>
            <a:off x="2402125" y="3100638"/>
            <a:ext cx="4850100" cy="27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Chosen over the silhouette-optimal K=2 (0.285) — K=4 scores 0.160 but maps to 4 usable moods</a:t>
            </a:r>
            <a:endParaRPr/>
          </a:p>
        </p:txBody>
      </p:sp>
      <p:sp>
        <p:nvSpPr>
          <p:cNvPr id="1039" name="Google Shape;1039;p41"/>
          <p:cNvSpPr txBox="1">
            <a:spLocks noGrp="1"/>
          </p:cNvSpPr>
          <p:nvPr>
            <p:ph type="title"/>
          </p:nvPr>
        </p:nvSpPr>
        <p:spPr>
          <a:xfrm>
            <a:off x="2402125" y="1330163"/>
            <a:ext cx="5728500" cy="16410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 = 4</a:t>
            </a:r>
            <a:endParaRPr/>
          </a:p>
        </p:txBody>
      </p:sp>
      <p:grpSp>
        <p:nvGrpSpPr>
          <p:cNvPr id="1040" name="Google Shape;1040;p41"/>
          <p:cNvGrpSpPr/>
          <p:nvPr/>
        </p:nvGrpSpPr>
        <p:grpSpPr>
          <a:xfrm>
            <a:off x="723837" y="552000"/>
            <a:ext cx="1244188" cy="1640915"/>
            <a:chOff x="723837" y="552000"/>
            <a:chExt cx="1244188" cy="1640915"/>
          </a:xfrm>
        </p:grpSpPr>
        <p:sp>
          <p:nvSpPr>
            <p:cNvPr id="1041" name="Google Shape;1041;p41"/>
            <p:cNvSpPr/>
            <p:nvPr/>
          </p:nvSpPr>
          <p:spPr>
            <a:xfrm>
              <a:off x="729625" y="552000"/>
              <a:ext cx="98100" cy="98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41"/>
            <p:cNvSpPr/>
            <p:nvPr/>
          </p:nvSpPr>
          <p:spPr>
            <a:xfrm>
              <a:off x="882900" y="552000"/>
              <a:ext cx="98100" cy="98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41"/>
            <p:cNvSpPr/>
            <p:nvPr/>
          </p:nvSpPr>
          <p:spPr>
            <a:xfrm>
              <a:off x="1036175" y="552000"/>
              <a:ext cx="98100" cy="98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44" name="Google Shape;1044;p41"/>
            <p:cNvGrpSpPr/>
            <p:nvPr/>
          </p:nvGrpSpPr>
          <p:grpSpPr>
            <a:xfrm>
              <a:off x="729630" y="1968358"/>
              <a:ext cx="255615" cy="224557"/>
              <a:chOff x="6184139" y="1980808"/>
              <a:chExt cx="451696" cy="396814"/>
            </a:xfrm>
          </p:grpSpPr>
          <p:sp>
            <p:nvSpPr>
              <p:cNvPr id="1045" name="Google Shape;1045;p41"/>
              <p:cNvSpPr/>
              <p:nvPr/>
            </p:nvSpPr>
            <p:spPr>
              <a:xfrm>
                <a:off x="6184139" y="1980808"/>
                <a:ext cx="451696" cy="396814"/>
              </a:xfrm>
              <a:custGeom>
                <a:avLst/>
                <a:gdLst/>
                <a:ahLst/>
                <a:cxnLst/>
                <a:rect l="l" t="t" r="r" b="b"/>
                <a:pathLst>
                  <a:path w="9473" h="8322" extrusionOk="0">
                    <a:moveTo>
                      <a:pt x="4272" y="361"/>
                    </a:moveTo>
                    <a:cubicBezTo>
                      <a:pt x="4675" y="361"/>
                      <a:pt x="5063" y="583"/>
                      <a:pt x="5257" y="943"/>
                    </a:cubicBezTo>
                    <a:cubicBezTo>
                      <a:pt x="5285" y="1013"/>
                      <a:pt x="5354" y="1041"/>
                      <a:pt x="5437" y="1041"/>
                    </a:cubicBezTo>
                    <a:cubicBezTo>
                      <a:pt x="5466" y="1038"/>
                      <a:pt x="5495" y="1036"/>
                      <a:pt x="5524" y="1036"/>
                    </a:cubicBezTo>
                    <a:cubicBezTo>
                      <a:pt x="5868" y="1036"/>
                      <a:pt x="6196" y="1263"/>
                      <a:pt x="6324" y="1596"/>
                    </a:cubicBezTo>
                    <a:cubicBezTo>
                      <a:pt x="6349" y="1657"/>
                      <a:pt x="6408" y="1709"/>
                      <a:pt x="6480" y="1709"/>
                    </a:cubicBezTo>
                    <a:cubicBezTo>
                      <a:pt x="6489" y="1709"/>
                      <a:pt x="6497" y="1708"/>
                      <a:pt x="6505" y="1707"/>
                    </a:cubicBezTo>
                    <a:cubicBezTo>
                      <a:pt x="6521" y="1705"/>
                      <a:pt x="6536" y="1704"/>
                      <a:pt x="6552" y="1704"/>
                    </a:cubicBezTo>
                    <a:cubicBezTo>
                      <a:pt x="6838" y="1704"/>
                      <a:pt x="7088" y="1944"/>
                      <a:pt x="7088" y="2234"/>
                    </a:cubicBezTo>
                    <a:cubicBezTo>
                      <a:pt x="7088" y="2524"/>
                      <a:pt x="6851" y="2760"/>
                      <a:pt x="6561" y="2760"/>
                    </a:cubicBezTo>
                    <a:lnTo>
                      <a:pt x="6311" y="2760"/>
                    </a:lnTo>
                    <a:lnTo>
                      <a:pt x="6311" y="2178"/>
                    </a:lnTo>
                    <a:cubicBezTo>
                      <a:pt x="6311" y="2073"/>
                      <a:pt x="6222" y="1988"/>
                      <a:pt x="6120" y="1988"/>
                    </a:cubicBezTo>
                    <a:cubicBezTo>
                      <a:pt x="6101" y="1988"/>
                      <a:pt x="6081" y="1991"/>
                      <a:pt x="6061" y="1997"/>
                    </a:cubicBezTo>
                    <a:lnTo>
                      <a:pt x="4064" y="2566"/>
                    </a:lnTo>
                    <a:cubicBezTo>
                      <a:pt x="3981" y="2594"/>
                      <a:pt x="3926" y="2677"/>
                      <a:pt x="3939" y="2760"/>
                    </a:cubicBezTo>
                    <a:lnTo>
                      <a:pt x="3066" y="2760"/>
                    </a:lnTo>
                    <a:cubicBezTo>
                      <a:pt x="2678" y="2760"/>
                      <a:pt x="2345" y="2413"/>
                      <a:pt x="2373" y="2025"/>
                    </a:cubicBezTo>
                    <a:cubicBezTo>
                      <a:pt x="2373" y="1886"/>
                      <a:pt x="2441" y="1720"/>
                      <a:pt x="2552" y="1609"/>
                    </a:cubicBezTo>
                    <a:cubicBezTo>
                      <a:pt x="2678" y="1470"/>
                      <a:pt x="2830" y="1401"/>
                      <a:pt x="3011" y="1387"/>
                    </a:cubicBezTo>
                    <a:cubicBezTo>
                      <a:pt x="3094" y="1374"/>
                      <a:pt x="3163" y="1318"/>
                      <a:pt x="3177" y="1235"/>
                    </a:cubicBezTo>
                    <a:cubicBezTo>
                      <a:pt x="3232" y="999"/>
                      <a:pt x="3371" y="777"/>
                      <a:pt x="3565" y="610"/>
                    </a:cubicBezTo>
                    <a:cubicBezTo>
                      <a:pt x="3773" y="444"/>
                      <a:pt x="4009" y="361"/>
                      <a:pt x="4272" y="361"/>
                    </a:cubicBezTo>
                    <a:close/>
                    <a:moveTo>
                      <a:pt x="5936" y="2413"/>
                    </a:moveTo>
                    <a:lnTo>
                      <a:pt x="5936" y="2816"/>
                    </a:lnTo>
                    <a:lnTo>
                      <a:pt x="4300" y="3301"/>
                    </a:lnTo>
                    <a:lnTo>
                      <a:pt x="4300" y="2885"/>
                    </a:lnTo>
                    <a:lnTo>
                      <a:pt x="5936" y="2413"/>
                    </a:lnTo>
                    <a:close/>
                    <a:moveTo>
                      <a:pt x="5618" y="4493"/>
                    </a:moveTo>
                    <a:cubicBezTo>
                      <a:pt x="5797" y="4493"/>
                      <a:pt x="5936" y="4632"/>
                      <a:pt x="5936" y="4813"/>
                    </a:cubicBezTo>
                    <a:lnTo>
                      <a:pt x="5936" y="4826"/>
                    </a:lnTo>
                    <a:lnTo>
                      <a:pt x="5936" y="4841"/>
                    </a:lnTo>
                    <a:cubicBezTo>
                      <a:pt x="5936" y="5007"/>
                      <a:pt x="5797" y="5146"/>
                      <a:pt x="5618" y="5146"/>
                    </a:cubicBezTo>
                    <a:lnTo>
                      <a:pt x="5326" y="5146"/>
                    </a:lnTo>
                    <a:cubicBezTo>
                      <a:pt x="5146" y="5146"/>
                      <a:pt x="5007" y="5007"/>
                      <a:pt x="5007" y="4841"/>
                    </a:cubicBezTo>
                    <a:lnTo>
                      <a:pt x="5007" y="4813"/>
                    </a:lnTo>
                    <a:cubicBezTo>
                      <a:pt x="5007" y="4632"/>
                      <a:pt x="5146" y="4493"/>
                      <a:pt x="5326" y="4493"/>
                    </a:cubicBezTo>
                    <a:close/>
                    <a:moveTo>
                      <a:pt x="3621" y="4909"/>
                    </a:moveTo>
                    <a:cubicBezTo>
                      <a:pt x="3800" y="4909"/>
                      <a:pt x="3939" y="5048"/>
                      <a:pt x="3939" y="5215"/>
                    </a:cubicBezTo>
                    <a:lnTo>
                      <a:pt x="3939" y="5229"/>
                    </a:lnTo>
                    <a:lnTo>
                      <a:pt x="3939" y="5242"/>
                    </a:lnTo>
                    <a:cubicBezTo>
                      <a:pt x="3939" y="5409"/>
                      <a:pt x="3800" y="5547"/>
                      <a:pt x="3621" y="5547"/>
                    </a:cubicBezTo>
                    <a:lnTo>
                      <a:pt x="3316" y="5547"/>
                    </a:lnTo>
                    <a:cubicBezTo>
                      <a:pt x="3149" y="5547"/>
                      <a:pt x="3011" y="5409"/>
                      <a:pt x="3011" y="5242"/>
                    </a:cubicBezTo>
                    <a:lnTo>
                      <a:pt x="3011" y="5215"/>
                    </a:lnTo>
                    <a:cubicBezTo>
                      <a:pt x="3011" y="5048"/>
                      <a:pt x="3149" y="4909"/>
                      <a:pt x="3316" y="4909"/>
                    </a:cubicBezTo>
                    <a:close/>
                    <a:moveTo>
                      <a:pt x="7615" y="2483"/>
                    </a:moveTo>
                    <a:lnTo>
                      <a:pt x="7615" y="6200"/>
                    </a:lnTo>
                    <a:lnTo>
                      <a:pt x="1873" y="6200"/>
                    </a:lnTo>
                    <a:lnTo>
                      <a:pt x="1873" y="2483"/>
                    </a:lnTo>
                    <a:lnTo>
                      <a:pt x="2081" y="2483"/>
                    </a:lnTo>
                    <a:cubicBezTo>
                      <a:pt x="2247" y="2871"/>
                      <a:pt x="2636" y="3134"/>
                      <a:pt x="3066" y="3134"/>
                    </a:cubicBezTo>
                    <a:lnTo>
                      <a:pt x="3939" y="3134"/>
                    </a:lnTo>
                    <a:lnTo>
                      <a:pt x="3939" y="4619"/>
                    </a:lnTo>
                    <a:cubicBezTo>
                      <a:pt x="3843" y="4563"/>
                      <a:pt x="3732" y="4536"/>
                      <a:pt x="3621" y="4536"/>
                    </a:cubicBezTo>
                    <a:lnTo>
                      <a:pt x="3316" y="4536"/>
                    </a:lnTo>
                    <a:cubicBezTo>
                      <a:pt x="2941" y="4536"/>
                      <a:pt x="2636" y="4841"/>
                      <a:pt x="2636" y="5215"/>
                    </a:cubicBezTo>
                    <a:lnTo>
                      <a:pt x="2636" y="5242"/>
                    </a:lnTo>
                    <a:cubicBezTo>
                      <a:pt x="2636" y="5617"/>
                      <a:pt x="2941" y="5922"/>
                      <a:pt x="3316" y="5922"/>
                    </a:cubicBezTo>
                    <a:lnTo>
                      <a:pt x="3621" y="5922"/>
                    </a:lnTo>
                    <a:cubicBezTo>
                      <a:pt x="4009" y="5922"/>
                      <a:pt x="4300" y="5590"/>
                      <a:pt x="4300" y="5215"/>
                    </a:cubicBezTo>
                    <a:lnTo>
                      <a:pt x="4300" y="3676"/>
                    </a:lnTo>
                    <a:lnTo>
                      <a:pt x="5936" y="3204"/>
                    </a:lnTo>
                    <a:lnTo>
                      <a:pt x="5936" y="4203"/>
                    </a:lnTo>
                    <a:cubicBezTo>
                      <a:pt x="5840" y="4161"/>
                      <a:pt x="5742" y="4133"/>
                      <a:pt x="5618" y="4133"/>
                    </a:cubicBezTo>
                    <a:lnTo>
                      <a:pt x="5326" y="4133"/>
                    </a:lnTo>
                    <a:cubicBezTo>
                      <a:pt x="4952" y="4133"/>
                      <a:pt x="4647" y="4438"/>
                      <a:pt x="4647" y="4813"/>
                    </a:cubicBezTo>
                    <a:lnTo>
                      <a:pt x="4647" y="4841"/>
                    </a:lnTo>
                    <a:cubicBezTo>
                      <a:pt x="4647" y="5215"/>
                      <a:pt x="4952" y="5520"/>
                      <a:pt x="5326" y="5520"/>
                    </a:cubicBezTo>
                    <a:lnTo>
                      <a:pt x="5618" y="5520"/>
                    </a:lnTo>
                    <a:cubicBezTo>
                      <a:pt x="6006" y="5520"/>
                      <a:pt x="6311" y="5187"/>
                      <a:pt x="6311" y="4813"/>
                    </a:cubicBezTo>
                    <a:lnTo>
                      <a:pt x="6311" y="3134"/>
                    </a:lnTo>
                    <a:lnTo>
                      <a:pt x="6561" y="3134"/>
                    </a:lnTo>
                    <a:cubicBezTo>
                      <a:pt x="6962" y="3134"/>
                      <a:pt x="7323" y="2857"/>
                      <a:pt x="7434" y="2483"/>
                    </a:cubicBezTo>
                    <a:close/>
                    <a:moveTo>
                      <a:pt x="8044" y="1664"/>
                    </a:moveTo>
                    <a:cubicBezTo>
                      <a:pt x="8253" y="1664"/>
                      <a:pt x="8432" y="1831"/>
                      <a:pt x="8432" y="2053"/>
                    </a:cubicBezTo>
                    <a:lnTo>
                      <a:pt x="8432" y="6629"/>
                    </a:lnTo>
                    <a:cubicBezTo>
                      <a:pt x="8432" y="6838"/>
                      <a:pt x="8253" y="7017"/>
                      <a:pt x="8044" y="7017"/>
                    </a:cubicBezTo>
                    <a:lnTo>
                      <a:pt x="1443" y="7017"/>
                    </a:lnTo>
                    <a:cubicBezTo>
                      <a:pt x="1221" y="7017"/>
                      <a:pt x="1055" y="6838"/>
                      <a:pt x="1055" y="6629"/>
                    </a:cubicBezTo>
                    <a:lnTo>
                      <a:pt x="1055" y="2053"/>
                    </a:lnTo>
                    <a:cubicBezTo>
                      <a:pt x="1055" y="1831"/>
                      <a:pt x="1221" y="1664"/>
                      <a:pt x="1443" y="1664"/>
                    </a:cubicBezTo>
                    <a:lnTo>
                      <a:pt x="2081" y="1664"/>
                    </a:lnTo>
                    <a:cubicBezTo>
                      <a:pt x="2025" y="1803"/>
                      <a:pt x="1998" y="1956"/>
                      <a:pt x="1998" y="2108"/>
                    </a:cubicBezTo>
                    <a:lnTo>
                      <a:pt x="1679" y="2108"/>
                    </a:lnTo>
                    <a:cubicBezTo>
                      <a:pt x="1582" y="2108"/>
                      <a:pt x="1498" y="2191"/>
                      <a:pt x="1498" y="2289"/>
                    </a:cubicBezTo>
                    <a:lnTo>
                      <a:pt x="1498" y="6394"/>
                    </a:lnTo>
                    <a:cubicBezTo>
                      <a:pt x="1498" y="6490"/>
                      <a:pt x="1582" y="6574"/>
                      <a:pt x="1679" y="6574"/>
                    </a:cubicBezTo>
                    <a:lnTo>
                      <a:pt x="7794" y="6574"/>
                    </a:lnTo>
                    <a:cubicBezTo>
                      <a:pt x="7905" y="6574"/>
                      <a:pt x="7989" y="6490"/>
                      <a:pt x="7989" y="6394"/>
                    </a:cubicBezTo>
                    <a:lnTo>
                      <a:pt x="7989" y="2289"/>
                    </a:lnTo>
                    <a:cubicBezTo>
                      <a:pt x="7989" y="2191"/>
                      <a:pt x="7905" y="2108"/>
                      <a:pt x="7794" y="2108"/>
                    </a:cubicBezTo>
                    <a:lnTo>
                      <a:pt x="7448" y="2108"/>
                    </a:lnTo>
                    <a:cubicBezTo>
                      <a:pt x="7434" y="1942"/>
                      <a:pt x="7365" y="1790"/>
                      <a:pt x="7254" y="1664"/>
                    </a:cubicBezTo>
                    <a:close/>
                    <a:moveTo>
                      <a:pt x="4272" y="0"/>
                    </a:moveTo>
                    <a:cubicBezTo>
                      <a:pt x="3926" y="0"/>
                      <a:pt x="3593" y="111"/>
                      <a:pt x="3329" y="320"/>
                    </a:cubicBezTo>
                    <a:cubicBezTo>
                      <a:pt x="3107" y="514"/>
                      <a:pt x="2941" y="749"/>
                      <a:pt x="2844" y="1026"/>
                    </a:cubicBezTo>
                    <a:cubicBezTo>
                      <a:pt x="2663" y="1069"/>
                      <a:pt x="2484" y="1165"/>
                      <a:pt x="2345" y="1290"/>
                    </a:cubicBezTo>
                    <a:lnTo>
                      <a:pt x="1443" y="1290"/>
                    </a:lnTo>
                    <a:cubicBezTo>
                      <a:pt x="1027" y="1290"/>
                      <a:pt x="681" y="1637"/>
                      <a:pt x="681" y="2053"/>
                    </a:cubicBezTo>
                    <a:lnTo>
                      <a:pt x="681" y="6629"/>
                    </a:lnTo>
                    <a:cubicBezTo>
                      <a:pt x="681" y="6768"/>
                      <a:pt x="722" y="6906"/>
                      <a:pt x="792" y="7017"/>
                    </a:cubicBezTo>
                    <a:lnTo>
                      <a:pt x="195" y="7017"/>
                    </a:lnTo>
                    <a:cubicBezTo>
                      <a:pt x="84" y="7017"/>
                      <a:pt x="1" y="7101"/>
                      <a:pt x="1" y="7198"/>
                    </a:cubicBezTo>
                    <a:lnTo>
                      <a:pt x="1" y="7642"/>
                    </a:lnTo>
                    <a:cubicBezTo>
                      <a:pt x="1" y="8016"/>
                      <a:pt x="320" y="8321"/>
                      <a:pt x="694" y="8321"/>
                    </a:cubicBezTo>
                    <a:lnTo>
                      <a:pt x="3926" y="8321"/>
                    </a:lnTo>
                    <a:cubicBezTo>
                      <a:pt x="4037" y="8321"/>
                      <a:pt x="4120" y="8238"/>
                      <a:pt x="4120" y="8141"/>
                    </a:cubicBezTo>
                    <a:cubicBezTo>
                      <a:pt x="4120" y="8030"/>
                      <a:pt x="4037" y="7947"/>
                      <a:pt x="3926" y="7947"/>
                    </a:cubicBezTo>
                    <a:lnTo>
                      <a:pt x="694" y="7947"/>
                    </a:lnTo>
                    <a:cubicBezTo>
                      <a:pt x="514" y="7947"/>
                      <a:pt x="376" y="7808"/>
                      <a:pt x="376" y="7642"/>
                    </a:cubicBezTo>
                    <a:lnTo>
                      <a:pt x="376" y="7392"/>
                    </a:lnTo>
                    <a:lnTo>
                      <a:pt x="9098" y="7392"/>
                    </a:lnTo>
                    <a:lnTo>
                      <a:pt x="9098" y="7642"/>
                    </a:lnTo>
                    <a:cubicBezTo>
                      <a:pt x="9098" y="7808"/>
                      <a:pt x="8959" y="7947"/>
                      <a:pt x="8793" y="7947"/>
                    </a:cubicBezTo>
                    <a:lnTo>
                      <a:pt x="5562" y="7947"/>
                    </a:lnTo>
                    <a:cubicBezTo>
                      <a:pt x="5451" y="7947"/>
                      <a:pt x="5368" y="8030"/>
                      <a:pt x="5368" y="8141"/>
                    </a:cubicBezTo>
                    <a:cubicBezTo>
                      <a:pt x="5368" y="8238"/>
                      <a:pt x="5451" y="8321"/>
                      <a:pt x="5562" y="8321"/>
                    </a:cubicBezTo>
                    <a:lnTo>
                      <a:pt x="8793" y="8321"/>
                    </a:lnTo>
                    <a:cubicBezTo>
                      <a:pt x="9168" y="8321"/>
                      <a:pt x="9473" y="8016"/>
                      <a:pt x="9473" y="7642"/>
                    </a:cubicBezTo>
                    <a:lnTo>
                      <a:pt x="9473" y="7198"/>
                    </a:lnTo>
                    <a:cubicBezTo>
                      <a:pt x="9473" y="7101"/>
                      <a:pt x="9390" y="7017"/>
                      <a:pt x="9292" y="7017"/>
                    </a:cubicBezTo>
                    <a:lnTo>
                      <a:pt x="8696" y="7017"/>
                    </a:lnTo>
                    <a:cubicBezTo>
                      <a:pt x="8765" y="6906"/>
                      <a:pt x="8793" y="6768"/>
                      <a:pt x="8793" y="6629"/>
                    </a:cubicBezTo>
                    <a:lnTo>
                      <a:pt x="8793" y="2053"/>
                    </a:lnTo>
                    <a:cubicBezTo>
                      <a:pt x="8793" y="1637"/>
                      <a:pt x="8460" y="1290"/>
                      <a:pt x="8044" y="1290"/>
                    </a:cubicBezTo>
                    <a:lnTo>
                      <a:pt x="6588" y="1290"/>
                    </a:lnTo>
                    <a:cubicBezTo>
                      <a:pt x="6367" y="915"/>
                      <a:pt x="5964" y="666"/>
                      <a:pt x="5520" y="666"/>
                    </a:cubicBezTo>
                    <a:cubicBezTo>
                      <a:pt x="5243" y="250"/>
                      <a:pt x="4771" y="0"/>
                      <a:pt x="42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41"/>
              <p:cNvSpPr/>
              <p:nvPr/>
            </p:nvSpPr>
            <p:spPr>
              <a:xfrm>
                <a:off x="6400384" y="2359892"/>
                <a:ext cx="19216" cy="17499"/>
              </a:xfrm>
              <a:custGeom>
                <a:avLst/>
                <a:gdLst/>
                <a:ahLst/>
                <a:cxnLst/>
                <a:rect l="l" t="t" r="r" b="b"/>
                <a:pathLst>
                  <a:path w="403" h="367" extrusionOk="0">
                    <a:moveTo>
                      <a:pt x="192" y="0"/>
                    </a:moveTo>
                    <a:cubicBezTo>
                      <a:pt x="147" y="0"/>
                      <a:pt x="103" y="19"/>
                      <a:pt x="70" y="53"/>
                    </a:cubicBezTo>
                    <a:cubicBezTo>
                      <a:pt x="14" y="121"/>
                      <a:pt x="1" y="219"/>
                      <a:pt x="56" y="288"/>
                    </a:cubicBezTo>
                    <a:cubicBezTo>
                      <a:pt x="89" y="342"/>
                      <a:pt x="142" y="366"/>
                      <a:pt x="197" y="366"/>
                    </a:cubicBezTo>
                    <a:cubicBezTo>
                      <a:pt x="283" y="366"/>
                      <a:pt x="372" y="306"/>
                      <a:pt x="389" y="205"/>
                    </a:cubicBezTo>
                    <a:cubicBezTo>
                      <a:pt x="403" y="136"/>
                      <a:pt x="362" y="53"/>
                      <a:pt x="278" y="25"/>
                    </a:cubicBezTo>
                    <a:cubicBezTo>
                      <a:pt x="251" y="8"/>
                      <a:pt x="221" y="0"/>
                      <a:pt x="19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47" name="Google Shape;1047;p41"/>
            <p:cNvGrpSpPr/>
            <p:nvPr/>
          </p:nvGrpSpPr>
          <p:grpSpPr>
            <a:xfrm>
              <a:off x="729630" y="975085"/>
              <a:ext cx="255615" cy="254967"/>
              <a:chOff x="6184139" y="1220827"/>
              <a:chExt cx="451696" cy="450552"/>
            </a:xfrm>
          </p:grpSpPr>
          <p:sp>
            <p:nvSpPr>
              <p:cNvPr id="1048" name="Google Shape;1048;p41"/>
              <p:cNvSpPr/>
              <p:nvPr/>
            </p:nvSpPr>
            <p:spPr>
              <a:xfrm>
                <a:off x="6353416" y="1390104"/>
                <a:ext cx="117776" cy="137087"/>
              </a:xfrm>
              <a:custGeom>
                <a:avLst/>
                <a:gdLst/>
                <a:ahLst/>
                <a:cxnLst/>
                <a:rect l="l" t="t" r="r" b="b"/>
                <a:pathLst>
                  <a:path w="2470" h="2875" extrusionOk="0">
                    <a:moveTo>
                      <a:pt x="916" y="1946"/>
                    </a:moveTo>
                    <a:cubicBezTo>
                      <a:pt x="1069" y="1946"/>
                      <a:pt x="1193" y="2070"/>
                      <a:pt x="1193" y="2224"/>
                    </a:cubicBezTo>
                    <a:cubicBezTo>
                      <a:pt x="1193" y="2376"/>
                      <a:pt x="1069" y="2501"/>
                      <a:pt x="916" y="2501"/>
                    </a:cubicBezTo>
                    <a:lnTo>
                      <a:pt x="666" y="2501"/>
                    </a:lnTo>
                    <a:cubicBezTo>
                      <a:pt x="500" y="2501"/>
                      <a:pt x="376" y="2376"/>
                      <a:pt x="376" y="2224"/>
                    </a:cubicBezTo>
                    <a:cubicBezTo>
                      <a:pt x="376" y="2070"/>
                      <a:pt x="500" y="1946"/>
                      <a:pt x="666" y="1946"/>
                    </a:cubicBezTo>
                    <a:close/>
                    <a:moveTo>
                      <a:pt x="1383" y="1"/>
                    </a:moveTo>
                    <a:cubicBezTo>
                      <a:pt x="1371" y="1"/>
                      <a:pt x="1358" y="2"/>
                      <a:pt x="1347" y="5"/>
                    </a:cubicBezTo>
                    <a:cubicBezTo>
                      <a:pt x="1263" y="18"/>
                      <a:pt x="1193" y="101"/>
                      <a:pt x="1193" y="184"/>
                    </a:cubicBezTo>
                    <a:lnTo>
                      <a:pt x="1193" y="1627"/>
                    </a:lnTo>
                    <a:cubicBezTo>
                      <a:pt x="1110" y="1599"/>
                      <a:pt x="1014" y="1571"/>
                      <a:pt x="916" y="1571"/>
                    </a:cubicBezTo>
                    <a:lnTo>
                      <a:pt x="666" y="1571"/>
                    </a:lnTo>
                    <a:cubicBezTo>
                      <a:pt x="320" y="1571"/>
                      <a:pt x="15" y="1849"/>
                      <a:pt x="15" y="2209"/>
                    </a:cubicBezTo>
                    <a:cubicBezTo>
                      <a:pt x="1" y="2570"/>
                      <a:pt x="293" y="2875"/>
                      <a:pt x="666" y="2875"/>
                    </a:cubicBezTo>
                    <a:lnTo>
                      <a:pt x="916" y="2875"/>
                    </a:lnTo>
                    <a:cubicBezTo>
                      <a:pt x="1277" y="2875"/>
                      <a:pt x="1568" y="2584"/>
                      <a:pt x="1568" y="2224"/>
                    </a:cubicBezTo>
                    <a:lnTo>
                      <a:pt x="1568" y="600"/>
                    </a:lnTo>
                    <a:cubicBezTo>
                      <a:pt x="1637" y="628"/>
                      <a:pt x="1707" y="670"/>
                      <a:pt x="1804" y="698"/>
                    </a:cubicBezTo>
                    <a:cubicBezTo>
                      <a:pt x="2026" y="767"/>
                      <a:pt x="2081" y="920"/>
                      <a:pt x="2081" y="933"/>
                    </a:cubicBezTo>
                    <a:lnTo>
                      <a:pt x="2095" y="948"/>
                    </a:lnTo>
                    <a:cubicBezTo>
                      <a:pt x="2118" y="1025"/>
                      <a:pt x="2183" y="1067"/>
                      <a:pt x="2259" y="1067"/>
                    </a:cubicBezTo>
                    <a:cubicBezTo>
                      <a:pt x="2278" y="1067"/>
                      <a:pt x="2297" y="1064"/>
                      <a:pt x="2317" y="1059"/>
                    </a:cubicBezTo>
                    <a:cubicBezTo>
                      <a:pt x="2414" y="1031"/>
                      <a:pt x="2469" y="933"/>
                      <a:pt x="2442" y="822"/>
                    </a:cubicBezTo>
                    <a:cubicBezTo>
                      <a:pt x="2401" y="698"/>
                      <a:pt x="2247" y="448"/>
                      <a:pt x="1915" y="337"/>
                    </a:cubicBezTo>
                    <a:cubicBezTo>
                      <a:pt x="1665" y="268"/>
                      <a:pt x="1554" y="101"/>
                      <a:pt x="1541" y="88"/>
                    </a:cubicBezTo>
                    <a:cubicBezTo>
                      <a:pt x="1506" y="30"/>
                      <a:pt x="1443" y="1"/>
                      <a:pt x="13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41"/>
              <p:cNvSpPr/>
              <p:nvPr/>
            </p:nvSpPr>
            <p:spPr>
              <a:xfrm>
                <a:off x="6184139" y="1227598"/>
                <a:ext cx="451696" cy="443781"/>
              </a:xfrm>
              <a:custGeom>
                <a:avLst/>
                <a:gdLst/>
                <a:ahLst/>
                <a:cxnLst/>
                <a:rect l="l" t="t" r="r" b="b"/>
                <a:pathLst>
                  <a:path w="9473" h="9307" extrusionOk="0">
                    <a:moveTo>
                      <a:pt x="4672" y="2941"/>
                    </a:moveTo>
                    <a:cubicBezTo>
                      <a:pt x="5194" y="2941"/>
                      <a:pt x="5714" y="3135"/>
                      <a:pt x="6103" y="3524"/>
                    </a:cubicBezTo>
                    <a:cubicBezTo>
                      <a:pt x="6894" y="4313"/>
                      <a:pt x="6894" y="5604"/>
                      <a:pt x="6103" y="6394"/>
                    </a:cubicBezTo>
                    <a:cubicBezTo>
                      <a:pt x="5708" y="6789"/>
                      <a:pt x="5188" y="6987"/>
                      <a:pt x="4667" y="6987"/>
                    </a:cubicBezTo>
                    <a:cubicBezTo>
                      <a:pt x="4147" y="6987"/>
                      <a:pt x="3627" y="6789"/>
                      <a:pt x="3232" y="6394"/>
                    </a:cubicBezTo>
                    <a:cubicBezTo>
                      <a:pt x="2441" y="5604"/>
                      <a:pt x="2441" y="4313"/>
                      <a:pt x="3232" y="3524"/>
                    </a:cubicBezTo>
                    <a:cubicBezTo>
                      <a:pt x="3627" y="3135"/>
                      <a:pt x="4151" y="2941"/>
                      <a:pt x="4672" y="2941"/>
                    </a:cubicBezTo>
                    <a:close/>
                    <a:moveTo>
                      <a:pt x="2726" y="6554"/>
                    </a:moveTo>
                    <a:cubicBezTo>
                      <a:pt x="2820" y="6554"/>
                      <a:pt x="2913" y="6588"/>
                      <a:pt x="2983" y="6658"/>
                    </a:cubicBezTo>
                    <a:cubicBezTo>
                      <a:pt x="3121" y="6796"/>
                      <a:pt x="3121" y="7018"/>
                      <a:pt x="2983" y="7157"/>
                    </a:cubicBezTo>
                    <a:lnTo>
                      <a:pt x="1720" y="8418"/>
                    </a:lnTo>
                    <a:lnTo>
                      <a:pt x="1208" y="7919"/>
                    </a:lnTo>
                    <a:lnTo>
                      <a:pt x="2469" y="6658"/>
                    </a:lnTo>
                    <a:cubicBezTo>
                      <a:pt x="2538" y="6588"/>
                      <a:pt x="2632" y="6554"/>
                      <a:pt x="2726" y="6554"/>
                    </a:cubicBezTo>
                    <a:close/>
                    <a:moveTo>
                      <a:pt x="944" y="8183"/>
                    </a:moveTo>
                    <a:lnTo>
                      <a:pt x="1457" y="8682"/>
                    </a:lnTo>
                    <a:lnTo>
                      <a:pt x="1304" y="8834"/>
                    </a:lnTo>
                    <a:cubicBezTo>
                      <a:pt x="1235" y="8904"/>
                      <a:pt x="1145" y="8938"/>
                      <a:pt x="1055" y="8938"/>
                    </a:cubicBezTo>
                    <a:cubicBezTo>
                      <a:pt x="964" y="8938"/>
                      <a:pt x="874" y="8904"/>
                      <a:pt x="805" y="8834"/>
                    </a:cubicBezTo>
                    <a:cubicBezTo>
                      <a:pt x="666" y="8696"/>
                      <a:pt x="666" y="8474"/>
                      <a:pt x="805" y="8335"/>
                    </a:cubicBezTo>
                    <a:lnTo>
                      <a:pt x="944" y="8183"/>
                    </a:lnTo>
                    <a:close/>
                    <a:moveTo>
                      <a:pt x="4718" y="1"/>
                    </a:moveTo>
                    <a:cubicBezTo>
                      <a:pt x="4642" y="1"/>
                      <a:pt x="4571" y="51"/>
                      <a:pt x="4549" y="125"/>
                    </a:cubicBezTo>
                    <a:cubicBezTo>
                      <a:pt x="4508" y="223"/>
                      <a:pt x="4564" y="320"/>
                      <a:pt x="4660" y="362"/>
                    </a:cubicBezTo>
                    <a:cubicBezTo>
                      <a:pt x="5146" y="541"/>
                      <a:pt x="5548" y="889"/>
                      <a:pt x="5797" y="1346"/>
                    </a:cubicBezTo>
                    <a:cubicBezTo>
                      <a:pt x="5834" y="1394"/>
                      <a:pt x="5890" y="1432"/>
                      <a:pt x="5950" y="1432"/>
                    </a:cubicBezTo>
                    <a:cubicBezTo>
                      <a:pt x="5959" y="1432"/>
                      <a:pt x="5969" y="1431"/>
                      <a:pt x="5978" y="1429"/>
                    </a:cubicBezTo>
                    <a:lnTo>
                      <a:pt x="6130" y="1429"/>
                    </a:lnTo>
                    <a:cubicBezTo>
                      <a:pt x="6824" y="1429"/>
                      <a:pt x="7462" y="1873"/>
                      <a:pt x="7711" y="2511"/>
                    </a:cubicBezTo>
                    <a:cubicBezTo>
                      <a:pt x="7739" y="2594"/>
                      <a:pt x="7822" y="2636"/>
                      <a:pt x="7905" y="2636"/>
                    </a:cubicBezTo>
                    <a:cubicBezTo>
                      <a:pt x="7947" y="2636"/>
                      <a:pt x="7975" y="2622"/>
                      <a:pt x="8016" y="2622"/>
                    </a:cubicBezTo>
                    <a:cubicBezTo>
                      <a:pt x="8613" y="2622"/>
                      <a:pt x="9098" y="3121"/>
                      <a:pt x="9098" y="3718"/>
                    </a:cubicBezTo>
                    <a:cubicBezTo>
                      <a:pt x="9098" y="4328"/>
                      <a:pt x="8613" y="4813"/>
                      <a:pt x="8016" y="4813"/>
                    </a:cubicBezTo>
                    <a:lnTo>
                      <a:pt x="7073" y="4813"/>
                    </a:lnTo>
                    <a:cubicBezTo>
                      <a:pt x="7004" y="3870"/>
                      <a:pt x="6380" y="3024"/>
                      <a:pt x="5492" y="2705"/>
                    </a:cubicBezTo>
                    <a:cubicBezTo>
                      <a:pt x="5230" y="2611"/>
                      <a:pt x="4957" y="2565"/>
                      <a:pt x="4687" y="2565"/>
                    </a:cubicBezTo>
                    <a:cubicBezTo>
                      <a:pt x="4001" y="2565"/>
                      <a:pt x="3329" y="2857"/>
                      <a:pt x="2872" y="3385"/>
                    </a:cubicBezTo>
                    <a:cubicBezTo>
                      <a:pt x="2705" y="3579"/>
                      <a:pt x="2567" y="3787"/>
                      <a:pt x="2456" y="4023"/>
                    </a:cubicBezTo>
                    <a:cubicBezTo>
                      <a:pt x="2358" y="4272"/>
                      <a:pt x="2289" y="4550"/>
                      <a:pt x="2275" y="4813"/>
                    </a:cubicBezTo>
                    <a:lnTo>
                      <a:pt x="1762" y="4813"/>
                    </a:lnTo>
                    <a:cubicBezTo>
                      <a:pt x="999" y="4813"/>
                      <a:pt x="376" y="4189"/>
                      <a:pt x="376" y="3426"/>
                    </a:cubicBezTo>
                    <a:cubicBezTo>
                      <a:pt x="376" y="2719"/>
                      <a:pt x="944" y="2109"/>
                      <a:pt x="1651" y="2054"/>
                    </a:cubicBezTo>
                    <a:cubicBezTo>
                      <a:pt x="1735" y="2039"/>
                      <a:pt x="1803" y="1984"/>
                      <a:pt x="1818" y="1900"/>
                    </a:cubicBezTo>
                    <a:cubicBezTo>
                      <a:pt x="1984" y="1194"/>
                      <a:pt x="2484" y="611"/>
                      <a:pt x="3177" y="362"/>
                    </a:cubicBezTo>
                    <a:cubicBezTo>
                      <a:pt x="3273" y="334"/>
                      <a:pt x="3316" y="223"/>
                      <a:pt x="3273" y="125"/>
                    </a:cubicBezTo>
                    <a:cubicBezTo>
                      <a:pt x="3251" y="48"/>
                      <a:pt x="3176" y="6"/>
                      <a:pt x="3098" y="6"/>
                    </a:cubicBezTo>
                    <a:cubicBezTo>
                      <a:pt x="3078" y="6"/>
                      <a:pt x="3058" y="9"/>
                      <a:pt x="3038" y="14"/>
                    </a:cubicBezTo>
                    <a:cubicBezTo>
                      <a:pt x="2650" y="153"/>
                      <a:pt x="2303" y="403"/>
                      <a:pt x="2025" y="722"/>
                    </a:cubicBezTo>
                    <a:cubicBezTo>
                      <a:pt x="1776" y="1000"/>
                      <a:pt x="1596" y="1332"/>
                      <a:pt x="1498" y="1693"/>
                    </a:cubicBezTo>
                    <a:cubicBezTo>
                      <a:pt x="653" y="1832"/>
                      <a:pt x="1" y="2581"/>
                      <a:pt x="1" y="3426"/>
                    </a:cubicBezTo>
                    <a:cubicBezTo>
                      <a:pt x="1" y="4397"/>
                      <a:pt x="792" y="5188"/>
                      <a:pt x="1762" y="5188"/>
                    </a:cubicBezTo>
                    <a:lnTo>
                      <a:pt x="2289" y="5188"/>
                    </a:lnTo>
                    <a:cubicBezTo>
                      <a:pt x="2317" y="5534"/>
                      <a:pt x="2428" y="5881"/>
                      <a:pt x="2608" y="6186"/>
                    </a:cubicBezTo>
                    <a:cubicBezTo>
                      <a:pt x="2469" y="6214"/>
                      <a:pt x="2330" y="6283"/>
                      <a:pt x="2206" y="6394"/>
                    </a:cubicBezTo>
                    <a:lnTo>
                      <a:pt x="542" y="8072"/>
                    </a:lnTo>
                    <a:cubicBezTo>
                      <a:pt x="250" y="8350"/>
                      <a:pt x="250" y="8807"/>
                      <a:pt x="542" y="9099"/>
                    </a:cubicBezTo>
                    <a:cubicBezTo>
                      <a:pt x="681" y="9237"/>
                      <a:pt x="868" y="9307"/>
                      <a:pt x="1055" y="9307"/>
                    </a:cubicBezTo>
                    <a:cubicBezTo>
                      <a:pt x="1242" y="9307"/>
                      <a:pt x="1430" y="9237"/>
                      <a:pt x="1568" y="9099"/>
                    </a:cubicBezTo>
                    <a:lnTo>
                      <a:pt x="3232" y="7420"/>
                    </a:lnTo>
                    <a:cubicBezTo>
                      <a:pt x="3343" y="7309"/>
                      <a:pt x="3412" y="7170"/>
                      <a:pt x="3440" y="7018"/>
                    </a:cubicBezTo>
                    <a:cubicBezTo>
                      <a:pt x="3815" y="7240"/>
                      <a:pt x="4244" y="7364"/>
                      <a:pt x="4675" y="7364"/>
                    </a:cubicBezTo>
                    <a:cubicBezTo>
                      <a:pt x="5285" y="7364"/>
                      <a:pt x="5895" y="7129"/>
                      <a:pt x="6367" y="6658"/>
                    </a:cubicBezTo>
                    <a:cubicBezTo>
                      <a:pt x="6783" y="6242"/>
                      <a:pt x="7004" y="5728"/>
                      <a:pt x="7060" y="5188"/>
                    </a:cubicBezTo>
                    <a:lnTo>
                      <a:pt x="8016" y="5188"/>
                    </a:lnTo>
                    <a:cubicBezTo>
                      <a:pt x="8821" y="5188"/>
                      <a:pt x="9473" y="4522"/>
                      <a:pt x="9473" y="3718"/>
                    </a:cubicBezTo>
                    <a:cubicBezTo>
                      <a:pt x="9473" y="2913"/>
                      <a:pt x="8821" y="2261"/>
                      <a:pt x="8016" y="2261"/>
                    </a:cubicBezTo>
                    <a:lnTo>
                      <a:pt x="8003" y="2261"/>
                    </a:lnTo>
                    <a:cubicBezTo>
                      <a:pt x="7670" y="1540"/>
                      <a:pt x="6935" y="1055"/>
                      <a:pt x="6130" y="1055"/>
                    </a:cubicBezTo>
                    <a:lnTo>
                      <a:pt x="6061" y="1055"/>
                    </a:lnTo>
                    <a:cubicBezTo>
                      <a:pt x="5770" y="569"/>
                      <a:pt x="5313" y="209"/>
                      <a:pt x="4786" y="14"/>
                    </a:cubicBezTo>
                    <a:cubicBezTo>
                      <a:pt x="4763" y="5"/>
                      <a:pt x="4740" y="1"/>
                      <a:pt x="47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41"/>
              <p:cNvSpPr/>
              <p:nvPr/>
            </p:nvSpPr>
            <p:spPr>
              <a:xfrm>
                <a:off x="6361570" y="1220827"/>
                <a:ext cx="19025" cy="17690"/>
              </a:xfrm>
              <a:custGeom>
                <a:avLst/>
                <a:gdLst/>
                <a:ahLst/>
                <a:cxnLst/>
                <a:rect l="l" t="t" r="r" b="b"/>
                <a:pathLst>
                  <a:path w="399" h="371" extrusionOk="0">
                    <a:moveTo>
                      <a:pt x="187" y="1"/>
                    </a:moveTo>
                    <a:cubicBezTo>
                      <a:pt x="174" y="1"/>
                      <a:pt x="161" y="2"/>
                      <a:pt x="149" y="4"/>
                    </a:cubicBezTo>
                    <a:cubicBezTo>
                      <a:pt x="79" y="32"/>
                      <a:pt x="24" y="101"/>
                      <a:pt x="11" y="171"/>
                    </a:cubicBezTo>
                    <a:cubicBezTo>
                      <a:pt x="1" y="288"/>
                      <a:pt x="101" y="370"/>
                      <a:pt x="200" y="370"/>
                    </a:cubicBezTo>
                    <a:cubicBezTo>
                      <a:pt x="241" y="370"/>
                      <a:pt x="283" y="356"/>
                      <a:pt x="316" y="323"/>
                    </a:cubicBezTo>
                    <a:cubicBezTo>
                      <a:pt x="385" y="267"/>
                      <a:pt x="399" y="156"/>
                      <a:pt x="357" y="88"/>
                    </a:cubicBezTo>
                    <a:cubicBezTo>
                      <a:pt x="323" y="30"/>
                      <a:pt x="250" y="1"/>
                      <a:pt x="1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51" name="Google Shape;1051;p41"/>
            <p:cNvGrpSpPr/>
            <p:nvPr/>
          </p:nvGrpSpPr>
          <p:grpSpPr>
            <a:xfrm>
              <a:off x="723837" y="1482615"/>
              <a:ext cx="267223" cy="233165"/>
              <a:chOff x="6908262" y="1240186"/>
              <a:chExt cx="472209" cy="412024"/>
            </a:xfrm>
          </p:grpSpPr>
          <p:sp>
            <p:nvSpPr>
              <p:cNvPr id="1052" name="Google Shape;1052;p41"/>
              <p:cNvSpPr/>
              <p:nvPr/>
            </p:nvSpPr>
            <p:spPr>
              <a:xfrm>
                <a:off x="7105958" y="1594618"/>
                <a:ext cx="76769" cy="17929"/>
              </a:xfrm>
              <a:custGeom>
                <a:avLst/>
                <a:gdLst/>
                <a:ahLst/>
                <a:cxnLst/>
                <a:rect l="l" t="t" r="r" b="b"/>
                <a:pathLst>
                  <a:path w="1610" h="376" extrusionOk="0">
                    <a:moveTo>
                      <a:pt x="181" y="0"/>
                    </a:moveTo>
                    <a:cubicBezTo>
                      <a:pt x="84" y="0"/>
                      <a:pt x="1" y="84"/>
                      <a:pt x="1" y="181"/>
                    </a:cubicBezTo>
                    <a:cubicBezTo>
                      <a:pt x="1" y="292"/>
                      <a:pt x="84" y="375"/>
                      <a:pt x="181" y="375"/>
                    </a:cubicBezTo>
                    <a:lnTo>
                      <a:pt x="1429" y="375"/>
                    </a:lnTo>
                    <a:cubicBezTo>
                      <a:pt x="1540" y="375"/>
                      <a:pt x="1609" y="292"/>
                      <a:pt x="1609" y="181"/>
                    </a:cubicBezTo>
                    <a:cubicBezTo>
                      <a:pt x="1609" y="84"/>
                      <a:pt x="1540" y="0"/>
                      <a:pt x="14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41"/>
              <p:cNvSpPr/>
              <p:nvPr/>
            </p:nvSpPr>
            <p:spPr>
              <a:xfrm>
                <a:off x="7080209" y="1365642"/>
                <a:ext cx="136229" cy="159593"/>
              </a:xfrm>
              <a:custGeom>
                <a:avLst/>
                <a:gdLst/>
                <a:ahLst/>
                <a:cxnLst/>
                <a:rect l="l" t="t" r="r" b="b"/>
                <a:pathLst>
                  <a:path w="2857" h="3347" extrusionOk="0">
                    <a:moveTo>
                      <a:pt x="1054" y="2237"/>
                    </a:moveTo>
                    <a:cubicBezTo>
                      <a:pt x="1262" y="2237"/>
                      <a:pt x="1415" y="2404"/>
                      <a:pt x="1415" y="2598"/>
                    </a:cubicBezTo>
                    <a:lnTo>
                      <a:pt x="1415" y="2611"/>
                    </a:lnTo>
                    <a:cubicBezTo>
                      <a:pt x="1415" y="2820"/>
                      <a:pt x="1262" y="2972"/>
                      <a:pt x="1054" y="2972"/>
                    </a:cubicBezTo>
                    <a:lnTo>
                      <a:pt x="735" y="2972"/>
                    </a:lnTo>
                    <a:cubicBezTo>
                      <a:pt x="541" y="2972"/>
                      <a:pt x="374" y="2820"/>
                      <a:pt x="374" y="2611"/>
                    </a:cubicBezTo>
                    <a:lnTo>
                      <a:pt x="374" y="2598"/>
                    </a:lnTo>
                    <a:cubicBezTo>
                      <a:pt x="374" y="2404"/>
                      <a:pt x="541" y="2237"/>
                      <a:pt x="735" y="2237"/>
                    </a:cubicBezTo>
                    <a:close/>
                    <a:moveTo>
                      <a:pt x="1594" y="1"/>
                    </a:moveTo>
                    <a:cubicBezTo>
                      <a:pt x="1580" y="1"/>
                      <a:pt x="1567" y="2"/>
                      <a:pt x="1553" y="4"/>
                    </a:cubicBezTo>
                    <a:cubicBezTo>
                      <a:pt x="1470" y="32"/>
                      <a:pt x="1415" y="102"/>
                      <a:pt x="1415" y="185"/>
                    </a:cubicBezTo>
                    <a:lnTo>
                      <a:pt x="1415" y="1960"/>
                    </a:lnTo>
                    <a:cubicBezTo>
                      <a:pt x="1317" y="1904"/>
                      <a:pt x="1193" y="1862"/>
                      <a:pt x="1054" y="1862"/>
                    </a:cubicBezTo>
                    <a:lnTo>
                      <a:pt x="735" y="1862"/>
                    </a:lnTo>
                    <a:cubicBezTo>
                      <a:pt x="333" y="1862"/>
                      <a:pt x="0" y="2195"/>
                      <a:pt x="0" y="2598"/>
                    </a:cubicBezTo>
                    <a:lnTo>
                      <a:pt x="0" y="2611"/>
                    </a:lnTo>
                    <a:cubicBezTo>
                      <a:pt x="0" y="3014"/>
                      <a:pt x="333" y="3347"/>
                      <a:pt x="735" y="3347"/>
                    </a:cubicBezTo>
                    <a:lnTo>
                      <a:pt x="1054" y="3347"/>
                    </a:lnTo>
                    <a:cubicBezTo>
                      <a:pt x="1456" y="3347"/>
                      <a:pt x="1789" y="3014"/>
                      <a:pt x="1789" y="2611"/>
                    </a:cubicBezTo>
                    <a:lnTo>
                      <a:pt x="1789" y="2598"/>
                    </a:lnTo>
                    <a:lnTo>
                      <a:pt x="1789" y="614"/>
                    </a:lnTo>
                    <a:cubicBezTo>
                      <a:pt x="1872" y="670"/>
                      <a:pt x="1983" y="725"/>
                      <a:pt x="2108" y="767"/>
                    </a:cubicBezTo>
                    <a:cubicBezTo>
                      <a:pt x="2399" y="850"/>
                      <a:pt x="2469" y="1058"/>
                      <a:pt x="2469" y="1058"/>
                    </a:cubicBezTo>
                    <a:lnTo>
                      <a:pt x="2482" y="1086"/>
                    </a:lnTo>
                    <a:cubicBezTo>
                      <a:pt x="2505" y="1154"/>
                      <a:pt x="2575" y="1204"/>
                      <a:pt x="2645" y="1204"/>
                    </a:cubicBezTo>
                    <a:cubicBezTo>
                      <a:pt x="2661" y="1204"/>
                      <a:pt x="2676" y="1202"/>
                      <a:pt x="2691" y="1197"/>
                    </a:cubicBezTo>
                    <a:cubicBezTo>
                      <a:pt x="2802" y="1183"/>
                      <a:pt x="2857" y="1072"/>
                      <a:pt x="2829" y="975"/>
                    </a:cubicBezTo>
                    <a:lnTo>
                      <a:pt x="2829" y="961"/>
                    </a:lnTo>
                    <a:cubicBezTo>
                      <a:pt x="2787" y="808"/>
                      <a:pt x="2607" y="531"/>
                      <a:pt x="2219" y="407"/>
                    </a:cubicBezTo>
                    <a:cubicBezTo>
                      <a:pt x="1914" y="309"/>
                      <a:pt x="1775" y="115"/>
                      <a:pt x="1761" y="87"/>
                    </a:cubicBezTo>
                    <a:cubicBezTo>
                      <a:pt x="1726" y="30"/>
                      <a:pt x="1663" y="1"/>
                      <a:pt x="15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41"/>
              <p:cNvSpPr/>
              <p:nvPr/>
            </p:nvSpPr>
            <p:spPr>
              <a:xfrm>
                <a:off x="7019365" y="1240186"/>
                <a:ext cx="249999" cy="412024"/>
              </a:xfrm>
              <a:custGeom>
                <a:avLst/>
                <a:gdLst/>
                <a:ahLst/>
                <a:cxnLst/>
                <a:rect l="l" t="t" r="r" b="b"/>
                <a:pathLst>
                  <a:path w="5243" h="8641" extrusionOk="0">
                    <a:moveTo>
                      <a:pt x="3578" y="361"/>
                    </a:moveTo>
                    <a:lnTo>
                      <a:pt x="3578" y="403"/>
                    </a:lnTo>
                    <a:lnTo>
                      <a:pt x="3578" y="666"/>
                    </a:lnTo>
                    <a:cubicBezTo>
                      <a:pt x="3578" y="736"/>
                      <a:pt x="3523" y="791"/>
                      <a:pt x="3453" y="791"/>
                    </a:cubicBezTo>
                    <a:lnTo>
                      <a:pt x="1803" y="791"/>
                    </a:lnTo>
                    <a:cubicBezTo>
                      <a:pt x="1720" y="791"/>
                      <a:pt x="1665" y="736"/>
                      <a:pt x="1665" y="666"/>
                    </a:cubicBezTo>
                    <a:lnTo>
                      <a:pt x="1665" y="403"/>
                    </a:lnTo>
                    <a:lnTo>
                      <a:pt x="1665" y="361"/>
                    </a:lnTo>
                    <a:close/>
                    <a:moveTo>
                      <a:pt x="832" y="0"/>
                    </a:moveTo>
                    <a:cubicBezTo>
                      <a:pt x="374" y="0"/>
                      <a:pt x="0" y="375"/>
                      <a:pt x="0" y="832"/>
                    </a:cubicBezTo>
                    <a:lnTo>
                      <a:pt x="0" y="1636"/>
                    </a:lnTo>
                    <a:cubicBezTo>
                      <a:pt x="0" y="1747"/>
                      <a:pt x="84" y="1831"/>
                      <a:pt x="180" y="1831"/>
                    </a:cubicBezTo>
                    <a:cubicBezTo>
                      <a:pt x="291" y="1831"/>
                      <a:pt x="374" y="1747"/>
                      <a:pt x="374" y="1636"/>
                    </a:cubicBezTo>
                    <a:lnTo>
                      <a:pt x="374" y="832"/>
                    </a:lnTo>
                    <a:cubicBezTo>
                      <a:pt x="374" y="569"/>
                      <a:pt x="568" y="361"/>
                      <a:pt x="832" y="361"/>
                    </a:cubicBezTo>
                    <a:lnTo>
                      <a:pt x="1262" y="361"/>
                    </a:lnTo>
                    <a:cubicBezTo>
                      <a:pt x="1276" y="361"/>
                      <a:pt x="1290" y="388"/>
                      <a:pt x="1290" y="403"/>
                    </a:cubicBezTo>
                    <a:lnTo>
                      <a:pt x="1290" y="666"/>
                    </a:lnTo>
                    <a:cubicBezTo>
                      <a:pt x="1290" y="943"/>
                      <a:pt x="1526" y="1165"/>
                      <a:pt x="1803" y="1165"/>
                    </a:cubicBezTo>
                    <a:lnTo>
                      <a:pt x="3453" y="1165"/>
                    </a:lnTo>
                    <a:cubicBezTo>
                      <a:pt x="3730" y="1165"/>
                      <a:pt x="3952" y="943"/>
                      <a:pt x="3952" y="666"/>
                    </a:cubicBezTo>
                    <a:lnTo>
                      <a:pt x="3952" y="403"/>
                    </a:lnTo>
                    <a:cubicBezTo>
                      <a:pt x="3952" y="388"/>
                      <a:pt x="3967" y="361"/>
                      <a:pt x="3994" y="361"/>
                    </a:cubicBezTo>
                    <a:lnTo>
                      <a:pt x="4410" y="361"/>
                    </a:lnTo>
                    <a:cubicBezTo>
                      <a:pt x="4673" y="361"/>
                      <a:pt x="4882" y="569"/>
                      <a:pt x="4882" y="832"/>
                    </a:cubicBezTo>
                    <a:lnTo>
                      <a:pt x="4882" y="7808"/>
                    </a:lnTo>
                    <a:cubicBezTo>
                      <a:pt x="4882" y="8058"/>
                      <a:pt x="4673" y="8265"/>
                      <a:pt x="4410" y="8265"/>
                    </a:cubicBezTo>
                    <a:lnTo>
                      <a:pt x="832" y="8265"/>
                    </a:lnTo>
                    <a:cubicBezTo>
                      <a:pt x="583" y="8265"/>
                      <a:pt x="374" y="8058"/>
                      <a:pt x="374" y="7808"/>
                    </a:cubicBezTo>
                    <a:lnTo>
                      <a:pt x="374" y="3273"/>
                    </a:lnTo>
                    <a:cubicBezTo>
                      <a:pt x="374" y="3162"/>
                      <a:pt x="291" y="3079"/>
                      <a:pt x="180" y="3079"/>
                    </a:cubicBezTo>
                    <a:cubicBezTo>
                      <a:pt x="84" y="3079"/>
                      <a:pt x="0" y="3162"/>
                      <a:pt x="0" y="3273"/>
                    </a:cubicBezTo>
                    <a:lnTo>
                      <a:pt x="0" y="7808"/>
                    </a:lnTo>
                    <a:cubicBezTo>
                      <a:pt x="0" y="8265"/>
                      <a:pt x="374" y="8640"/>
                      <a:pt x="832" y="8640"/>
                    </a:cubicBezTo>
                    <a:lnTo>
                      <a:pt x="4410" y="8640"/>
                    </a:lnTo>
                    <a:cubicBezTo>
                      <a:pt x="4882" y="8640"/>
                      <a:pt x="5242" y="8265"/>
                      <a:pt x="5242" y="7808"/>
                    </a:cubicBezTo>
                    <a:lnTo>
                      <a:pt x="5242" y="832"/>
                    </a:lnTo>
                    <a:cubicBezTo>
                      <a:pt x="5242" y="375"/>
                      <a:pt x="4882" y="0"/>
                      <a:pt x="44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41"/>
              <p:cNvSpPr/>
              <p:nvPr/>
            </p:nvSpPr>
            <p:spPr>
              <a:xfrm>
                <a:off x="6955183" y="1401691"/>
                <a:ext cx="41722" cy="97606"/>
              </a:xfrm>
              <a:custGeom>
                <a:avLst/>
                <a:gdLst/>
                <a:ahLst/>
                <a:cxnLst/>
                <a:rect l="l" t="t" r="r" b="b"/>
                <a:pathLst>
                  <a:path w="875" h="2047" extrusionOk="0">
                    <a:moveTo>
                      <a:pt x="668" y="1"/>
                    </a:moveTo>
                    <a:cubicBezTo>
                      <a:pt x="621" y="1"/>
                      <a:pt x="576" y="18"/>
                      <a:pt x="542" y="52"/>
                    </a:cubicBezTo>
                    <a:cubicBezTo>
                      <a:pt x="1" y="594"/>
                      <a:pt x="1" y="1454"/>
                      <a:pt x="542" y="1994"/>
                    </a:cubicBezTo>
                    <a:cubicBezTo>
                      <a:pt x="576" y="2029"/>
                      <a:pt x="625" y="2046"/>
                      <a:pt x="673" y="2046"/>
                    </a:cubicBezTo>
                    <a:cubicBezTo>
                      <a:pt x="722" y="2046"/>
                      <a:pt x="771" y="2029"/>
                      <a:pt x="805" y="1994"/>
                    </a:cubicBezTo>
                    <a:cubicBezTo>
                      <a:pt x="875" y="1911"/>
                      <a:pt x="875" y="1800"/>
                      <a:pt x="805" y="1731"/>
                    </a:cubicBezTo>
                    <a:cubicBezTo>
                      <a:pt x="417" y="1343"/>
                      <a:pt x="417" y="705"/>
                      <a:pt x="805" y="316"/>
                    </a:cubicBezTo>
                    <a:cubicBezTo>
                      <a:pt x="875" y="246"/>
                      <a:pt x="875" y="122"/>
                      <a:pt x="805" y="52"/>
                    </a:cubicBezTo>
                    <a:cubicBezTo>
                      <a:pt x="763" y="18"/>
                      <a:pt x="715" y="1"/>
                      <a:pt x="6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41"/>
              <p:cNvSpPr/>
              <p:nvPr/>
            </p:nvSpPr>
            <p:spPr>
              <a:xfrm>
                <a:off x="6908262" y="1371269"/>
                <a:ext cx="58220" cy="158592"/>
              </a:xfrm>
              <a:custGeom>
                <a:avLst/>
                <a:gdLst/>
                <a:ahLst/>
                <a:cxnLst/>
                <a:rect l="l" t="t" r="r" b="b"/>
                <a:pathLst>
                  <a:path w="1221" h="3326" extrusionOk="0">
                    <a:moveTo>
                      <a:pt x="1014" y="1"/>
                    </a:moveTo>
                    <a:cubicBezTo>
                      <a:pt x="967" y="1"/>
                      <a:pt x="922" y="18"/>
                      <a:pt x="888" y="52"/>
                    </a:cubicBezTo>
                    <a:cubicBezTo>
                      <a:pt x="1" y="940"/>
                      <a:pt x="1" y="2382"/>
                      <a:pt x="888" y="3270"/>
                    </a:cubicBezTo>
                    <a:cubicBezTo>
                      <a:pt x="916" y="3297"/>
                      <a:pt x="971" y="3325"/>
                      <a:pt x="1012" y="3325"/>
                    </a:cubicBezTo>
                    <a:cubicBezTo>
                      <a:pt x="1068" y="3325"/>
                      <a:pt x="1110" y="3297"/>
                      <a:pt x="1151" y="3270"/>
                    </a:cubicBezTo>
                    <a:cubicBezTo>
                      <a:pt x="1221" y="3201"/>
                      <a:pt x="1221" y="3076"/>
                      <a:pt x="1151" y="3007"/>
                    </a:cubicBezTo>
                    <a:cubicBezTo>
                      <a:pt x="402" y="2258"/>
                      <a:pt x="402" y="1051"/>
                      <a:pt x="1151" y="316"/>
                    </a:cubicBezTo>
                    <a:cubicBezTo>
                      <a:pt x="1221" y="247"/>
                      <a:pt x="1221" y="122"/>
                      <a:pt x="1151" y="52"/>
                    </a:cubicBezTo>
                    <a:cubicBezTo>
                      <a:pt x="1109" y="18"/>
                      <a:pt x="1061" y="1"/>
                      <a:pt x="10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41"/>
              <p:cNvSpPr/>
              <p:nvPr/>
            </p:nvSpPr>
            <p:spPr>
              <a:xfrm>
                <a:off x="7291781" y="1401691"/>
                <a:ext cx="41722" cy="97606"/>
              </a:xfrm>
              <a:custGeom>
                <a:avLst/>
                <a:gdLst/>
                <a:ahLst/>
                <a:cxnLst/>
                <a:rect l="l" t="t" r="r" b="b"/>
                <a:pathLst>
                  <a:path w="875" h="2047" extrusionOk="0">
                    <a:moveTo>
                      <a:pt x="210" y="1"/>
                    </a:moveTo>
                    <a:cubicBezTo>
                      <a:pt x="163" y="1"/>
                      <a:pt x="119" y="18"/>
                      <a:pt x="84" y="52"/>
                    </a:cubicBezTo>
                    <a:cubicBezTo>
                      <a:pt x="1" y="122"/>
                      <a:pt x="1" y="246"/>
                      <a:pt x="84" y="316"/>
                    </a:cubicBezTo>
                    <a:cubicBezTo>
                      <a:pt x="472" y="705"/>
                      <a:pt x="472" y="1343"/>
                      <a:pt x="84" y="1731"/>
                    </a:cubicBezTo>
                    <a:cubicBezTo>
                      <a:pt x="1" y="1800"/>
                      <a:pt x="1" y="1911"/>
                      <a:pt x="84" y="1994"/>
                    </a:cubicBezTo>
                    <a:cubicBezTo>
                      <a:pt x="119" y="2029"/>
                      <a:pt x="163" y="2046"/>
                      <a:pt x="210" y="2046"/>
                    </a:cubicBezTo>
                    <a:cubicBezTo>
                      <a:pt x="257" y="2046"/>
                      <a:pt x="305" y="2029"/>
                      <a:pt x="347" y="1994"/>
                    </a:cubicBezTo>
                    <a:cubicBezTo>
                      <a:pt x="874" y="1454"/>
                      <a:pt x="874" y="594"/>
                      <a:pt x="347" y="52"/>
                    </a:cubicBezTo>
                    <a:cubicBezTo>
                      <a:pt x="305" y="18"/>
                      <a:pt x="257" y="1"/>
                      <a:pt x="2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41"/>
              <p:cNvSpPr/>
              <p:nvPr/>
            </p:nvSpPr>
            <p:spPr>
              <a:xfrm>
                <a:off x="7322871" y="1371269"/>
                <a:ext cx="57600" cy="158449"/>
              </a:xfrm>
              <a:custGeom>
                <a:avLst/>
                <a:gdLst/>
                <a:ahLst/>
                <a:cxnLst/>
                <a:rect l="l" t="t" r="r" b="b"/>
                <a:pathLst>
                  <a:path w="1208" h="3323" extrusionOk="0">
                    <a:moveTo>
                      <a:pt x="196" y="1"/>
                    </a:moveTo>
                    <a:cubicBezTo>
                      <a:pt x="149" y="1"/>
                      <a:pt x="104" y="18"/>
                      <a:pt x="70" y="52"/>
                    </a:cubicBezTo>
                    <a:cubicBezTo>
                      <a:pt x="0" y="122"/>
                      <a:pt x="0" y="247"/>
                      <a:pt x="70" y="316"/>
                    </a:cubicBezTo>
                    <a:cubicBezTo>
                      <a:pt x="805" y="1051"/>
                      <a:pt x="805" y="2258"/>
                      <a:pt x="70" y="3007"/>
                    </a:cubicBezTo>
                    <a:cubicBezTo>
                      <a:pt x="0" y="3076"/>
                      <a:pt x="0" y="3201"/>
                      <a:pt x="70" y="3270"/>
                    </a:cubicBezTo>
                    <a:cubicBezTo>
                      <a:pt x="104" y="3305"/>
                      <a:pt x="149" y="3322"/>
                      <a:pt x="196" y="3322"/>
                    </a:cubicBezTo>
                    <a:cubicBezTo>
                      <a:pt x="243" y="3322"/>
                      <a:pt x="291" y="3305"/>
                      <a:pt x="333" y="3270"/>
                    </a:cubicBezTo>
                    <a:cubicBezTo>
                      <a:pt x="1207" y="2382"/>
                      <a:pt x="1207" y="940"/>
                      <a:pt x="333" y="52"/>
                    </a:cubicBezTo>
                    <a:cubicBezTo>
                      <a:pt x="291" y="18"/>
                      <a:pt x="243" y="1"/>
                      <a:pt x="1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41"/>
              <p:cNvSpPr/>
              <p:nvPr/>
            </p:nvSpPr>
            <p:spPr>
              <a:xfrm>
                <a:off x="7018030" y="1348476"/>
                <a:ext cx="19502" cy="17786"/>
              </a:xfrm>
              <a:custGeom>
                <a:avLst/>
                <a:gdLst/>
                <a:ahLst/>
                <a:cxnLst/>
                <a:rect l="l" t="t" r="r" b="b"/>
                <a:pathLst>
                  <a:path w="409" h="373" extrusionOk="0">
                    <a:moveTo>
                      <a:pt x="207" y="1"/>
                    </a:moveTo>
                    <a:cubicBezTo>
                      <a:pt x="168" y="1"/>
                      <a:pt x="128" y="14"/>
                      <a:pt x="97" y="46"/>
                    </a:cubicBezTo>
                    <a:cubicBezTo>
                      <a:pt x="14" y="101"/>
                      <a:pt x="1" y="212"/>
                      <a:pt x="56" y="295"/>
                    </a:cubicBezTo>
                    <a:cubicBezTo>
                      <a:pt x="93" y="348"/>
                      <a:pt x="148" y="373"/>
                      <a:pt x="204" y="373"/>
                    </a:cubicBezTo>
                    <a:cubicBezTo>
                      <a:pt x="292" y="373"/>
                      <a:pt x="380" y="309"/>
                      <a:pt x="389" y="198"/>
                    </a:cubicBezTo>
                    <a:cubicBezTo>
                      <a:pt x="409" y="88"/>
                      <a:pt x="307" y="1"/>
                      <a:pt x="2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60" name="Google Shape;1060;p41"/>
            <p:cNvSpPr txBox="1"/>
            <p:nvPr/>
          </p:nvSpPr>
          <p:spPr>
            <a:xfrm>
              <a:off x="1085175" y="1029513"/>
              <a:ext cx="858300" cy="1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Search</a:t>
              </a:r>
              <a:endParaRPr sz="11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endParaRPr>
            </a:p>
          </p:txBody>
        </p:sp>
        <p:sp>
          <p:nvSpPr>
            <p:cNvPr id="1061" name="Google Shape;1061;p41"/>
            <p:cNvSpPr txBox="1"/>
            <p:nvPr/>
          </p:nvSpPr>
          <p:spPr>
            <a:xfrm>
              <a:off x="1085175" y="1526138"/>
              <a:ext cx="858300" cy="1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Home</a:t>
              </a:r>
              <a:endParaRPr sz="11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endParaRPr>
            </a:p>
          </p:txBody>
        </p:sp>
        <p:sp>
          <p:nvSpPr>
            <p:cNvPr id="1062" name="Google Shape;1062;p41"/>
            <p:cNvSpPr txBox="1"/>
            <p:nvPr/>
          </p:nvSpPr>
          <p:spPr>
            <a:xfrm>
              <a:off x="1085175" y="2007575"/>
              <a:ext cx="858300" cy="1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Library</a:t>
              </a:r>
              <a:endParaRPr sz="11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endParaRPr>
            </a:p>
          </p:txBody>
        </p:sp>
        <p:cxnSp>
          <p:nvCxnSpPr>
            <p:cNvPr id="1063" name="Google Shape;1063;p41"/>
            <p:cNvCxnSpPr/>
            <p:nvPr/>
          </p:nvCxnSpPr>
          <p:spPr>
            <a:xfrm>
              <a:off x="729625" y="1355100"/>
              <a:ext cx="1238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4" name="Google Shape;1064;p41"/>
            <p:cNvCxnSpPr/>
            <p:nvPr/>
          </p:nvCxnSpPr>
          <p:spPr>
            <a:xfrm>
              <a:off x="729625" y="1845525"/>
              <a:ext cx="1238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65" name="Google Shape;1065;p41"/>
          <p:cNvGrpSpPr/>
          <p:nvPr/>
        </p:nvGrpSpPr>
        <p:grpSpPr>
          <a:xfrm>
            <a:off x="2465285" y="552003"/>
            <a:ext cx="599322" cy="250348"/>
            <a:chOff x="2465285" y="552003"/>
            <a:chExt cx="599322" cy="250348"/>
          </a:xfrm>
        </p:grpSpPr>
        <p:sp>
          <p:nvSpPr>
            <p:cNvPr id="1066" name="Google Shape;1066;p41"/>
            <p:cNvSpPr/>
            <p:nvPr/>
          </p:nvSpPr>
          <p:spPr>
            <a:xfrm>
              <a:off x="2465285" y="552003"/>
              <a:ext cx="255633" cy="250348"/>
            </a:xfrm>
            <a:custGeom>
              <a:avLst/>
              <a:gdLst/>
              <a:ahLst/>
              <a:cxnLst/>
              <a:rect l="l" t="t" r="r" b="b"/>
              <a:pathLst>
                <a:path w="11027" h="10799" extrusionOk="0">
                  <a:moveTo>
                    <a:pt x="5504" y="1"/>
                  </a:moveTo>
                  <a:cubicBezTo>
                    <a:pt x="5436" y="1"/>
                    <a:pt x="5367" y="2"/>
                    <a:pt x="5298" y="4"/>
                  </a:cubicBezTo>
                  <a:cubicBezTo>
                    <a:pt x="2331" y="130"/>
                    <a:pt x="1" y="2639"/>
                    <a:pt x="126" y="5621"/>
                  </a:cubicBezTo>
                  <a:cubicBezTo>
                    <a:pt x="234" y="8525"/>
                    <a:pt x="2618" y="10799"/>
                    <a:pt x="5498" y="10799"/>
                  </a:cubicBezTo>
                  <a:cubicBezTo>
                    <a:pt x="5575" y="10799"/>
                    <a:pt x="5652" y="10797"/>
                    <a:pt x="5729" y="10794"/>
                  </a:cubicBezTo>
                  <a:cubicBezTo>
                    <a:pt x="8710" y="10683"/>
                    <a:pt x="11027" y="8173"/>
                    <a:pt x="10916" y="5191"/>
                  </a:cubicBezTo>
                  <a:cubicBezTo>
                    <a:pt x="10793" y="2279"/>
                    <a:pt x="8395" y="1"/>
                    <a:pt x="55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41"/>
            <p:cNvSpPr/>
            <p:nvPr/>
          </p:nvSpPr>
          <p:spPr>
            <a:xfrm>
              <a:off x="2569277" y="620325"/>
              <a:ext cx="47650" cy="117350"/>
            </a:xfrm>
            <a:custGeom>
              <a:avLst/>
              <a:gdLst/>
              <a:ahLst/>
              <a:cxnLst/>
              <a:rect l="l" t="t" r="r" b="b"/>
              <a:pathLst>
                <a:path w="1906" h="4694" extrusionOk="0">
                  <a:moveTo>
                    <a:pt x="1906" y="0"/>
                  </a:moveTo>
                  <a:lnTo>
                    <a:pt x="0" y="2347"/>
                  </a:lnTo>
                  <a:lnTo>
                    <a:pt x="1857" y="4694"/>
                  </a:ln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8" name="Google Shape;1068;p41"/>
            <p:cNvSpPr/>
            <p:nvPr/>
          </p:nvSpPr>
          <p:spPr>
            <a:xfrm flipH="1">
              <a:off x="2808974" y="552003"/>
              <a:ext cx="255633" cy="250348"/>
            </a:xfrm>
            <a:custGeom>
              <a:avLst/>
              <a:gdLst/>
              <a:ahLst/>
              <a:cxnLst/>
              <a:rect l="l" t="t" r="r" b="b"/>
              <a:pathLst>
                <a:path w="11027" h="10799" extrusionOk="0">
                  <a:moveTo>
                    <a:pt x="5504" y="1"/>
                  </a:moveTo>
                  <a:cubicBezTo>
                    <a:pt x="5436" y="1"/>
                    <a:pt x="5367" y="2"/>
                    <a:pt x="5298" y="4"/>
                  </a:cubicBezTo>
                  <a:cubicBezTo>
                    <a:pt x="2331" y="130"/>
                    <a:pt x="1" y="2639"/>
                    <a:pt x="126" y="5621"/>
                  </a:cubicBezTo>
                  <a:cubicBezTo>
                    <a:pt x="234" y="8525"/>
                    <a:pt x="2618" y="10799"/>
                    <a:pt x="5498" y="10799"/>
                  </a:cubicBezTo>
                  <a:cubicBezTo>
                    <a:pt x="5575" y="10799"/>
                    <a:pt x="5652" y="10797"/>
                    <a:pt x="5729" y="10794"/>
                  </a:cubicBezTo>
                  <a:cubicBezTo>
                    <a:pt x="8710" y="10683"/>
                    <a:pt x="11027" y="8173"/>
                    <a:pt x="10916" y="5191"/>
                  </a:cubicBezTo>
                  <a:cubicBezTo>
                    <a:pt x="10793" y="2279"/>
                    <a:pt x="8395" y="1"/>
                    <a:pt x="55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41"/>
            <p:cNvSpPr/>
            <p:nvPr/>
          </p:nvSpPr>
          <p:spPr>
            <a:xfrm flipH="1">
              <a:off x="2912966" y="620325"/>
              <a:ext cx="47650" cy="117350"/>
            </a:xfrm>
            <a:custGeom>
              <a:avLst/>
              <a:gdLst/>
              <a:ahLst/>
              <a:cxnLst/>
              <a:rect l="l" t="t" r="r" b="b"/>
              <a:pathLst>
                <a:path w="1906" h="4694" extrusionOk="0">
                  <a:moveTo>
                    <a:pt x="1906" y="0"/>
                  </a:moveTo>
                  <a:lnTo>
                    <a:pt x="0" y="2347"/>
                  </a:lnTo>
                  <a:lnTo>
                    <a:pt x="1857" y="4694"/>
                  </a:ln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70" name="Google Shape;1070;p41"/>
          <p:cNvSpPr txBox="1"/>
          <p:nvPr/>
        </p:nvSpPr>
        <p:spPr>
          <a:xfrm>
            <a:off x="3256650" y="604125"/>
            <a:ext cx="16110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Spotify Mood Clustering</a:t>
            </a:r>
            <a:endParaRPr sz="1100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1071" name="Google Shape;1071;p41"/>
          <p:cNvSpPr/>
          <p:nvPr/>
        </p:nvSpPr>
        <p:spPr>
          <a:xfrm>
            <a:off x="4082875" y="3997913"/>
            <a:ext cx="4113600" cy="390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2" name="Google Shape;1072;p41"/>
          <p:cNvSpPr/>
          <p:nvPr/>
        </p:nvSpPr>
        <p:spPr>
          <a:xfrm>
            <a:off x="4082875" y="3997953"/>
            <a:ext cx="646900" cy="38915"/>
          </a:xfrm>
          <a:custGeom>
            <a:avLst/>
            <a:gdLst/>
            <a:ahLst/>
            <a:cxnLst/>
            <a:rect l="l" t="t" r="r" b="b"/>
            <a:pathLst>
              <a:path w="11304" h="680" extrusionOk="0">
                <a:moveTo>
                  <a:pt x="347" y="0"/>
                </a:moveTo>
                <a:cubicBezTo>
                  <a:pt x="153" y="0"/>
                  <a:pt x="0" y="152"/>
                  <a:pt x="0" y="347"/>
                </a:cubicBezTo>
                <a:cubicBezTo>
                  <a:pt x="0" y="527"/>
                  <a:pt x="153" y="679"/>
                  <a:pt x="347" y="679"/>
                </a:cubicBezTo>
                <a:lnTo>
                  <a:pt x="11248" y="679"/>
                </a:lnTo>
                <a:cubicBezTo>
                  <a:pt x="11248" y="458"/>
                  <a:pt x="11261" y="222"/>
                  <a:pt x="11303" y="0"/>
                </a:cubicBezTo>
                <a:close/>
              </a:path>
            </a:pathLst>
          </a:custGeom>
          <a:solidFill>
            <a:srgbClr val="FF6A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73" name="Google Shape;1073;p41"/>
          <p:cNvGrpSpPr/>
          <p:nvPr/>
        </p:nvGrpSpPr>
        <p:grpSpPr>
          <a:xfrm>
            <a:off x="4628132" y="3938380"/>
            <a:ext cx="146045" cy="146102"/>
            <a:chOff x="4628132" y="3938380"/>
            <a:chExt cx="146045" cy="146102"/>
          </a:xfrm>
        </p:grpSpPr>
        <p:sp>
          <p:nvSpPr>
            <p:cNvPr id="1074" name="Google Shape;1074;p41"/>
            <p:cNvSpPr/>
            <p:nvPr/>
          </p:nvSpPr>
          <p:spPr>
            <a:xfrm>
              <a:off x="4628132" y="3938380"/>
              <a:ext cx="146045" cy="146102"/>
            </a:xfrm>
            <a:custGeom>
              <a:avLst/>
              <a:gdLst/>
              <a:ahLst/>
              <a:cxnLst/>
              <a:rect l="l" t="t" r="r" b="b"/>
              <a:pathLst>
                <a:path w="2552" h="2553" extrusionOk="0">
                  <a:moveTo>
                    <a:pt x="1276" y="1"/>
                  </a:moveTo>
                  <a:cubicBezTo>
                    <a:pt x="568" y="1"/>
                    <a:pt x="0" y="570"/>
                    <a:pt x="0" y="1277"/>
                  </a:cubicBezTo>
                  <a:cubicBezTo>
                    <a:pt x="0" y="1984"/>
                    <a:pt x="568" y="2552"/>
                    <a:pt x="1276" y="2552"/>
                  </a:cubicBezTo>
                  <a:cubicBezTo>
                    <a:pt x="1983" y="2552"/>
                    <a:pt x="2552" y="1984"/>
                    <a:pt x="2552" y="1277"/>
                  </a:cubicBezTo>
                  <a:cubicBezTo>
                    <a:pt x="2552" y="570"/>
                    <a:pt x="1983" y="1"/>
                    <a:pt x="12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41"/>
            <p:cNvSpPr/>
            <p:nvPr/>
          </p:nvSpPr>
          <p:spPr>
            <a:xfrm>
              <a:off x="4672540" y="3982845"/>
              <a:ext cx="57228" cy="57170"/>
            </a:xfrm>
            <a:custGeom>
              <a:avLst/>
              <a:gdLst/>
              <a:ahLst/>
              <a:cxnLst/>
              <a:rect l="l" t="t" r="r" b="b"/>
              <a:pathLst>
                <a:path w="1000" h="999" extrusionOk="0">
                  <a:moveTo>
                    <a:pt x="500" y="0"/>
                  </a:moveTo>
                  <a:cubicBezTo>
                    <a:pt x="223" y="0"/>
                    <a:pt x="1" y="222"/>
                    <a:pt x="1" y="500"/>
                  </a:cubicBezTo>
                  <a:cubicBezTo>
                    <a:pt x="1" y="777"/>
                    <a:pt x="223" y="999"/>
                    <a:pt x="500" y="999"/>
                  </a:cubicBezTo>
                  <a:cubicBezTo>
                    <a:pt x="777" y="999"/>
                    <a:pt x="999" y="777"/>
                    <a:pt x="999" y="500"/>
                  </a:cubicBezTo>
                  <a:cubicBezTo>
                    <a:pt x="999" y="222"/>
                    <a:pt x="777" y="0"/>
                    <a:pt x="500" y="0"/>
                  </a:cubicBezTo>
                  <a:close/>
                </a:path>
              </a:pathLst>
            </a:custGeom>
            <a:solidFill>
              <a:srgbClr val="FF6A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6" name="Google Shape;1076;p41"/>
          <p:cNvGrpSpPr/>
          <p:nvPr/>
        </p:nvGrpSpPr>
        <p:grpSpPr>
          <a:xfrm>
            <a:off x="2929509" y="3770100"/>
            <a:ext cx="492273" cy="482094"/>
            <a:chOff x="2929509" y="3770100"/>
            <a:chExt cx="492273" cy="482094"/>
          </a:xfrm>
        </p:grpSpPr>
        <p:sp>
          <p:nvSpPr>
            <p:cNvPr id="1077" name="Google Shape;1077;p41"/>
            <p:cNvSpPr/>
            <p:nvPr/>
          </p:nvSpPr>
          <p:spPr>
            <a:xfrm>
              <a:off x="2929509" y="3770100"/>
              <a:ext cx="492273" cy="482094"/>
            </a:xfrm>
            <a:custGeom>
              <a:avLst/>
              <a:gdLst/>
              <a:ahLst/>
              <a:cxnLst/>
              <a:rect l="l" t="t" r="r" b="b"/>
              <a:pathLst>
                <a:path w="11027" h="10799" extrusionOk="0">
                  <a:moveTo>
                    <a:pt x="5504" y="1"/>
                  </a:moveTo>
                  <a:cubicBezTo>
                    <a:pt x="5436" y="1"/>
                    <a:pt x="5367" y="2"/>
                    <a:pt x="5298" y="4"/>
                  </a:cubicBezTo>
                  <a:cubicBezTo>
                    <a:pt x="2331" y="130"/>
                    <a:pt x="1" y="2639"/>
                    <a:pt x="126" y="5621"/>
                  </a:cubicBezTo>
                  <a:cubicBezTo>
                    <a:pt x="234" y="8525"/>
                    <a:pt x="2618" y="10799"/>
                    <a:pt x="5498" y="10799"/>
                  </a:cubicBezTo>
                  <a:cubicBezTo>
                    <a:pt x="5575" y="10799"/>
                    <a:pt x="5652" y="10797"/>
                    <a:pt x="5729" y="10794"/>
                  </a:cubicBezTo>
                  <a:cubicBezTo>
                    <a:pt x="8710" y="10683"/>
                    <a:pt x="11027" y="8173"/>
                    <a:pt x="10916" y="5191"/>
                  </a:cubicBezTo>
                  <a:cubicBezTo>
                    <a:pt x="10793" y="2279"/>
                    <a:pt x="8395" y="1"/>
                    <a:pt x="5504" y="1"/>
                  </a:cubicBezTo>
                  <a:close/>
                </a:path>
              </a:pathLst>
            </a:custGeom>
            <a:solidFill>
              <a:srgbClr val="FF6A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41"/>
            <p:cNvSpPr/>
            <p:nvPr/>
          </p:nvSpPr>
          <p:spPr>
            <a:xfrm>
              <a:off x="3111563" y="3938092"/>
              <a:ext cx="42768" cy="146115"/>
            </a:xfrm>
            <a:custGeom>
              <a:avLst/>
              <a:gdLst/>
              <a:ahLst/>
              <a:cxnLst/>
              <a:rect l="l" t="t" r="r" b="b"/>
              <a:pathLst>
                <a:path w="958" h="3273" extrusionOk="0">
                  <a:moveTo>
                    <a:pt x="0" y="0"/>
                  </a:moveTo>
                  <a:lnTo>
                    <a:pt x="0" y="3273"/>
                  </a:lnTo>
                  <a:lnTo>
                    <a:pt x="958" y="3273"/>
                  </a:lnTo>
                  <a:lnTo>
                    <a:pt x="95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41"/>
            <p:cNvSpPr/>
            <p:nvPr/>
          </p:nvSpPr>
          <p:spPr>
            <a:xfrm>
              <a:off x="3192679" y="3938092"/>
              <a:ext cx="43393" cy="146115"/>
            </a:xfrm>
            <a:custGeom>
              <a:avLst/>
              <a:gdLst/>
              <a:ahLst/>
              <a:cxnLst/>
              <a:rect l="l" t="t" r="r" b="b"/>
              <a:pathLst>
                <a:path w="972" h="3273" extrusionOk="0">
                  <a:moveTo>
                    <a:pt x="0" y="0"/>
                  </a:moveTo>
                  <a:lnTo>
                    <a:pt x="0" y="3273"/>
                  </a:lnTo>
                  <a:lnTo>
                    <a:pt x="971" y="3273"/>
                  </a:lnTo>
                  <a:lnTo>
                    <a:pt x="97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0" name="Google Shape;1080;p41"/>
          <p:cNvGrpSpPr/>
          <p:nvPr/>
        </p:nvGrpSpPr>
        <p:grpSpPr>
          <a:xfrm>
            <a:off x="3563484" y="3880458"/>
            <a:ext cx="261293" cy="261337"/>
            <a:chOff x="3563484" y="3880458"/>
            <a:chExt cx="261293" cy="261337"/>
          </a:xfrm>
        </p:grpSpPr>
        <p:sp>
          <p:nvSpPr>
            <p:cNvPr id="1081" name="Google Shape;1081;p41"/>
            <p:cNvSpPr/>
            <p:nvPr/>
          </p:nvSpPr>
          <p:spPr>
            <a:xfrm>
              <a:off x="3563484" y="3880458"/>
              <a:ext cx="261293" cy="261337"/>
            </a:xfrm>
            <a:custGeom>
              <a:avLst/>
              <a:gdLst/>
              <a:ahLst/>
              <a:cxnLst/>
              <a:rect l="l" t="t" r="r" b="b"/>
              <a:pathLst>
                <a:path w="5853" h="5854" extrusionOk="0">
                  <a:moveTo>
                    <a:pt x="2927" y="1"/>
                  </a:moveTo>
                  <a:cubicBezTo>
                    <a:pt x="1319" y="1"/>
                    <a:pt x="1" y="1319"/>
                    <a:pt x="1" y="2928"/>
                  </a:cubicBezTo>
                  <a:cubicBezTo>
                    <a:pt x="1" y="4550"/>
                    <a:pt x="1319" y="5853"/>
                    <a:pt x="2927" y="5853"/>
                  </a:cubicBezTo>
                  <a:cubicBezTo>
                    <a:pt x="4549" y="5853"/>
                    <a:pt x="5853" y="4550"/>
                    <a:pt x="5853" y="2928"/>
                  </a:cubicBezTo>
                  <a:cubicBezTo>
                    <a:pt x="5853" y="1319"/>
                    <a:pt x="4549" y="1"/>
                    <a:pt x="29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41"/>
            <p:cNvSpPr/>
            <p:nvPr/>
          </p:nvSpPr>
          <p:spPr>
            <a:xfrm>
              <a:off x="3665672" y="3983226"/>
              <a:ext cx="48928" cy="56428"/>
            </a:xfrm>
            <a:custGeom>
              <a:avLst/>
              <a:gdLst/>
              <a:ahLst/>
              <a:cxnLst/>
              <a:rect l="l" t="t" r="r" b="b"/>
              <a:pathLst>
                <a:path w="1096" h="1264" extrusionOk="0">
                  <a:moveTo>
                    <a:pt x="0" y="1"/>
                  </a:moveTo>
                  <a:lnTo>
                    <a:pt x="0" y="1263"/>
                  </a:lnTo>
                  <a:lnTo>
                    <a:pt x="1095" y="62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41"/>
            <p:cNvSpPr/>
            <p:nvPr/>
          </p:nvSpPr>
          <p:spPr>
            <a:xfrm>
              <a:off x="3714556" y="3983226"/>
              <a:ext cx="8125" cy="55803"/>
            </a:xfrm>
            <a:custGeom>
              <a:avLst/>
              <a:gdLst/>
              <a:ahLst/>
              <a:cxnLst/>
              <a:rect l="l" t="t" r="r" b="b"/>
              <a:pathLst>
                <a:path w="182" h="1250" extrusionOk="0">
                  <a:moveTo>
                    <a:pt x="0" y="1"/>
                  </a:moveTo>
                  <a:lnTo>
                    <a:pt x="0" y="1249"/>
                  </a:lnTo>
                  <a:lnTo>
                    <a:pt x="181" y="1249"/>
                  </a:lnTo>
                  <a:lnTo>
                    <a:pt x="18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4" name="Google Shape;1084;p41"/>
          <p:cNvGrpSpPr/>
          <p:nvPr/>
        </p:nvGrpSpPr>
        <p:grpSpPr>
          <a:xfrm>
            <a:off x="2510400" y="3880458"/>
            <a:ext cx="260668" cy="261337"/>
            <a:chOff x="2510400" y="3880458"/>
            <a:chExt cx="260668" cy="261337"/>
          </a:xfrm>
        </p:grpSpPr>
        <p:sp>
          <p:nvSpPr>
            <p:cNvPr id="1085" name="Google Shape;1085;p41"/>
            <p:cNvSpPr/>
            <p:nvPr/>
          </p:nvSpPr>
          <p:spPr>
            <a:xfrm>
              <a:off x="2510400" y="3880458"/>
              <a:ext cx="260668" cy="261337"/>
            </a:xfrm>
            <a:custGeom>
              <a:avLst/>
              <a:gdLst/>
              <a:ahLst/>
              <a:cxnLst/>
              <a:rect l="l" t="t" r="r" b="b"/>
              <a:pathLst>
                <a:path w="5839" h="5854" extrusionOk="0">
                  <a:moveTo>
                    <a:pt x="2913" y="1"/>
                  </a:moveTo>
                  <a:cubicBezTo>
                    <a:pt x="1304" y="1"/>
                    <a:pt x="1" y="1319"/>
                    <a:pt x="1" y="2928"/>
                  </a:cubicBezTo>
                  <a:cubicBezTo>
                    <a:pt x="1" y="4550"/>
                    <a:pt x="1304" y="5853"/>
                    <a:pt x="2913" y="5853"/>
                  </a:cubicBezTo>
                  <a:cubicBezTo>
                    <a:pt x="4535" y="5853"/>
                    <a:pt x="5839" y="4550"/>
                    <a:pt x="5839" y="2928"/>
                  </a:cubicBezTo>
                  <a:cubicBezTo>
                    <a:pt x="5839" y="1319"/>
                    <a:pt x="4535" y="1"/>
                    <a:pt x="29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41"/>
            <p:cNvSpPr/>
            <p:nvPr/>
          </p:nvSpPr>
          <p:spPr>
            <a:xfrm>
              <a:off x="2619954" y="3983226"/>
              <a:ext cx="49017" cy="56428"/>
            </a:xfrm>
            <a:custGeom>
              <a:avLst/>
              <a:gdLst/>
              <a:ahLst/>
              <a:cxnLst/>
              <a:rect l="l" t="t" r="r" b="b"/>
              <a:pathLst>
                <a:path w="1098" h="1264" extrusionOk="0">
                  <a:moveTo>
                    <a:pt x="1097" y="1"/>
                  </a:moveTo>
                  <a:lnTo>
                    <a:pt x="1" y="626"/>
                  </a:lnTo>
                  <a:lnTo>
                    <a:pt x="1097" y="1263"/>
                  </a:lnTo>
                  <a:lnTo>
                    <a:pt x="109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41"/>
            <p:cNvSpPr/>
            <p:nvPr/>
          </p:nvSpPr>
          <p:spPr>
            <a:xfrm>
              <a:off x="2612543" y="3983226"/>
              <a:ext cx="7455" cy="55803"/>
            </a:xfrm>
            <a:custGeom>
              <a:avLst/>
              <a:gdLst/>
              <a:ahLst/>
              <a:cxnLst/>
              <a:rect l="l" t="t" r="r" b="b"/>
              <a:pathLst>
                <a:path w="167" h="1250" extrusionOk="0">
                  <a:moveTo>
                    <a:pt x="1" y="1"/>
                  </a:moveTo>
                  <a:lnTo>
                    <a:pt x="1" y="1249"/>
                  </a:lnTo>
                  <a:lnTo>
                    <a:pt x="167" y="1249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45"/>
          <p:cNvSpPr txBox="1">
            <a:spLocks noGrp="1"/>
          </p:cNvSpPr>
          <p:nvPr>
            <p:ph type="title"/>
          </p:nvPr>
        </p:nvSpPr>
        <p:spPr>
          <a:xfrm>
            <a:off x="1998350" y="540000"/>
            <a:ext cx="6425700" cy="47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Mood Cluster Composition (K=4)</a:t>
            </a:r>
            <a:endParaRPr/>
          </a:p>
        </p:txBody>
      </p:sp>
      <p:grpSp>
        <p:nvGrpSpPr>
          <p:cNvPr id="1283" name="Google Shape;1283;p45"/>
          <p:cNvGrpSpPr/>
          <p:nvPr/>
        </p:nvGrpSpPr>
        <p:grpSpPr>
          <a:xfrm>
            <a:off x="723837" y="552000"/>
            <a:ext cx="1218671" cy="1640915"/>
            <a:chOff x="723837" y="552000"/>
            <a:chExt cx="1218671" cy="1640915"/>
          </a:xfrm>
        </p:grpSpPr>
        <p:sp>
          <p:nvSpPr>
            <p:cNvPr id="1284" name="Google Shape;1284;p45"/>
            <p:cNvSpPr/>
            <p:nvPr/>
          </p:nvSpPr>
          <p:spPr>
            <a:xfrm>
              <a:off x="729625" y="552000"/>
              <a:ext cx="98100" cy="98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45"/>
            <p:cNvSpPr/>
            <p:nvPr/>
          </p:nvSpPr>
          <p:spPr>
            <a:xfrm>
              <a:off x="882900" y="552000"/>
              <a:ext cx="98100" cy="98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45"/>
            <p:cNvSpPr/>
            <p:nvPr/>
          </p:nvSpPr>
          <p:spPr>
            <a:xfrm>
              <a:off x="1036175" y="552000"/>
              <a:ext cx="98100" cy="98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45"/>
            <p:cNvSpPr/>
            <p:nvPr/>
          </p:nvSpPr>
          <p:spPr>
            <a:xfrm>
              <a:off x="1379968" y="618464"/>
              <a:ext cx="255633" cy="250348"/>
            </a:xfrm>
            <a:custGeom>
              <a:avLst/>
              <a:gdLst/>
              <a:ahLst/>
              <a:cxnLst/>
              <a:rect l="l" t="t" r="r" b="b"/>
              <a:pathLst>
                <a:path w="11027" h="10799" extrusionOk="0">
                  <a:moveTo>
                    <a:pt x="5504" y="1"/>
                  </a:moveTo>
                  <a:cubicBezTo>
                    <a:pt x="5436" y="1"/>
                    <a:pt x="5367" y="2"/>
                    <a:pt x="5298" y="4"/>
                  </a:cubicBezTo>
                  <a:cubicBezTo>
                    <a:pt x="2331" y="130"/>
                    <a:pt x="1" y="2639"/>
                    <a:pt x="126" y="5621"/>
                  </a:cubicBezTo>
                  <a:cubicBezTo>
                    <a:pt x="234" y="8525"/>
                    <a:pt x="2618" y="10799"/>
                    <a:pt x="5498" y="10799"/>
                  </a:cubicBezTo>
                  <a:cubicBezTo>
                    <a:pt x="5575" y="10799"/>
                    <a:pt x="5652" y="10797"/>
                    <a:pt x="5729" y="10794"/>
                  </a:cubicBezTo>
                  <a:cubicBezTo>
                    <a:pt x="8710" y="10683"/>
                    <a:pt x="11027" y="8173"/>
                    <a:pt x="10916" y="5191"/>
                  </a:cubicBezTo>
                  <a:cubicBezTo>
                    <a:pt x="10793" y="2279"/>
                    <a:pt x="8395" y="1"/>
                    <a:pt x="55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45"/>
            <p:cNvSpPr/>
            <p:nvPr/>
          </p:nvSpPr>
          <p:spPr>
            <a:xfrm>
              <a:off x="1483960" y="686786"/>
              <a:ext cx="47650" cy="117350"/>
            </a:xfrm>
            <a:custGeom>
              <a:avLst/>
              <a:gdLst/>
              <a:ahLst/>
              <a:cxnLst/>
              <a:rect l="l" t="t" r="r" b="b"/>
              <a:pathLst>
                <a:path w="1906" h="4694" extrusionOk="0">
                  <a:moveTo>
                    <a:pt x="1906" y="0"/>
                  </a:moveTo>
                  <a:lnTo>
                    <a:pt x="0" y="2347"/>
                  </a:lnTo>
                  <a:lnTo>
                    <a:pt x="1857" y="4694"/>
                  </a:ln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89" name="Google Shape;1289;p45"/>
            <p:cNvSpPr/>
            <p:nvPr/>
          </p:nvSpPr>
          <p:spPr>
            <a:xfrm flipH="1">
              <a:off x="1686874" y="618464"/>
              <a:ext cx="255633" cy="250348"/>
            </a:xfrm>
            <a:custGeom>
              <a:avLst/>
              <a:gdLst/>
              <a:ahLst/>
              <a:cxnLst/>
              <a:rect l="l" t="t" r="r" b="b"/>
              <a:pathLst>
                <a:path w="11027" h="10799" extrusionOk="0">
                  <a:moveTo>
                    <a:pt x="5504" y="1"/>
                  </a:moveTo>
                  <a:cubicBezTo>
                    <a:pt x="5436" y="1"/>
                    <a:pt x="5367" y="2"/>
                    <a:pt x="5298" y="4"/>
                  </a:cubicBezTo>
                  <a:cubicBezTo>
                    <a:pt x="2331" y="130"/>
                    <a:pt x="1" y="2639"/>
                    <a:pt x="126" y="5621"/>
                  </a:cubicBezTo>
                  <a:cubicBezTo>
                    <a:pt x="234" y="8525"/>
                    <a:pt x="2618" y="10799"/>
                    <a:pt x="5498" y="10799"/>
                  </a:cubicBezTo>
                  <a:cubicBezTo>
                    <a:pt x="5575" y="10799"/>
                    <a:pt x="5652" y="10797"/>
                    <a:pt x="5729" y="10794"/>
                  </a:cubicBezTo>
                  <a:cubicBezTo>
                    <a:pt x="8710" y="10683"/>
                    <a:pt x="11027" y="8173"/>
                    <a:pt x="10916" y="5191"/>
                  </a:cubicBezTo>
                  <a:cubicBezTo>
                    <a:pt x="10793" y="2279"/>
                    <a:pt x="8395" y="1"/>
                    <a:pt x="55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45"/>
            <p:cNvSpPr/>
            <p:nvPr/>
          </p:nvSpPr>
          <p:spPr>
            <a:xfrm flipH="1">
              <a:off x="1790866" y="686786"/>
              <a:ext cx="47650" cy="117350"/>
            </a:xfrm>
            <a:custGeom>
              <a:avLst/>
              <a:gdLst/>
              <a:ahLst/>
              <a:cxnLst/>
              <a:rect l="l" t="t" r="r" b="b"/>
              <a:pathLst>
                <a:path w="1906" h="4694" extrusionOk="0">
                  <a:moveTo>
                    <a:pt x="1906" y="0"/>
                  </a:moveTo>
                  <a:lnTo>
                    <a:pt x="0" y="2347"/>
                  </a:lnTo>
                  <a:lnTo>
                    <a:pt x="1857" y="4694"/>
                  </a:ln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91" name="Google Shape;1291;p45"/>
            <p:cNvGrpSpPr/>
            <p:nvPr/>
          </p:nvGrpSpPr>
          <p:grpSpPr>
            <a:xfrm>
              <a:off x="729630" y="1968358"/>
              <a:ext cx="255615" cy="224557"/>
              <a:chOff x="6184139" y="1980808"/>
              <a:chExt cx="451696" cy="396814"/>
            </a:xfrm>
          </p:grpSpPr>
          <p:sp>
            <p:nvSpPr>
              <p:cNvPr id="1292" name="Google Shape;1292;p45"/>
              <p:cNvSpPr/>
              <p:nvPr/>
            </p:nvSpPr>
            <p:spPr>
              <a:xfrm>
                <a:off x="6184139" y="1980808"/>
                <a:ext cx="451696" cy="396814"/>
              </a:xfrm>
              <a:custGeom>
                <a:avLst/>
                <a:gdLst/>
                <a:ahLst/>
                <a:cxnLst/>
                <a:rect l="l" t="t" r="r" b="b"/>
                <a:pathLst>
                  <a:path w="9473" h="8322" extrusionOk="0">
                    <a:moveTo>
                      <a:pt x="4272" y="361"/>
                    </a:moveTo>
                    <a:cubicBezTo>
                      <a:pt x="4675" y="361"/>
                      <a:pt x="5063" y="583"/>
                      <a:pt x="5257" y="943"/>
                    </a:cubicBezTo>
                    <a:cubicBezTo>
                      <a:pt x="5285" y="1013"/>
                      <a:pt x="5354" y="1041"/>
                      <a:pt x="5437" y="1041"/>
                    </a:cubicBezTo>
                    <a:cubicBezTo>
                      <a:pt x="5466" y="1038"/>
                      <a:pt x="5495" y="1036"/>
                      <a:pt x="5524" y="1036"/>
                    </a:cubicBezTo>
                    <a:cubicBezTo>
                      <a:pt x="5868" y="1036"/>
                      <a:pt x="6196" y="1263"/>
                      <a:pt x="6324" y="1596"/>
                    </a:cubicBezTo>
                    <a:cubicBezTo>
                      <a:pt x="6349" y="1657"/>
                      <a:pt x="6408" y="1709"/>
                      <a:pt x="6480" y="1709"/>
                    </a:cubicBezTo>
                    <a:cubicBezTo>
                      <a:pt x="6489" y="1709"/>
                      <a:pt x="6497" y="1708"/>
                      <a:pt x="6505" y="1707"/>
                    </a:cubicBezTo>
                    <a:cubicBezTo>
                      <a:pt x="6521" y="1705"/>
                      <a:pt x="6536" y="1704"/>
                      <a:pt x="6552" y="1704"/>
                    </a:cubicBezTo>
                    <a:cubicBezTo>
                      <a:pt x="6838" y="1704"/>
                      <a:pt x="7088" y="1944"/>
                      <a:pt x="7088" y="2234"/>
                    </a:cubicBezTo>
                    <a:cubicBezTo>
                      <a:pt x="7088" y="2524"/>
                      <a:pt x="6851" y="2760"/>
                      <a:pt x="6561" y="2760"/>
                    </a:cubicBezTo>
                    <a:lnTo>
                      <a:pt x="6311" y="2760"/>
                    </a:lnTo>
                    <a:lnTo>
                      <a:pt x="6311" y="2178"/>
                    </a:lnTo>
                    <a:cubicBezTo>
                      <a:pt x="6311" y="2073"/>
                      <a:pt x="6222" y="1988"/>
                      <a:pt x="6120" y="1988"/>
                    </a:cubicBezTo>
                    <a:cubicBezTo>
                      <a:pt x="6101" y="1988"/>
                      <a:pt x="6081" y="1991"/>
                      <a:pt x="6061" y="1997"/>
                    </a:cubicBezTo>
                    <a:lnTo>
                      <a:pt x="4064" y="2566"/>
                    </a:lnTo>
                    <a:cubicBezTo>
                      <a:pt x="3981" y="2594"/>
                      <a:pt x="3926" y="2677"/>
                      <a:pt x="3939" y="2760"/>
                    </a:cubicBezTo>
                    <a:lnTo>
                      <a:pt x="3066" y="2760"/>
                    </a:lnTo>
                    <a:cubicBezTo>
                      <a:pt x="2678" y="2760"/>
                      <a:pt x="2345" y="2413"/>
                      <a:pt x="2373" y="2025"/>
                    </a:cubicBezTo>
                    <a:cubicBezTo>
                      <a:pt x="2373" y="1886"/>
                      <a:pt x="2441" y="1720"/>
                      <a:pt x="2552" y="1609"/>
                    </a:cubicBezTo>
                    <a:cubicBezTo>
                      <a:pt x="2678" y="1470"/>
                      <a:pt x="2830" y="1401"/>
                      <a:pt x="3011" y="1387"/>
                    </a:cubicBezTo>
                    <a:cubicBezTo>
                      <a:pt x="3094" y="1374"/>
                      <a:pt x="3163" y="1318"/>
                      <a:pt x="3177" y="1235"/>
                    </a:cubicBezTo>
                    <a:cubicBezTo>
                      <a:pt x="3232" y="999"/>
                      <a:pt x="3371" y="777"/>
                      <a:pt x="3565" y="610"/>
                    </a:cubicBezTo>
                    <a:cubicBezTo>
                      <a:pt x="3773" y="444"/>
                      <a:pt x="4009" y="361"/>
                      <a:pt x="4272" y="361"/>
                    </a:cubicBezTo>
                    <a:close/>
                    <a:moveTo>
                      <a:pt x="5936" y="2413"/>
                    </a:moveTo>
                    <a:lnTo>
                      <a:pt x="5936" y="2816"/>
                    </a:lnTo>
                    <a:lnTo>
                      <a:pt x="4300" y="3301"/>
                    </a:lnTo>
                    <a:lnTo>
                      <a:pt x="4300" y="2885"/>
                    </a:lnTo>
                    <a:lnTo>
                      <a:pt x="5936" y="2413"/>
                    </a:lnTo>
                    <a:close/>
                    <a:moveTo>
                      <a:pt x="5618" y="4493"/>
                    </a:moveTo>
                    <a:cubicBezTo>
                      <a:pt x="5797" y="4493"/>
                      <a:pt x="5936" y="4632"/>
                      <a:pt x="5936" y="4813"/>
                    </a:cubicBezTo>
                    <a:lnTo>
                      <a:pt x="5936" y="4826"/>
                    </a:lnTo>
                    <a:lnTo>
                      <a:pt x="5936" y="4841"/>
                    </a:lnTo>
                    <a:cubicBezTo>
                      <a:pt x="5936" y="5007"/>
                      <a:pt x="5797" y="5146"/>
                      <a:pt x="5618" y="5146"/>
                    </a:cubicBezTo>
                    <a:lnTo>
                      <a:pt x="5326" y="5146"/>
                    </a:lnTo>
                    <a:cubicBezTo>
                      <a:pt x="5146" y="5146"/>
                      <a:pt x="5007" y="5007"/>
                      <a:pt x="5007" y="4841"/>
                    </a:cubicBezTo>
                    <a:lnTo>
                      <a:pt x="5007" y="4813"/>
                    </a:lnTo>
                    <a:cubicBezTo>
                      <a:pt x="5007" y="4632"/>
                      <a:pt x="5146" y="4493"/>
                      <a:pt x="5326" y="4493"/>
                    </a:cubicBezTo>
                    <a:close/>
                    <a:moveTo>
                      <a:pt x="3621" y="4909"/>
                    </a:moveTo>
                    <a:cubicBezTo>
                      <a:pt x="3800" y="4909"/>
                      <a:pt x="3939" y="5048"/>
                      <a:pt x="3939" y="5215"/>
                    </a:cubicBezTo>
                    <a:lnTo>
                      <a:pt x="3939" y="5229"/>
                    </a:lnTo>
                    <a:lnTo>
                      <a:pt x="3939" y="5242"/>
                    </a:lnTo>
                    <a:cubicBezTo>
                      <a:pt x="3939" y="5409"/>
                      <a:pt x="3800" y="5547"/>
                      <a:pt x="3621" y="5547"/>
                    </a:cubicBezTo>
                    <a:lnTo>
                      <a:pt x="3316" y="5547"/>
                    </a:lnTo>
                    <a:cubicBezTo>
                      <a:pt x="3149" y="5547"/>
                      <a:pt x="3011" y="5409"/>
                      <a:pt x="3011" y="5242"/>
                    </a:cubicBezTo>
                    <a:lnTo>
                      <a:pt x="3011" y="5215"/>
                    </a:lnTo>
                    <a:cubicBezTo>
                      <a:pt x="3011" y="5048"/>
                      <a:pt x="3149" y="4909"/>
                      <a:pt x="3316" y="4909"/>
                    </a:cubicBezTo>
                    <a:close/>
                    <a:moveTo>
                      <a:pt x="7615" y="2483"/>
                    </a:moveTo>
                    <a:lnTo>
                      <a:pt x="7615" y="6200"/>
                    </a:lnTo>
                    <a:lnTo>
                      <a:pt x="1873" y="6200"/>
                    </a:lnTo>
                    <a:lnTo>
                      <a:pt x="1873" y="2483"/>
                    </a:lnTo>
                    <a:lnTo>
                      <a:pt x="2081" y="2483"/>
                    </a:lnTo>
                    <a:cubicBezTo>
                      <a:pt x="2247" y="2871"/>
                      <a:pt x="2636" y="3134"/>
                      <a:pt x="3066" y="3134"/>
                    </a:cubicBezTo>
                    <a:lnTo>
                      <a:pt x="3939" y="3134"/>
                    </a:lnTo>
                    <a:lnTo>
                      <a:pt x="3939" y="4619"/>
                    </a:lnTo>
                    <a:cubicBezTo>
                      <a:pt x="3843" y="4563"/>
                      <a:pt x="3732" y="4536"/>
                      <a:pt x="3621" y="4536"/>
                    </a:cubicBezTo>
                    <a:lnTo>
                      <a:pt x="3316" y="4536"/>
                    </a:lnTo>
                    <a:cubicBezTo>
                      <a:pt x="2941" y="4536"/>
                      <a:pt x="2636" y="4841"/>
                      <a:pt x="2636" y="5215"/>
                    </a:cubicBezTo>
                    <a:lnTo>
                      <a:pt x="2636" y="5242"/>
                    </a:lnTo>
                    <a:cubicBezTo>
                      <a:pt x="2636" y="5617"/>
                      <a:pt x="2941" y="5922"/>
                      <a:pt x="3316" y="5922"/>
                    </a:cubicBezTo>
                    <a:lnTo>
                      <a:pt x="3621" y="5922"/>
                    </a:lnTo>
                    <a:cubicBezTo>
                      <a:pt x="4009" y="5922"/>
                      <a:pt x="4300" y="5590"/>
                      <a:pt x="4300" y="5215"/>
                    </a:cubicBezTo>
                    <a:lnTo>
                      <a:pt x="4300" y="3676"/>
                    </a:lnTo>
                    <a:lnTo>
                      <a:pt x="5936" y="3204"/>
                    </a:lnTo>
                    <a:lnTo>
                      <a:pt x="5936" y="4203"/>
                    </a:lnTo>
                    <a:cubicBezTo>
                      <a:pt x="5840" y="4161"/>
                      <a:pt x="5742" y="4133"/>
                      <a:pt x="5618" y="4133"/>
                    </a:cubicBezTo>
                    <a:lnTo>
                      <a:pt x="5326" y="4133"/>
                    </a:lnTo>
                    <a:cubicBezTo>
                      <a:pt x="4952" y="4133"/>
                      <a:pt x="4647" y="4438"/>
                      <a:pt x="4647" y="4813"/>
                    </a:cubicBezTo>
                    <a:lnTo>
                      <a:pt x="4647" y="4841"/>
                    </a:lnTo>
                    <a:cubicBezTo>
                      <a:pt x="4647" y="5215"/>
                      <a:pt x="4952" y="5520"/>
                      <a:pt x="5326" y="5520"/>
                    </a:cubicBezTo>
                    <a:lnTo>
                      <a:pt x="5618" y="5520"/>
                    </a:lnTo>
                    <a:cubicBezTo>
                      <a:pt x="6006" y="5520"/>
                      <a:pt x="6311" y="5187"/>
                      <a:pt x="6311" y="4813"/>
                    </a:cubicBezTo>
                    <a:lnTo>
                      <a:pt x="6311" y="3134"/>
                    </a:lnTo>
                    <a:lnTo>
                      <a:pt x="6561" y="3134"/>
                    </a:lnTo>
                    <a:cubicBezTo>
                      <a:pt x="6962" y="3134"/>
                      <a:pt x="7323" y="2857"/>
                      <a:pt x="7434" y="2483"/>
                    </a:cubicBezTo>
                    <a:close/>
                    <a:moveTo>
                      <a:pt x="8044" y="1664"/>
                    </a:moveTo>
                    <a:cubicBezTo>
                      <a:pt x="8253" y="1664"/>
                      <a:pt x="8432" y="1831"/>
                      <a:pt x="8432" y="2053"/>
                    </a:cubicBezTo>
                    <a:lnTo>
                      <a:pt x="8432" y="6629"/>
                    </a:lnTo>
                    <a:cubicBezTo>
                      <a:pt x="8432" y="6838"/>
                      <a:pt x="8253" y="7017"/>
                      <a:pt x="8044" y="7017"/>
                    </a:cubicBezTo>
                    <a:lnTo>
                      <a:pt x="1443" y="7017"/>
                    </a:lnTo>
                    <a:cubicBezTo>
                      <a:pt x="1221" y="7017"/>
                      <a:pt x="1055" y="6838"/>
                      <a:pt x="1055" y="6629"/>
                    </a:cubicBezTo>
                    <a:lnTo>
                      <a:pt x="1055" y="2053"/>
                    </a:lnTo>
                    <a:cubicBezTo>
                      <a:pt x="1055" y="1831"/>
                      <a:pt x="1221" y="1664"/>
                      <a:pt x="1443" y="1664"/>
                    </a:cubicBezTo>
                    <a:lnTo>
                      <a:pt x="2081" y="1664"/>
                    </a:lnTo>
                    <a:cubicBezTo>
                      <a:pt x="2025" y="1803"/>
                      <a:pt x="1998" y="1956"/>
                      <a:pt x="1998" y="2108"/>
                    </a:cubicBezTo>
                    <a:lnTo>
                      <a:pt x="1679" y="2108"/>
                    </a:lnTo>
                    <a:cubicBezTo>
                      <a:pt x="1582" y="2108"/>
                      <a:pt x="1498" y="2191"/>
                      <a:pt x="1498" y="2289"/>
                    </a:cubicBezTo>
                    <a:lnTo>
                      <a:pt x="1498" y="6394"/>
                    </a:lnTo>
                    <a:cubicBezTo>
                      <a:pt x="1498" y="6490"/>
                      <a:pt x="1582" y="6574"/>
                      <a:pt x="1679" y="6574"/>
                    </a:cubicBezTo>
                    <a:lnTo>
                      <a:pt x="7794" y="6574"/>
                    </a:lnTo>
                    <a:cubicBezTo>
                      <a:pt x="7905" y="6574"/>
                      <a:pt x="7989" y="6490"/>
                      <a:pt x="7989" y="6394"/>
                    </a:cubicBezTo>
                    <a:lnTo>
                      <a:pt x="7989" y="2289"/>
                    </a:lnTo>
                    <a:cubicBezTo>
                      <a:pt x="7989" y="2191"/>
                      <a:pt x="7905" y="2108"/>
                      <a:pt x="7794" y="2108"/>
                    </a:cubicBezTo>
                    <a:lnTo>
                      <a:pt x="7448" y="2108"/>
                    </a:lnTo>
                    <a:cubicBezTo>
                      <a:pt x="7434" y="1942"/>
                      <a:pt x="7365" y="1790"/>
                      <a:pt x="7254" y="1664"/>
                    </a:cubicBezTo>
                    <a:close/>
                    <a:moveTo>
                      <a:pt x="4272" y="0"/>
                    </a:moveTo>
                    <a:cubicBezTo>
                      <a:pt x="3926" y="0"/>
                      <a:pt x="3593" y="111"/>
                      <a:pt x="3329" y="320"/>
                    </a:cubicBezTo>
                    <a:cubicBezTo>
                      <a:pt x="3107" y="514"/>
                      <a:pt x="2941" y="749"/>
                      <a:pt x="2844" y="1026"/>
                    </a:cubicBezTo>
                    <a:cubicBezTo>
                      <a:pt x="2663" y="1069"/>
                      <a:pt x="2484" y="1165"/>
                      <a:pt x="2345" y="1290"/>
                    </a:cubicBezTo>
                    <a:lnTo>
                      <a:pt x="1443" y="1290"/>
                    </a:lnTo>
                    <a:cubicBezTo>
                      <a:pt x="1027" y="1290"/>
                      <a:pt x="681" y="1637"/>
                      <a:pt x="681" y="2053"/>
                    </a:cubicBezTo>
                    <a:lnTo>
                      <a:pt x="681" y="6629"/>
                    </a:lnTo>
                    <a:cubicBezTo>
                      <a:pt x="681" y="6768"/>
                      <a:pt x="722" y="6906"/>
                      <a:pt x="792" y="7017"/>
                    </a:cubicBezTo>
                    <a:lnTo>
                      <a:pt x="195" y="7017"/>
                    </a:lnTo>
                    <a:cubicBezTo>
                      <a:pt x="84" y="7017"/>
                      <a:pt x="1" y="7101"/>
                      <a:pt x="1" y="7198"/>
                    </a:cubicBezTo>
                    <a:lnTo>
                      <a:pt x="1" y="7642"/>
                    </a:lnTo>
                    <a:cubicBezTo>
                      <a:pt x="1" y="8016"/>
                      <a:pt x="320" y="8321"/>
                      <a:pt x="694" y="8321"/>
                    </a:cubicBezTo>
                    <a:lnTo>
                      <a:pt x="3926" y="8321"/>
                    </a:lnTo>
                    <a:cubicBezTo>
                      <a:pt x="4037" y="8321"/>
                      <a:pt x="4120" y="8238"/>
                      <a:pt x="4120" y="8141"/>
                    </a:cubicBezTo>
                    <a:cubicBezTo>
                      <a:pt x="4120" y="8030"/>
                      <a:pt x="4037" y="7947"/>
                      <a:pt x="3926" y="7947"/>
                    </a:cubicBezTo>
                    <a:lnTo>
                      <a:pt x="694" y="7947"/>
                    </a:lnTo>
                    <a:cubicBezTo>
                      <a:pt x="514" y="7947"/>
                      <a:pt x="376" y="7808"/>
                      <a:pt x="376" y="7642"/>
                    </a:cubicBezTo>
                    <a:lnTo>
                      <a:pt x="376" y="7392"/>
                    </a:lnTo>
                    <a:lnTo>
                      <a:pt x="9098" y="7392"/>
                    </a:lnTo>
                    <a:lnTo>
                      <a:pt x="9098" y="7642"/>
                    </a:lnTo>
                    <a:cubicBezTo>
                      <a:pt x="9098" y="7808"/>
                      <a:pt x="8959" y="7947"/>
                      <a:pt x="8793" y="7947"/>
                    </a:cubicBezTo>
                    <a:lnTo>
                      <a:pt x="5562" y="7947"/>
                    </a:lnTo>
                    <a:cubicBezTo>
                      <a:pt x="5451" y="7947"/>
                      <a:pt x="5368" y="8030"/>
                      <a:pt x="5368" y="8141"/>
                    </a:cubicBezTo>
                    <a:cubicBezTo>
                      <a:pt x="5368" y="8238"/>
                      <a:pt x="5451" y="8321"/>
                      <a:pt x="5562" y="8321"/>
                    </a:cubicBezTo>
                    <a:lnTo>
                      <a:pt x="8793" y="8321"/>
                    </a:lnTo>
                    <a:cubicBezTo>
                      <a:pt x="9168" y="8321"/>
                      <a:pt x="9473" y="8016"/>
                      <a:pt x="9473" y="7642"/>
                    </a:cubicBezTo>
                    <a:lnTo>
                      <a:pt x="9473" y="7198"/>
                    </a:lnTo>
                    <a:cubicBezTo>
                      <a:pt x="9473" y="7101"/>
                      <a:pt x="9390" y="7017"/>
                      <a:pt x="9292" y="7017"/>
                    </a:cubicBezTo>
                    <a:lnTo>
                      <a:pt x="8696" y="7017"/>
                    </a:lnTo>
                    <a:cubicBezTo>
                      <a:pt x="8765" y="6906"/>
                      <a:pt x="8793" y="6768"/>
                      <a:pt x="8793" y="6629"/>
                    </a:cubicBezTo>
                    <a:lnTo>
                      <a:pt x="8793" y="2053"/>
                    </a:lnTo>
                    <a:cubicBezTo>
                      <a:pt x="8793" y="1637"/>
                      <a:pt x="8460" y="1290"/>
                      <a:pt x="8044" y="1290"/>
                    </a:cubicBezTo>
                    <a:lnTo>
                      <a:pt x="6588" y="1290"/>
                    </a:lnTo>
                    <a:cubicBezTo>
                      <a:pt x="6367" y="915"/>
                      <a:pt x="5964" y="666"/>
                      <a:pt x="5520" y="666"/>
                    </a:cubicBezTo>
                    <a:cubicBezTo>
                      <a:pt x="5243" y="250"/>
                      <a:pt x="4771" y="0"/>
                      <a:pt x="42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45"/>
              <p:cNvSpPr/>
              <p:nvPr/>
            </p:nvSpPr>
            <p:spPr>
              <a:xfrm>
                <a:off x="6400384" y="2359892"/>
                <a:ext cx="19216" cy="17499"/>
              </a:xfrm>
              <a:custGeom>
                <a:avLst/>
                <a:gdLst/>
                <a:ahLst/>
                <a:cxnLst/>
                <a:rect l="l" t="t" r="r" b="b"/>
                <a:pathLst>
                  <a:path w="403" h="367" extrusionOk="0">
                    <a:moveTo>
                      <a:pt x="192" y="0"/>
                    </a:moveTo>
                    <a:cubicBezTo>
                      <a:pt x="147" y="0"/>
                      <a:pt x="103" y="19"/>
                      <a:pt x="70" y="53"/>
                    </a:cubicBezTo>
                    <a:cubicBezTo>
                      <a:pt x="14" y="121"/>
                      <a:pt x="1" y="219"/>
                      <a:pt x="56" y="288"/>
                    </a:cubicBezTo>
                    <a:cubicBezTo>
                      <a:pt x="89" y="342"/>
                      <a:pt x="142" y="366"/>
                      <a:pt x="197" y="366"/>
                    </a:cubicBezTo>
                    <a:cubicBezTo>
                      <a:pt x="283" y="366"/>
                      <a:pt x="372" y="306"/>
                      <a:pt x="389" y="205"/>
                    </a:cubicBezTo>
                    <a:cubicBezTo>
                      <a:pt x="403" y="136"/>
                      <a:pt x="362" y="53"/>
                      <a:pt x="278" y="25"/>
                    </a:cubicBezTo>
                    <a:cubicBezTo>
                      <a:pt x="251" y="8"/>
                      <a:pt x="221" y="0"/>
                      <a:pt x="19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4" name="Google Shape;1294;p45"/>
            <p:cNvGrpSpPr/>
            <p:nvPr/>
          </p:nvGrpSpPr>
          <p:grpSpPr>
            <a:xfrm>
              <a:off x="729630" y="975085"/>
              <a:ext cx="255615" cy="254967"/>
              <a:chOff x="6184139" y="1220827"/>
              <a:chExt cx="451696" cy="450552"/>
            </a:xfrm>
          </p:grpSpPr>
          <p:sp>
            <p:nvSpPr>
              <p:cNvPr id="1295" name="Google Shape;1295;p45"/>
              <p:cNvSpPr/>
              <p:nvPr/>
            </p:nvSpPr>
            <p:spPr>
              <a:xfrm>
                <a:off x="6353416" y="1390104"/>
                <a:ext cx="117776" cy="137087"/>
              </a:xfrm>
              <a:custGeom>
                <a:avLst/>
                <a:gdLst/>
                <a:ahLst/>
                <a:cxnLst/>
                <a:rect l="l" t="t" r="r" b="b"/>
                <a:pathLst>
                  <a:path w="2470" h="2875" extrusionOk="0">
                    <a:moveTo>
                      <a:pt x="916" y="1946"/>
                    </a:moveTo>
                    <a:cubicBezTo>
                      <a:pt x="1069" y="1946"/>
                      <a:pt x="1193" y="2070"/>
                      <a:pt x="1193" y="2224"/>
                    </a:cubicBezTo>
                    <a:cubicBezTo>
                      <a:pt x="1193" y="2376"/>
                      <a:pt x="1069" y="2501"/>
                      <a:pt x="916" y="2501"/>
                    </a:cubicBezTo>
                    <a:lnTo>
                      <a:pt x="666" y="2501"/>
                    </a:lnTo>
                    <a:cubicBezTo>
                      <a:pt x="500" y="2501"/>
                      <a:pt x="376" y="2376"/>
                      <a:pt x="376" y="2224"/>
                    </a:cubicBezTo>
                    <a:cubicBezTo>
                      <a:pt x="376" y="2070"/>
                      <a:pt x="500" y="1946"/>
                      <a:pt x="666" y="1946"/>
                    </a:cubicBezTo>
                    <a:close/>
                    <a:moveTo>
                      <a:pt x="1383" y="1"/>
                    </a:moveTo>
                    <a:cubicBezTo>
                      <a:pt x="1371" y="1"/>
                      <a:pt x="1358" y="2"/>
                      <a:pt x="1347" y="5"/>
                    </a:cubicBezTo>
                    <a:cubicBezTo>
                      <a:pt x="1263" y="18"/>
                      <a:pt x="1193" y="101"/>
                      <a:pt x="1193" y="184"/>
                    </a:cubicBezTo>
                    <a:lnTo>
                      <a:pt x="1193" y="1627"/>
                    </a:lnTo>
                    <a:cubicBezTo>
                      <a:pt x="1110" y="1599"/>
                      <a:pt x="1014" y="1571"/>
                      <a:pt x="916" y="1571"/>
                    </a:cubicBezTo>
                    <a:lnTo>
                      <a:pt x="666" y="1571"/>
                    </a:lnTo>
                    <a:cubicBezTo>
                      <a:pt x="320" y="1571"/>
                      <a:pt x="15" y="1849"/>
                      <a:pt x="15" y="2209"/>
                    </a:cubicBezTo>
                    <a:cubicBezTo>
                      <a:pt x="1" y="2570"/>
                      <a:pt x="293" y="2875"/>
                      <a:pt x="666" y="2875"/>
                    </a:cubicBezTo>
                    <a:lnTo>
                      <a:pt x="916" y="2875"/>
                    </a:lnTo>
                    <a:cubicBezTo>
                      <a:pt x="1277" y="2875"/>
                      <a:pt x="1568" y="2584"/>
                      <a:pt x="1568" y="2224"/>
                    </a:cubicBezTo>
                    <a:lnTo>
                      <a:pt x="1568" y="600"/>
                    </a:lnTo>
                    <a:cubicBezTo>
                      <a:pt x="1637" y="628"/>
                      <a:pt x="1707" y="670"/>
                      <a:pt x="1804" y="698"/>
                    </a:cubicBezTo>
                    <a:cubicBezTo>
                      <a:pt x="2026" y="767"/>
                      <a:pt x="2081" y="920"/>
                      <a:pt x="2081" y="933"/>
                    </a:cubicBezTo>
                    <a:lnTo>
                      <a:pt x="2095" y="948"/>
                    </a:lnTo>
                    <a:cubicBezTo>
                      <a:pt x="2118" y="1025"/>
                      <a:pt x="2183" y="1067"/>
                      <a:pt x="2259" y="1067"/>
                    </a:cubicBezTo>
                    <a:cubicBezTo>
                      <a:pt x="2278" y="1067"/>
                      <a:pt x="2297" y="1064"/>
                      <a:pt x="2317" y="1059"/>
                    </a:cubicBezTo>
                    <a:cubicBezTo>
                      <a:pt x="2414" y="1031"/>
                      <a:pt x="2469" y="933"/>
                      <a:pt x="2442" y="822"/>
                    </a:cubicBezTo>
                    <a:cubicBezTo>
                      <a:pt x="2401" y="698"/>
                      <a:pt x="2247" y="448"/>
                      <a:pt x="1915" y="337"/>
                    </a:cubicBezTo>
                    <a:cubicBezTo>
                      <a:pt x="1665" y="268"/>
                      <a:pt x="1554" y="101"/>
                      <a:pt x="1541" y="88"/>
                    </a:cubicBezTo>
                    <a:cubicBezTo>
                      <a:pt x="1506" y="30"/>
                      <a:pt x="1443" y="1"/>
                      <a:pt x="13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45"/>
              <p:cNvSpPr/>
              <p:nvPr/>
            </p:nvSpPr>
            <p:spPr>
              <a:xfrm>
                <a:off x="6184139" y="1227598"/>
                <a:ext cx="451696" cy="443781"/>
              </a:xfrm>
              <a:custGeom>
                <a:avLst/>
                <a:gdLst/>
                <a:ahLst/>
                <a:cxnLst/>
                <a:rect l="l" t="t" r="r" b="b"/>
                <a:pathLst>
                  <a:path w="9473" h="9307" extrusionOk="0">
                    <a:moveTo>
                      <a:pt x="4672" y="2941"/>
                    </a:moveTo>
                    <a:cubicBezTo>
                      <a:pt x="5194" y="2941"/>
                      <a:pt x="5714" y="3135"/>
                      <a:pt x="6103" y="3524"/>
                    </a:cubicBezTo>
                    <a:cubicBezTo>
                      <a:pt x="6894" y="4313"/>
                      <a:pt x="6894" y="5604"/>
                      <a:pt x="6103" y="6394"/>
                    </a:cubicBezTo>
                    <a:cubicBezTo>
                      <a:pt x="5708" y="6789"/>
                      <a:pt x="5188" y="6987"/>
                      <a:pt x="4667" y="6987"/>
                    </a:cubicBezTo>
                    <a:cubicBezTo>
                      <a:pt x="4147" y="6987"/>
                      <a:pt x="3627" y="6789"/>
                      <a:pt x="3232" y="6394"/>
                    </a:cubicBezTo>
                    <a:cubicBezTo>
                      <a:pt x="2441" y="5604"/>
                      <a:pt x="2441" y="4313"/>
                      <a:pt x="3232" y="3524"/>
                    </a:cubicBezTo>
                    <a:cubicBezTo>
                      <a:pt x="3627" y="3135"/>
                      <a:pt x="4151" y="2941"/>
                      <a:pt x="4672" y="2941"/>
                    </a:cubicBezTo>
                    <a:close/>
                    <a:moveTo>
                      <a:pt x="2726" y="6554"/>
                    </a:moveTo>
                    <a:cubicBezTo>
                      <a:pt x="2820" y="6554"/>
                      <a:pt x="2913" y="6588"/>
                      <a:pt x="2983" y="6658"/>
                    </a:cubicBezTo>
                    <a:cubicBezTo>
                      <a:pt x="3121" y="6796"/>
                      <a:pt x="3121" y="7018"/>
                      <a:pt x="2983" y="7157"/>
                    </a:cubicBezTo>
                    <a:lnTo>
                      <a:pt x="1720" y="8418"/>
                    </a:lnTo>
                    <a:lnTo>
                      <a:pt x="1208" y="7919"/>
                    </a:lnTo>
                    <a:lnTo>
                      <a:pt x="2469" y="6658"/>
                    </a:lnTo>
                    <a:cubicBezTo>
                      <a:pt x="2538" y="6588"/>
                      <a:pt x="2632" y="6554"/>
                      <a:pt x="2726" y="6554"/>
                    </a:cubicBezTo>
                    <a:close/>
                    <a:moveTo>
                      <a:pt x="944" y="8183"/>
                    </a:moveTo>
                    <a:lnTo>
                      <a:pt x="1457" y="8682"/>
                    </a:lnTo>
                    <a:lnTo>
                      <a:pt x="1304" y="8834"/>
                    </a:lnTo>
                    <a:cubicBezTo>
                      <a:pt x="1235" y="8904"/>
                      <a:pt x="1145" y="8938"/>
                      <a:pt x="1055" y="8938"/>
                    </a:cubicBezTo>
                    <a:cubicBezTo>
                      <a:pt x="964" y="8938"/>
                      <a:pt x="874" y="8904"/>
                      <a:pt x="805" y="8834"/>
                    </a:cubicBezTo>
                    <a:cubicBezTo>
                      <a:pt x="666" y="8696"/>
                      <a:pt x="666" y="8474"/>
                      <a:pt x="805" y="8335"/>
                    </a:cubicBezTo>
                    <a:lnTo>
                      <a:pt x="944" y="8183"/>
                    </a:lnTo>
                    <a:close/>
                    <a:moveTo>
                      <a:pt x="4718" y="1"/>
                    </a:moveTo>
                    <a:cubicBezTo>
                      <a:pt x="4642" y="1"/>
                      <a:pt x="4571" y="51"/>
                      <a:pt x="4549" y="125"/>
                    </a:cubicBezTo>
                    <a:cubicBezTo>
                      <a:pt x="4508" y="223"/>
                      <a:pt x="4564" y="320"/>
                      <a:pt x="4660" y="362"/>
                    </a:cubicBezTo>
                    <a:cubicBezTo>
                      <a:pt x="5146" y="541"/>
                      <a:pt x="5548" y="889"/>
                      <a:pt x="5797" y="1346"/>
                    </a:cubicBezTo>
                    <a:cubicBezTo>
                      <a:pt x="5834" y="1394"/>
                      <a:pt x="5890" y="1432"/>
                      <a:pt x="5950" y="1432"/>
                    </a:cubicBezTo>
                    <a:cubicBezTo>
                      <a:pt x="5959" y="1432"/>
                      <a:pt x="5969" y="1431"/>
                      <a:pt x="5978" y="1429"/>
                    </a:cubicBezTo>
                    <a:lnTo>
                      <a:pt x="6130" y="1429"/>
                    </a:lnTo>
                    <a:cubicBezTo>
                      <a:pt x="6824" y="1429"/>
                      <a:pt x="7462" y="1873"/>
                      <a:pt x="7711" y="2511"/>
                    </a:cubicBezTo>
                    <a:cubicBezTo>
                      <a:pt x="7739" y="2594"/>
                      <a:pt x="7822" y="2636"/>
                      <a:pt x="7905" y="2636"/>
                    </a:cubicBezTo>
                    <a:cubicBezTo>
                      <a:pt x="7947" y="2636"/>
                      <a:pt x="7975" y="2622"/>
                      <a:pt x="8016" y="2622"/>
                    </a:cubicBezTo>
                    <a:cubicBezTo>
                      <a:pt x="8613" y="2622"/>
                      <a:pt x="9098" y="3121"/>
                      <a:pt x="9098" y="3718"/>
                    </a:cubicBezTo>
                    <a:cubicBezTo>
                      <a:pt x="9098" y="4328"/>
                      <a:pt x="8613" y="4813"/>
                      <a:pt x="8016" y="4813"/>
                    </a:cubicBezTo>
                    <a:lnTo>
                      <a:pt x="7073" y="4813"/>
                    </a:lnTo>
                    <a:cubicBezTo>
                      <a:pt x="7004" y="3870"/>
                      <a:pt x="6380" y="3024"/>
                      <a:pt x="5492" y="2705"/>
                    </a:cubicBezTo>
                    <a:cubicBezTo>
                      <a:pt x="5230" y="2611"/>
                      <a:pt x="4957" y="2565"/>
                      <a:pt x="4687" y="2565"/>
                    </a:cubicBezTo>
                    <a:cubicBezTo>
                      <a:pt x="4001" y="2565"/>
                      <a:pt x="3329" y="2857"/>
                      <a:pt x="2872" y="3385"/>
                    </a:cubicBezTo>
                    <a:cubicBezTo>
                      <a:pt x="2705" y="3579"/>
                      <a:pt x="2567" y="3787"/>
                      <a:pt x="2456" y="4023"/>
                    </a:cubicBezTo>
                    <a:cubicBezTo>
                      <a:pt x="2358" y="4272"/>
                      <a:pt x="2289" y="4550"/>
                      <a:pt x="2275" y="4813"/>
                    </a:cubicBezTo>
                    <a:lnTo>
                      <a:pt x="1762" y="4813"/>
                    </a:lnTo>
                    <a:cubicBezTo>
                      <a:pt x="999" y="4813"/>
                      <a:pt x="376" y="4189"/>
                      <a:pt x="376" y="3426"/>
                    </a:cubicBezTo>
                    <a:cubicBezTo>
                      <a:pt x="376" y="2719"/>
                      <a:pt x="944" y="2109"/>
                      <a:pt x="1651" y="2054"/>
                    </a:cubicBezTo>
                    <a:cubicBezTo>
                      <a:pt x="1735" y="2039"/>
                      <a:pt x="1803" y="1984"/>
                      <a:pt x="1818" y="1900"/>
                    </a:cubicBezTo>
                    <a:cubicBezTo>
                      <a:pt x="1984" y="1194"/>
                      <a:pt x="2484" y="611"/>
                      <a:pt x="3177" y="362"/>
                    </a:cubicBezTo>
                    <a:cubicBezTo>
                      <a:pt x="3273" y="334"/>
                      <a:pt x="3316" y="223"/>
                      <a:pt x="3273" y="125"/>
                    </a:cubicBezTo>
                    <a:cubicBezTo>
                      <a:pt x="3251" y="48"/>
                      <a:pt x="3176" y="6"/>
                      <a:pt x="3098" y="6"/>
                    </a:cubicBezTo>
                    <a:cubicBezTo>
                      <a:pt x="3078" y="6"/>
                      <a:pt x="3058" y="9"/>
                      <a:pt x="3038" y="14"/>
                    </a:cubicBezTo>
                    <a:cubicBezTo>
                      <a:pt x="2650" y="153"/>
                      <a:pt x="2303" y="403"/>
                      <a:pt x="2025" y="722"/>
                    </a:cubicBezTo>
                    <a:cubicBezTo>
                      <a:pt x="1776" y="1000"/>
                      <a:pt x="1596" y="1332"/>
                      <a:pt x="1498" y="1693"/>
                    </a:cubicBezTo>
                    <a:cubicBezTo>
                      <a:pt x="653" y="1832"/>
                      <a:pt x="1" y="2581"/>
                      <a:pt x="1" y="3426"/>
                    </a:cubicBezTo>
                    <a:cubicBezTo>
                      <a:pt x="1" y="4397"/>
                      <a:pt x="792" y="5188"/>
                      <a:pt x="1762" y="5188"/>
                    </a:cubicBezTo>
                    <a:lnTo>
                      <a:pt x="2289" y="5188"/>
                    </a:lnTo>
                    <a:cubicBezTo>
                      <a:pt x="2317" y="5534"/>
                      <a:pt x="2428" y="5881"/>
                      <a:pt x="2608" y="6186"/>
                    </a:cubicBezTo>
                    <a:cubicBezTo>
                      <a:pt x="2469" y="6214"/>
                      <a:pt x="2330" y="6283"/>
                      <a:pt x="2206" y="6394"/>
                    </a:cubicBezTo>
                    <a:lnTo>
                      <a:pt x="542" y="8072"/>
                    </a:lnTo>
                    <a:cubicBezTo>
                      <a:pt x="250" y="8350"/>
                      <a:pt x="250" y="8807"/>
                      <a:pt x="542" y="9099"/>
                    </a:cubicBezTo>
                    <a:cubicBezTo>
                      <a:pt x="681" y="9237"/>
                      <a:pt x="868" y="9307"/>
                      <a:pt x="1055" y="9307"/>
                    </a:cubicBezTo>
                    <a:cubicBezTo>
                      <a:pt x="1242" y="9307"/>
                      <a:pt x="1430" y="9237"/>
                      <a:pt x="1568" y="9099"/>
                    </a:cubicBezTo>
                    <a:lnTo>
                      <a:pt x="3232" y="7420"/>
                    </a:lnTo>
                    <a:cubicBezTo>
                      <a:pt x="3343" y="7309"/>
                      <a:pt x="3412" y="7170"/>
                      <a:pt x="3440" y="7018"/>
                    </a:cubicBezTo>
                    <a:cubicBezTo>
                      <a:pt x="3815" y="7240"/>
                      <a:pt x="4244" y="7364"/>
                      <a:pt x="4675" y="7364"/>
                    </a:cubicBezTo>
                    <a:cubicBezTo>
                      <a:pt x="5285" y="7364"/>
                      <a:pt x="5895" y="7129"/>
                      <a:pt x="6367" y="6658"/>
                    </a:cubicBezTo>
                    <a:cubicBezTo>
                      <a:pt x="6783" y="6242"/>
                      <a:pt x="7004" y="5728"/>
                      <a:pt x="7060" y="5188"/>
                    </a:cubicBezTo>
                    <a:lnTo>
                      <a:pt x="8016" y="5188"/>
                    </a:lnTo>
                    <a:cubicBezTo>
                      <a:pt x="8821" y="5188"/>
                      <a:pt x="9473" y="4522"/>
                      <a:pt x="9473" y="3718"/>
                    </a:cubicBezTo>
                    <a:cubicBezTo>
                      <a:pt x="9473" y="2913"/>
                      <a:pt x="8821" y="2261"/>
                      <a:pt x="8016" y="2261"/>
                    </a:cubicBezTo>
                    <a:lnTo>
                      <a:pt x="8003" y="2261"/>
                    </a:lnTo>
                    <a:cubicBezTo>
                      <a:pt x="7670" y="1540"/>
                      <a:pt x="6935" y="1055"/>
                      <a:pt x="6130" y="1055"/>
                    </a:cubicBezTo>
                    <a:lnTo>
                      <a:pt x="6061" y="1055"/>
                    </a:lnTo>
                    <a:cubicBezTo>
                      <a:pt x="5770" y="569"/>
                      <a:pt x="5313" y="209"/>
                      <a:pt x="4786" y="14"/>
                    </a:cubicBezTo>
                    <a:cubicBezTo>
                      <a:pt x="4763" y="5"/>
                      <a:pt x="4740" y="1"/>
                      <a:pt x="47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45"/>
              <p:cNvSpPr/>
              <p:nvPr/>
            </p:nvSpPr>
            <p:spPr>
              <a:xfrm>
                <a:off x="6361570" y="1220827"/>
                <a:ext cx="19025" cy="17690"/>
              </a:xfrm>
              <a:custGeom>
                <a:avLst/>
                <a:gdLst/>
                <a:ahLst/>
                <a:cxnLst/>
                <a:rect l="l" t="t" r="r" b="b"/>
                <a:pathLst>
                  <a:path w="399" h="371" extrusionOk="0">
                    <a:moveTo>
                      <a:pt x="187" y="1"/>
                    </a:moveTo>
                    <a:cubicBezTo>
                      <a:pt x="174" y="1"/>
                      <a:pt x="161" y="2"/>
                      <a:pt x="149" y="4"/>
                    </a:cubicBezTo>
                    <a:cubicBezTo>
                      <a:pt x="79" y="32"/>
                      <a:pt x="24" y="101"/>
                      <a:pt x="11" y="171"/>
                    </a:cubicBezTo>
                    <a:cubicBezTo>
                      <a:pt x="1" y="288"/>
                      <a:pt x="101" y="370"/>
                      <a:pt x="200" y="370"/>
                    </a:cubicBezTo>
                    <a:cubicBezTo>
                      <a:pt x="241" y="370"/>
                      <a:pt x="283" y="356"/>
                      <a:pt x="316" y="323"/>
                    </a:cubicBezTo>
                    <a:cubicBezTo>
                      <a:pt x="385" y="267"/>
                      <a:pt x="399" y="156"/>
                      <a:pt x="357" y="88"/>
                    </a:cubicBezTo>
                    <a:cubicBezTo>
                      <a:pt x="323" y="30"/>
                      <a:pt x="250" y="1"/>
                      <a:pt x="1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8" name="Google Shape;1298;p45"/>
            <p:cNvGrpSpPr/>
            <p:nvPr/>
          </p:nvGrpSpPr>
          <p:grpSpPr>
            <a:xfrm>
              <a:off x="723837" y="1482615"/>
              <a:ext cx="267223" cy="233165"/>
              <a:chOff x="6908262" y="1240186"/>
              <a:chExt cx="472209" cy="412024"/>
            </a:xfrm>
          </p:grpSpPr>
          <p:sp>
            <p:nvSpPr>
              <p:cNvPr id="1299" name="Google Shape;1299;p45"/>
              <p:cNvSpPr/>
              <p:nvPr/>
            </p:nvSpPr>
            <p:spPr>
              <a:xfrm>
                <a:off x="7105958" y="1594618"/>
                <a:ext cx="76769" cy="17929"/>
              </a:xfrm>
              <a:custGeom>
                <a:avLst/>
                <a:gdLst/>
                <a:ahLst/>
                <a:cxnLst/>
                <a:rect l="l" t="t" r="r" b="b"/>
                <a:pathLst>
                  <a:path w="1610" h="376" extrusionOk="0">
                    <a:moveTo>
                      <a:pt x="181" y="0"/>
                    </a:moveTo>
                    <a:cubicBezTo>
                      <a:pt x="84" y="0"/>
                      <a:pt x="1" y="84"/>
                      <a:pt x="1" y="181"/>
                    </a:cubicBezTo>
                    <a:cubicBezTo>
                      <a:pt x="1" y="292"/>
                      <a:pt x="84" y="375"/>
                      <a:pt x="181" y="375"/>
                    </a:cubicBezTo>
                    <a:lnTo>
                      <a:pt x="1429" y="375"/>
                    </a:lnTo>
                    <a:cubicBezTo>
                      <a:pt x="1540" y="375"/>
                      <a:pt x="1609" y="292"/>
                      <a:pt x="1609" y="181"/>
                    </a:cubicBezTo>
                    <a:cubicBezTo>
                      <a:pt x="1609" y="84"/>
                      <a:pt x="1540" y="0"/>
                      <a:pt x="14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45"/>
              <p:cNvSpPr/>
              <p:nvPr/>
            </p:nvSpPr>
            <p:spPr>
              <a:xfrm>
                <a:off x="7080209" y="1365642"/>
                <a:ext cx="136229" cy="159593"/>
              </a:xfrm>
              <a:custGeom>
                <a:avLst/>
                <a:gdLst/>
                <a:ahLst/>
                <a:cxnLst/>
                <a:rect l="l" t="t" r="r" b="b"/>
                <a:pathLst>
                  <a:path w="2857" h="3347" extrusionOk="0">
                    <a:moveTo>
                      <a:pt x="1054" y="2237"/>
                    </a:moveTo>
                    <a:cubicBezTo>
                      <a:pt x="1262" y="2237"/>
                      <a:pt x="1415" y="2404"/>
                      <a:pt x="1415" y="2598"/>
                    </a:cubicBezTo>
                    <a:lnTo>
                      <a:pt x="1415" y="2611"/>
                    </a:lnTo>
                    <a:cubicBezTo>
                      <a:pt x="1415" y="2820"/>
                      <a:pt x="1262" y="2972"/>
                      <a:pt x="1054" y="2972"/>
                    </a:cubicBezTo>
                    <a:lnTo>
                      <a:pt x="735" y="2972"/>
                    </a:lnTo>
                    <a:cubicBezTo>
                      <a:pt x="541" y="2972"/>
                      <a:pt x="374" y="2820"/>
                      <a:pt x="374" y="2611"/>
                    </a:cubicBezTo>
                    <a:lnTo>
                      <a:pt x="374" y="2598"/>
                    </a:lnTo>
                    <a:cubicBezTo>
                      <a:pt x="374" y="2404"/>
                      <a:pt x="541" y="2237"/>
                      <a:pt x="735" y="2237"/>
                    </a:cubicBezTo>
                    <a:close/>
                    <a:moveTo>
                      <a:pt x="1594" y="1"/>
                    </a:moveTo>
                    <a:cubicBezTo>
                      <a:pt x="1580" y="1"/>
                      <a:pt x="1567" y="2"/>
                      <a:pt x="1553" y="4"/>
                    </a:cubicBezTo>
                    <a:cubicBezTo>
                      <a:pt x="1470" y="32"/>
                      <a:pt x="1415" y="102"/>
                      <a:pt x="1415" y="185"/>
                    </a:cubicBezTo>
                    <a:lnTo>
                      <a:pt x="1415" y="1960"/>
                    </a:lnTo>
                    <a:cubicBezTo>
                      <a:pt x="1317" y="1904"/>
                      <a:pt x="1193" y="1862"/>
                      <a:pt x="1054" y="1862"/>
                    </a:cubicBezTo>
                    <a:lnTo>
                      <a:pt x="735" y="1862"/>
                    </a:lnTo>
                    <a:cubicBezTo>
                      <a:pt x="333" y="1862"/>
                      <a:pt x="0" y="2195"/>
                      <a:pt x="0" y="2598"/>
                    </a:cubicBezTo>
                    <a:lnTo>
                      <a:pt x="0" y="2611"/>
                    </a:lnTo>
                    <a:cubicBezTo>
                      <a:pt x="0" y="3014"/>
                      <a:pt x="333" y="3347"/>
                      <a:pt x="735" y="3347"/>
                    </a:cubicBezTo>
                    <a:lnTo>
                      <a:pt x="1054" y="3347"/>
                    </a:lnTo>
                    <a:cubicBezTo>
                      <a:pt x="1456" y="3347"/>
                      <a:pt x="1789" y="3014"/>
                      <a:pt x="1789" y="2611"/>
                    </a:cubicBezTo>
                    <a:lnTo>
                      <a:pt x="1789" y="2598"/>
                    </a:lnTo>
                    <a:lnTo>
                      <a:pt x="1789" y="614"/>
                    </a:lnTo>
                    <a:cubicBezTo>
                      <a:pt x="1872" y="670"/>
                      <a:pt x="1983" y="725"/>
                      <a:pt x="2108" y="767"/>
                    </a:cubicBezTo>
                    <a:cubicBezTo>
                      <a:pt x="2399" y="850"/>
                      <a:pt x="2469" y="1058"/>
                      <a:pt x="2469" y="1058"/>
                    </a:cubicBezTo>
                    <a:lnTo>
                      <a:pt x="2482" y="1086"/>
                    </a:lnTo>
                    <a:cubicBezTo>
                      <a:pt x="2505" y="1154"/>
                      <a:pt x="2575" y="1204"/>
                      <a:pt x="2645" y="1204"/>
                    </a:cubicBezTo>
                    <a:cubicBezTo>
                      <a:pt x="2661" y="1204"/>
                      <a:pt x="2676" y="1202"/>
                      <a:pt x="2691" y="1197"/>
                    </a:cubicBezTo>
                    <a:cubicBezTo>
                      <a:pt x="2802" y="1183"/>
                      <a:pt x="2857" y="1072"/>
                      <a:pt x="2829" y="975"/>
                    </a:cubicBezTo>
                    <a:lnTo>
                      <a:pt x="2829" y="961"/>
                    </a:lnTo>
                    <a:cubicBezTo>
                      <a:pt x="2787" y="808"/>
                      <a:pt x="2607" y="531"/>
                      <a:pt x="2219" y="407"/>
                    </a:cubicBezTo>
                    <a:cubicBezTo>
                      <a:pt x="1914" y="309"/>
                      <a:pt x="1775" y="115"/>
                      <a:pt x="1761" y="87"/>
                    </a:cubicBezTo>
                    <a:cubicBezTo>
                      <a:pt x="1726" y="30"/>
                      <a:pt x="1663" y="1"/>
                      <a:pt x="15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45"/>
              <p:cNvSpPr/>
              <p:nvPr/>
            </p:nvSpPr>
            <p:spPr>
              <a:xfrm>
                <a:off x="7019365" y="1240186"/>
                <a:ext cx="249999" cy="412024"/>
              </a:xfrm>
              <a:custGeom>
                <a:avLst/>
                <a:gdLst/>
                <a:ahLst/>
                <a:cxnLst/>
                <a:rect l="l" t="t" r="r" b="b"/>
                <a:pathLst>
                  <a:path w="5243" h="8641" extrusionOk="0">
                    <a:moveTo>
                      <a:pt x="3578" y="361"/>
                    </a:moveTo>
                    <a:lnTo>
                      <a:pt x="3578" y="403"/>
                    </a:lnTo>
                    <a:lnTo>
                      <a:pt x="3578" y="666"/>
                    </a:lnTo>
                    <a:cubicBezTo>
                      <a:pt x="3578" y="736"/>
                      <a:pt x="3523" y="791"/>
                      <a:pt x="3453" y="791"/>
                    </a:cubicBezTo>
                    <a:lnTo>
                      <a:pt x="1803" y="791"/>
                    </a:lnTo>
                    <a:cubicBezTo>
                      <a:pt x="1720" y="791"/>
                      <a:pt x="1665" y="736"/>
                      <a:pt x="1665" y="666"/>
                    </a:cubicBezTo>
                    <a:lnTo>
                      <a:pt x="1665" y="403"/>
                    </a:lnTo>
                    <a:lnTo>
                      <a:pt x="1665" y="361"/>
                    </a:lnTo>
                    <a:close/>
                    <a:moveTo>
                      <a:pt x="832" y="0"/>
                    </a:moveTo>
                    <a:cubicBezTo>
                      <a:pt x="374" y="0"/>
                      <a:pt x="0" y="375"/>
                      <a:pt x="0" y="832"/>
                    </a:cubicBezTo>
                    <a:lnTo>
                      <a:pt x="0" y="1636"/>
                    </a:lnTo>
                    <a:cubicBezTo>
                      <a:pt x="0" y="1747"/>
                      <a:pt x="84" y="1831"/>
                      <a:pt x="180" y="1831"/>
                    </a:cubicBezTo>
                    <a:cubicBezTo>
                      <a:pt x="291" y="1831"/>
                      <a:pt x="374" y="1747"/>
                      <a:pt x="374" y="1636"/>
                    </a:cubicBezTo>
                    <a:lnTo>
                      <a:pt x="374" y="832"/>
                    </a:lnTo>
                    <a:cubicBezTo>
                      <a:pt x="374" y="569"/>
                      <a:pt x="568" y="361"/>
                      <a:pt x="832" y="361"/>
                    </a:cubicBezTo>
                    <a:lnTo>
                      <a:pt x="1262" y="361"/>
                    </a:lnTo>
                    <a:cubicBezTo>
                      <a:pt x="1276" y="361"/>
                      <a:pt x="1290" y="388"/>
                      <a:pt x="1290" y="403"/>
                    </a:cubicBezTo>
                    <a:lnTo>
                      <a:pt x="1290" y="666"/>
                    </a:lnTo>
                    <a:cubicBezTo>
                      <a:pt x="1290" y="943"/>
                      <a:pt x="1526" y="1165"/>
                      <a:pt x="1803" y="1165"/>
                    </a:cubicBezTo>
                    <a:lnTo>
                      <a:pt x="3453" y="1165"/>
                    </a:lnTo>
                    <a:cubicBezTo>
                      <a:pt x="3730" y="1165"/>
                      <a:pt x="3952" y="943"/>
                      <a:pt x="3952" y="666"/>
                    </a:cubicBezTo>
                    <a:lnTo>
                      <a:pt x="3952" y="403"/>
                    </a:lnTo>
                    <a:cubicBezTo>
                      <a:pt x="3952" y="388"/>
                      <a:pt x="3967" y="361"/>
                      <a:pt x="3994" y="361"/>
                    </a:cubicBezTo>
                    <a:lnTo>
                      <a:pt x="4410" y="361"/>
                    </a:lnTo>
                    <a:cubicBezTo>
                      <a:pt x="4673" y="361"/>
                      <a:pt x="4882" y="569"/>
                      <a:pt x="4882" y="832"/>
                    </a:cubicBezTo>
                    <a:lnTo>
                      <a:pt x="4882" y="7808"/>
                    </a:lnTo>
                    <a:cubicBezTo>
                      <a:pt x="4882" y="8058"/>
                      <a:pt x="4673" y="8265"/>
                      <a:pt x="4410" y="8265"/>
                    </a:cubicBezTo>
                    <a:lnTo>
                      <a:pt x="832" y="8265"/>
                    </a:lnTo>
                    <a:cubicBezTo>
                      <a:pt x="583" y="8265"/>
                      <a:pt x="374" y="8058"/>
                      <a:pt x="374" y="7808"/>
                    </a:cubicBezTo>
                    <a:lnTo>
                      <a:pt x="374" y="3273"/>
                    </a:lnTo>
                    <a:cubicBezTo>
                      <a:pt x="374" y="3162"/>
                      <a:pt x="291" y="3079"/>
                      <a:pt x="180" y="3079"/>
                    </a:cubicBezTo>
                    <a:cubicBezTo>
                      <a:pt x="84" y="3079"/>
                      <a:pt x="0" y="3162"/>
                      <a:pt x="0" y="3273"/>
                    </a:cubicBezTo>
                    <a:lnTo>
                      <a:pt x="0" y="7808"/>
                    </a:lnTo>
                    <a:cubicBezTo>
                      <a:pt x="0" y="8265"/>
                      <a:pt x="374" y="8640"/>
                      <a:pt x="832" y="8640"/>
                    </a:cubicBezTo>
                    <a:lnTo>
                      <a:pt x="4410" y="8640"/>
                    </a:lnTo>
                    <a:cubicBezTo>
                      <a:pt x="4882" y="8640"/>
                      <a:pt x="5242" y="8265"/>
                      <a:pt x="5242" y="7808"/>
                    </a:cubicBezTo>
                    <a:lnTo>
                      <a:pt x="5242" y="832"/>
                    </a:lnTo>
                    <a:cubicBezTo>
                      <a:pt x="5242" y="375"/>
                      <a:pt x="4882" y="0"/>
                      <a:pt x="44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45"/>
              <p:cNvSpPr/>
              <p:nvPr/>
            </p:nvSpPr>
            <p:spPr>
              <a:xfrm>
                <a:off x="6955183" y="1401691"/>
                <a:ext cx="41722" cy="97606"/>
              </a:xfrm>
              <a:custGeom>
                <a:avLst/>
                <a:gdLst/>
                <a:ahLst/>
                <a:cxnLst/>
                <a:rect l="l" t="t" r="r" b="b"/>
                <a:pathLst>
                  <a:path w="875" h="2047" extrusionOk="0">
                    <a:moveTo>
                      <a:pt x="668" y="1"/>
                    </a:moveTo>
                    <a:cubicBezTo>
                      <a:pt x="621" y="1"/>
                      <a:pt x="576" y="18"/>
                      <a:pt x="542" y="52"/>
                    </a:cubicBezTo>
                    <a:cubicBezTo>
                      <a:pt x="1" y="594"/>
                      <a:pt x="1" y="1454"/>
                      <a:pt x="542" y="1994"/>
                    </a:cubicBezTo>
                    <a:cubicBezTo>
                      <a:pt x="576" y="2029"/>
                      <a:pt x="625" y="2046"/>
                      <a:pt x="673" y="2046"/>
                    </a:cubicBezTo>
                    <a:cubicBezTo>
                      <a:pt x="722" y="2046"/>
                      <a:pt x="771" y="2029"/>
                      <a:pt x="805" y="1994"/>
                    </a:cubicBezTo>
                    <a:cubicBezTo>
                      <a:pt x="875" y="1911"/>
                      <a:pt x="875" y="1800"/>
                      <a:pt x="805" y="1731"/>
                    </a:cubicBezTo>
                    <a:cubicBezTo>
                      <a:pt x="417" y="1343"/>
                      <a:pt x="417" y="705"/>
                      <a:pt x="805" y="316"/>
                    </a:cubicBezTo>
                    <a:cubicBezTo>
                      <a:pt x="875" y="246"/>
                      <a:pt x="875" y="122"/>
                      <a:pt x="805" y="52"/>
                    </a:cubicBezTo>
                    <a:cubicBezTo>
                      <a:pt x="763" y="18"/>
                      <a:pt x="715" y="1"/>
                      <a:pt x="6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45"/>
              <p:cNvSpPr/>
              <p:nvPr/>
            </p:nvSpPr>
            <p:spPr>
              <a:xfrm>
                <a:off x="6908262" y="1371269"/>
                <a:ext cx="58220" cy="158592"/>
              </a:xfrm>
              <a:custGeom>
                <a:avLst/>
                <a:gdLst/>
                <a:ahLst/>
                <a:cxnLst/>
                <a:rect l="l" t="t" r="r" b="b"/>
                <a:pathLst>
                  <a:path w="1221" h="3326" extrusionOk="0">
                    <a:moveTo>
                      <a:pt x="1014" y="1"/>
                    </a:moveTo>
                    <a:cubicBezTo>
                      <a:pt x="967" y="1"/>
                      <a:pt x="922" y="18"/>
                      <a:pt x="888" y="52"/>
                    </a:cubicBezTo>
                    <a:cubicBezTo>
                      <a:pt x="1" y="940"/>
                      <a:pt x="1" y="2382"/>
                      <a:pt x="888" y="3270"/>
                    </a:cubicBezTo>
                    <a:cubicBezTo>
                      <a:pt x="916" y="3297"/>
                      <a:pt x="971" y="3325"/>
                      <a:pt x="1012" y="3325"/>
                    </a:cubicBezTo>
                    <a:cubicBezTo>
                      <a:pt x="1068" y="3325"/>
                      <a:pt x="1110" y="3297"/>
                      <a:pt x="1151" y="3270"/>
                    </a:cubicBezTo>
                    <a:cubicBezTo>
                      <a:pt x="1221" y="3201"/>
                      <a:pt x="1221" y="3076"/>
                      <a:pt x="1151" y="3007"/>
                    </a:cubicBezTo>
                    <a:cubicBezTo>
                      <a:pt x="402" y="2258"/>
                      <a:pt x="402" y="1051"/>
                      <a:pt x="1151" y="316"/>
                    </a:cubicBezTo>
                    <a:cubicBezTo>
                      <a:pt x="1221" y="247"/>
                      <a:pt x="1221" y="122"/>
                      <a:pt x="1151" y="52"/>
                    </a:cubicBezTo>
                    <a:cubicBezTo>
                      <a:pt x="1109" y="18"/>
                      <a:pt x="1061" y="1"/>
                      <a:pt x="10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45"/>
              <p:cNvSpPr/>
              <p:nvPr/>
            </p:nvSpPr>
            <p:spPr>
              <a:xfrm>
                <a:off x="7291781" y="1401691"/>
                <a:ext cx="41722" cy="97606"/>
              </a:xfrm>
              <a:custGeom>
                <a:avLst/>
                <a:gdLst/>
                <a:ahLst/>
                <a:cxnLst/>
                <a:rect l="l" t="t" r="r" b="b"/>
                <a:pathLst>
                  <a:path w="875" h="2047" extrusionOk="0">
                    <a:moveTo>
                      <a:pt x="210" y="1"/>
                    </a:moveTo>
                    <a:cubicBezTo>
                      <a:pt x="163" y="1"/>
                      <a:pt x="119" y="18"/>
                      <a:pt x="84" y="52"/>
                    </a:cubicBezTo>
                    <a:cubicBezTo>
                      <a:pt x="1" y="122"/>
                      <a:pt x="1" y="246"/>
                      <a:pt x="84" y="316"/>
                    </a:cubicBezTo>
                    <a:cubicBezTo>
                      <a:pt x="472" y="705"/>
                      <a:pt x="472" y="1343"/>
                      <a:pt x="84" y="1731"/>
                    </a:cubicBezTo>
                    <a:cubicBezTo>
                      <a:pt x="1" y="1800"/>
                      <a:pt x="1" y="1911"/>
                      <a:pt x="84" y="1994"/>
                    </a:cubicBezTo>
                    <a:cubicBezTo>
                      <a:pt x="119" y="2029"/>
                      <a:pt x="163" y="2046"/>
                      <a:pt x="210" y="2046"/>
                    </a:cubicBezTo>
                    <a:cubicBezTo>
                      <a:pt x="257" y="2046"/>
                      <a:pt x="305" y="2029"/>
                      <a:pt x="347" y="1994"/>
                    </a:cubicBezTo>
                    <a:cubicBezTo>
                      <a:pt x="874" y="1454"/>
                      <a:pt x="874" y="594"/>
                      <a:pt x="347" y="52"/>
                    </a:cubicBezTo>
                    <a:cubicBezTo>
                      <a:pt x="305" y="18"/>
                      <a:pt x="257" y="1"/>
                      <a:pt x="2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45"/>
              <p:cNvSpPr/>
              <p:nvPr/>
            </p:nvSpPr>
            <p:spPr>
              <a:xfrm>
                <a:off x="7322871" y="1371269"/>
                <a:ext cx="57600" cy="158449"/>
              </a:xfrm>
              <a:custGeom>
                <a:avLst/>
                <a:gdLst/>
                <a:ahLst/>
                <a:cxnLst/>
                <a:rect l="l" t="t" r="r" b="b"/>
                <a:pathLst>
                  <a:path w="1208" h="3323" extrusionOk="0">
                    <a:moveTo>
                      <a:pt x="196" y="1"/>
                    </a:moveTo>
                    <a:cubicBezTo>
                      <a:pt x="149" y="1"/>
                      <a:pt x="104" y="18"/>
                      <a:pt x="70" y="52"/>
                    </a:cubicBezTo>
                    <a:cubicBezTo>
                      <a:pt x="0" y="122"/>
                      <a:pt x="0" y="247"/>
                      <a:pt x="70" y="316"/>
                    </a:cubicBezTo>
                    <a:cubicBezTo>
                      <a:pt x="805" y="1051"/>
                      <a:pt x="805" y="2258"/>
                      <a:pt x="70" y="3007"/>
                    </a:cubicBezTo>
                    <a:cubicBezTo>
                      <a:pt x="0" y="3076"/>
                      <a:pt x="0" y="3201"/>
                      <a:pt x="70" y="3270"/>
                    </a:cubicBezTo>
                    <a:cubicBezTo>
                      <a:pt x="104" y="3305"/>
                      <a:pt x="149" y="3322"/>
                      <a:pt x="196" y="3322"/>
                    </a:cubicBezTo>
                    <a:cubicBezTo>
                      <a:pt x="243" y="3322"/>
                      <a:pt x="291" y="3305"/>
                      <a:pt x="333" y="3270"/>
                    </a:cubicBezTo>
                    <a:cubicBezTo>
                      <a:pt x="1207" y="2382"/>
                      <a:pt x="1207" y="940"/>
                      <a:pt x="333" y="52"/>
                    </a:cubicBezTo>
                    <a:cubicBezTo>
                      <a:pt x="291" y="18"/>
                      <a:pt x="243" y="1"/>
                      <a:pt x="1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45"/>
              <p:cNvSpPr/>
              <p:nvPr/>
            </p:nvSpPr>
            <p:spPr>
              <a:xfrm>
                <a:off x="7018030" y="1348476"/>
                <a:ext cx="19502" cy="17786"/>
              </a:xfrm>
              <a:custGeom>
                <a:avLst/>
                <a:gdLst/>
                <a:ahLst/>
                <a:cxnLst/>
                <a:rect l="l" t="t" r="r" b="b"/>
                <a:pathLst>
                  <a:path w="409" h="373" extrusionOk="0">
                    <a:moveTo>
                      <a:pt x="207" y="1"/>
                    </a:moveTo>
                    <a:cubicBezTo>
                      <a:pt x="168" y="1"/>
                      <a:pt x="128" y="14"/>
                      <a:pt x="97" y="46"/>
                    </a:cubicBezTo>
                    <a:cubicBezTo>
                      <a:pt x="14" y="101"/>
                      <a:pt x="1" y="212"/>
                      <a:pt x="56" y="295"/>
                    </a:cubicBezTo>
                    <a:cubicBezTo>
                      <a:pt x="93" y="348"/>
                      <a:pt x="148" y="373"/>
                      <a:pt x="204" y="373"/>
                    </a:cubicBezTo>
                    <a:cubicBezTo>
                      <a:pt x="292" y="373"/>
                      <a:pt x="380" y="309"/>
                      <a:pt x="389" y="198"/>
                    </a:cubicBezTo>
                    <a:cubicBezTo>
                      <a:pt x="409" y="88"/>
                      <a:pt x="307" y="1"/>
                      <a:pt x="2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307" name="Google Shape;1307;p45"/>
            <p:cNvCxnSpPr/>
            <p:nvPr/>
          </p:nvCxnSpPr>
          <p:spPr>
            <a:xfrm>
              <a:off x="729625" y="1355100"/>
              <a:ext cx="255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08" name="Google Shape;1308;p45"/>
            <p:cNvCxnSpPr/>
            <p:nvPr/>
          </p:nvCxnSpPr>
          <p:spPr>
            <a:xfrm>
              <a:off x="729625" y="1845525"/>
              <a:ext cx="255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309" name="Google Shape;1309;p45"/>
          <p:cNvSpPr txBox="1"/>
          <p:nvPr/>
        </p:nvSpPr>
        <p:spPr>
          <a:xfrm>
            <a:off x="1234325" y="4241400"/>
            <a:ext cx="74163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Metrophobic"/>
                <a:ea typeface="Metrophobic"/>
                <a:cs typeface="Metrophobic"/>
                <a:sym typeface="Metrophobic"/>
              </a:rPr>
              <a:t>K-Means on the 7 mood-DNA features, validated against real tracks.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Metrophobic"/>
                <a:ea typeface="Metrophobic"/>
                <a:cs typeface="Metrophobic"/>
                <a:sym typeface="Metrophobic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notebook for full breakdown</a:t>
            </a:r>
            <a:endParaRPr sz="1100" b="1">
              <a:solidFill>
                <a:schemeClr val="dk1"/>
              </a:solidFill>
              <a:latin typeface="Metrophobic"/>
              <a:ea typeface="Metrophobic"/>
              <a:cs typeface="Metrophobic"/>
              <a:sym typeface="Metrophobic"/>
            </a:endParaRPr>
          </a:p>
        </p:txBody>
      </p:sp>
      <p:sp>
        <p:nvSpPr>
          <p:cNvPr id="1310" name="Google Shape;1310;p45"/>
          <p:cNvSpPr txBox="1">
            <a:spLocks noGrp="1"/>
          </p:cNvSpPr>
          <p:nvPr>
            <p:ph type="subTitle" idx="4294967295"/>
          </p:nvPr>
        </p:nvSpPr>
        <p:spPr>
          <a:xfrm>
            <a:off x="3600450" y="1888943"/>
            <a:ext cx="1765200" cy="5259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Low energy, high valence</a:t>
            </a:r>
            <a:endParaRPr/>
          </a:p>
        </p:txBody>
      </p:sp>
      <p:sp>
        <p:nvSpPr>
          <p:cNvPr id="1311" name="Google Shape;1311;p45"/>
          <p:cNvSpPr txBox="1">
            <a:spLocks noGrp="1"/>
          </p:cNvSpPr>
          <p:nvPr>
            <p:ph type="subTitle" idx="4294967295"/>
          </p:nvPr>
        </p:nvSpPr>
        <p:spPr>
          <a:xfrm>
            <a:off x="3600450" y="3311568"/>
            <a:ext cx="1765200" cy="5259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Highest energy, lowest valence</a:t>
            </a:r>
            <a:endParaRPr/>
          </a:p>
        </p:txBody>
      </p:sp>
      <p:sp>
        <p:nvSpPr>
          <p:cNvPr id="1312" name="Google Shape;1312;p45"/>
          <p:cNvSpPr txBox="1">
            <a:spLocks noGrp="1"/>
          </p:cNvSpPr>
          <p:nvPr>
            <p:ph type="subTitle" idx="4294967295"/>
          </p:nvPr>
        </p:nvSpPr>
        <p:spPr>
          <a:xfrm>
            <a:off x="3600450" y="1535143"/>
            <a:ext cx="1100100" cy="305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>
                <a:latin typeface="Lexend Deca Medium"/>
                <a:ea typeface="Lexend Deca Medium"/>
                <a:cs typeface="Lexend Deca Medium"/>
                <a:sym typeface="Lexend Deca Medium"/>
              </a:rPr>
              <a:t>Sunny</a:t>
            </a:r>
            <a:endParaRPr sz="2000">
              <a:latin typeface="Lexend Deca Medium"/>
              <a:ea typeface="Lexend Deca Medium"/>
              <a:cs typeface="Lexend Deca Medium"/>
              <a:sym typeface="Lexend Deca Medium"/>
            </a:endParaRPr>
          </a:p>
        </p:txBody>
      </p:sp>
      <p:sp>
        <p:nvSpPr>
          <p:cNvPr id="1313" name="Google Shape;1313;p45"/>
          <p:cNvSpPr txBox="1">
            <a:spLocks noGrp="1"/>
          </p:cNvSpPr>
          <p:nvPr>
            <p:ph type="subTitle" idx="4294967295"/>
          </p:nvPr>
        </p:nvSpPr>
        <p:spPr>
          <a:xfrm>
            <a:off x="3600450" y="2957768"/>
            <a:ext cx="1100100" cy="305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>
                <a:latin typeface="Lexend Deca Medium"/>
                <a:ea typeface="Lexend Deca Medium"/>
                <a:cs typeface="Lexend Deca Medium"/>
                <a:sym typeface="Lexend Deca Medium"/>
              </a:rPr>
              <a:t>Dark</a:t>
            </a:r>
            <a:endParaRPr sz="2000">
              <a:latin typeface="Lexend Deca Medium"/>
              <a:ea typeface="Lexend Deca Medium"/>
              <a:cs typeface="Lexend Deca Medium"/>
              <a:sym typeface="Lexend Deca Medium"/>
            </a:endParaRPr>
          </a:p>
        </p:txBody>
      </p:sp>
      <p:sp>
        <p:nvSpPr>
          <p:cNvPr id="1314" name="Google Shape;1314;p45"/>
          <p:cNvSpPr txBox="1">
            <a:spLocks noGrp="1"/>
          </p:cNvSpPr>
          <p:nvPr>
            <p:ph type="subTitle" idx="4294967295"/>
          </p:nvPr>
        </p:nvSpPr>
        <p:spPr>
          <a:xfrm>
            <a:off x="1601600" y="3311568"/>
            <a:ext cx="1765200" cy="5259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Low energy, low valence, high acousticness</a:t>
            </a:r>
            <a:endParaRPr/>
          </a:p>
        </p:txBody>
      </p:sp>
      <p:sp>
        <p:nvSpPr>
          <p:cNvPr id="1315" name="Google Shape;1315;p45"/>
          <p:cNvSpPr txBox="1">
            <a:spLocks noGrp="1"/>
          </p:cNvSpPr>
          <p:nvPr>
            <p:ph type="subTitle" idx="4294967295"/>
          </p:nvPr>
        </p:nvSpPr>
        <p:spPr>
          <a:xfrm>
            <a:off x="1601600" y="2957768"/>
            <a:ext cx="1100100" cy="305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>
                <a:latin typeface="Lexend Deca Medium"/>
                <a:ea typeface="Lexend Deca Medium"/>
                <a:cs typeface="Lexend Deca Medium"/>
                <a:sym typeface="Lexend Deca Medium"/>
              </a:rPr>
              <a:t>Mellow</a:t>
            </a:r>
            <a:endParaRPr sz="2000">
              <a:latin typeface="Lexend Deca Medium"/>
              <a:ea typeface="Lexend Deca Medium"/>
              <a:cs typeface="Lexend Deca Medium"/>
              <a:sym typeface="Lexend Deca Medium"/>
            </a:endParaRPr>
          </a:p>
        </p:txBody>
      </p:sp>
      <p:sp>
        <p:nvSpPr>
          <p:cNvPr id="1316" name="Google Shape;1316;p45"/>
          <p:cNvSpPr txBox="1">
            <a:spLocks noGrp="1"/>
          </p:cNvSpPr>
          <p:nvPr>
            <p:ph type="subTitle" idx="4294967295"/>
          </p:nvPr>
        </p:nvSpPr>
        <p:spPr>
          <a:xfrm>
            <a:off x="1601600" y="1888943"/>
            <a:ext cx="1765200" cy="5259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Highest energy, highest valence</a:t>
            </a:r>
            <a:endParaRPr/>
          </a:p>
        </p:txBody>
      </p:sp>
      <p:sp>
        <p:nvSpPr>
          <p:cNvPr id="1317" name="Google Shape;1317;p45"/>
          <p:cNvSpPr txBox="1">
            <a:spLocks noGrp="1"/>
          </p:cNvSpPr>
          <p:nvPr>
            <p:ph type="subTitle" idx="4294967295"/>
          </p:nvPr>
        </p:nvSpPr>
        <p:spPr>
          <a:xfrm>
            <a:off x="1601600" y="1535143"/>
            <a:ext cx="1100100" cy="305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>
                <a:latin typeface="Lexend Deca Medium"/>
                <a:ea typeface="Lexend Deca Medium"/>
                <a:cs typeface="Lexend Deca Medium"/>
                <a:sym typeface="Lexend Deca Medium"/>
              </a:rPr>
              <a:t>Hype</a:t>
            </a:r>
            <a:endParaRPr sz="2000">
              <a:latin typeface="Lexend Deca Medium"/>
              <a:ea typeface="Lexend Deca Medium"/>
              <a:cs typeface="Lexend Deca Medium"/>
              <a:sym typeface="Lexend Deca Medium"/>
            </a:endParaRPr>
          </a:p>
        </p:txBody>
      </p:sp>
      <p:sp>
        <p:nvSpPr>
          <p:cNvPr id="1318" name="Google Shape;1318;p45"/>
          <p:cNvSpPr txBox="1">
            <a:spLocks noGrp="1"/>
          </p:cNvSpPr>
          <p:nvPr>
            <p:ph type="subTitle" idx="4294967295"/>
          </p:nvPr>
        </p:nvSpPr>
        <p:spPr>
          <a:xfrm>
            <a:off x="4555425" y="1562343"/>
            <a:ext cx="658800" cy="27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Lexend Deca Medium"/>
                <a:ea typeface="Lexend Deca Medium"/>
                <a:cs typeface="Lexend Deca Medium"/>
                <a:sym typeface="Lexend Deca Medium"/>
              </a:rPr>
              <a:t>21%</a:t>
            </a:r>
            <a:endParaRPr>
              <a:latin typeface="Lexend Deca Medium"/>
              <a:ea typeface="Lexend Deca Medium"/>
              <a:cs typeface="Lexend Deca Medium"/>
              <a:sym typeface="Lexend Deca Medium"/>
            </a:endParaRPr>
          </a:p>
        </p:txBody>
      </p:sp>
      <p:sp>
        <p:nvSpPr>
          <p:cNvPr id="1319" name="Google Shape;1319;p45"/>
          <p:cNvSpPr txBox="1">
            <a:spLocks noGrp="1"/>
          </p:cNvSpPr>
          <p:nvPr>
            <p:ph type="subTitle" idx="4294967295"/>
          </p:nvPr>
        </p:nvSpPr>
        <p:spPr>
          <a:xfrm>
            <a:off x="4555425" y="2984968"/>
            <a:ext cx="658800" cy="27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2"/>
                </a:solidFill>
                <a:latin typeface="Lexend Deca Medium"/>
                <a:ea typeface="Lexend Deca Medium"/>
                <a:cs typeface="Lexend Deca Medium"/>
                <a:sym typeface="Lexend Deca Medium"/>
              </a:rPr>
              <a:t>32%</a:t>
            </a:r>
            <a:endParaRPr>
              <a:solidFill>
                <a:schemeClr val="lt2"/>
              </a:solidFill>
              <a:latin typeface="Lexend Deca Medium"/>
              <a:ea typeface="Lexend Deca Medium"/>
              <a:cs typeface="Lexend Deca Medium"/>
              <a:sym typeface="Lexend Deca Medium"/>
            </a:endParaRPr>
          </a:p>
        </p:txBody>
      </p:sp>
      <p:sp>
        <p:nvSpPr>
          <p:cNvPr id="1320" name="Google Shape;1320;p45"/>
          <p:cNvSpPr txBox="1">
            <a:spLocks noGrp="1"/>
          </p:cNvSpPr>
          <p:nvPr>
            <p:ph type="subTitle" idx="4294967295"/>
          </p:nvPr>
        </p:nvSpPr>
        <p:spPr>
          <a:xfrm>
            <a:off x="2531075" y="2984968"/>
            <a:ext cx="684300" cy="27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3"/>
                </a:solidFill>
                <a:latin typeface="Lexend Deca Medium"/>
                <a:ea typeface="Lexend Deca Medium"/>
                <a:cs typeface="Lexend Deca Medium"/>
                <a:sym typeface="Lexend Deca Medium"/>
              </a:rPr>
              <a:t>13%</a:t>
            </a:r>
            <a:endParaRPr>
              <a:solidFill>
                <a:schemeClr val="accent3"/>
              </a:solidFill>
              <a:latin typeface="Lexend Deca Medium"/>
              <a:ea typeface="Lexend Deca Medium"/>
              <a:cs typeface="Lexend Deca Medium"/>
              <a:sym typeface="Lexend Deca Medium"/>
            </a:endParaRPr>
          </a:p>
        </p:txBody>
      </p:sp>
      <p:sp>
        <p:nvSpPr>
          <p:cNvPr id="1321" name="Google Shape;1321;p45"/>
          <p:cNvSpPr txBox="1">
            <a:spLocks noGrp="1"/>
          </p:cNvSpPr>
          <p:nvPr>
            <p:ph type="subTitle" idx="4294967295"/>
          </p:nvPr>
        </p:nvSpPr>
        <p:spPr>
          <a:xfrm>
            <a:off x="2531075" y="1562343"/>
            <a:ext cx="684300" cy="27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2"/>
                </a:solidFill>
                <a:latin typeface="Lexend Deca Medium"/>
                <a:ea typeface="Lexend Deca Medium"/>
                <a:cs typeface="Lexend Deca Medium"/>
                <a:sym typeface="Lexend Deca Medium"/>
              </a:rPr>
              <a:t>34%</a:t>
            </a:r>
            <a:endParaRPr>
              <a:solidFill>
                <a:schemeClr val="dk2"/>
              </a:solidFill>
              <a:latin typeface="Lexend Deca Medium"/>
              <a:ea typeface="Lexend Deca Medium"/>
              <a:cs typeface="Lexend Deca Medium"/>
              <a:sym typeface="Lexend Deca Medium"/>
            </a:endParaRPr>
          </a:p>
        </p:txBody>
      </p:sp>
      <p:sp>
        <p:nvSpPr>
          <p:cNvPr id="1322" name="Google Shape;1322;p45"/>
          <p:cNvSpPr/>
          <p:nvPr/>
        </p:nvSpPr>
        <p:spPr>
          <a:xfrm>
            <a:off x="5445900" y="1266082"/>
            <a:ext cx="2978100" cy="2815200"/>
          </a:xfrm>
          <a:prstGeom prst="roundRect">
            <a:avLst>
              <a:gd name="adj" fmla="val 1095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23" name="Google Shape;1323;p45" title="Points score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60325" y="1525457"/>
            <a:ext cx="2549250" cy="2296449"/>
          </a:xfrm>
          <a:prstGeom prst="rect">
            <a:avLst/>
          </a:prstGeom>
          <a:noFill/>
          <a:ln>
            <a:noFill/>
          </a:ln>
        </p:spPr>
      </p:pic>
      <p:sp>
        <p:nvSpPr>
          <p:cNvPr id="1324" name="Google Shape;1324;p45"/>
          <p:cNvSpPr/>
          <p:nvPr/>
        </p:nvSpPr>
        <p:spPr>
          <a:xfrm>
            <a:off x="1455500" y="1614943"/>
            <a:ext cx="146100" cy="146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5" name="Google Shape;1325;p45"/>
          <p:cNvSpPr/>
          <p:nvPr/>
        </p:nvSpPr>
        <p:spPr>
          <a:xfrm>
            <a:off x="1455500" y="3033105"/>
            <a:ext cx="146100" cy="146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6" name="Google Shape;1326;p45"/>
          <p:cNvSpPr/>
          <p:nvPr/>
        </p:nvSpPr>
        <p:spPr>
          <a:xfrm>
            <a:off x="3447050" y="1614943"/>
            <a:ext cx="146100" cy="14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7" name="Google Shape;1327;p45"/>
          <p:cNvSpPr/>
          <p:nvPr/>
        </p:nvSpPr>
        <p:spPr>
          <a:xfrm>
            <a:off x="3447050" y="3033105"/>
            <a:ext cx="146100" cy="14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8" name="Google Shape;1328;p45"/>
          <p:cNvSpPr txBox="1">
            <a:spLocks noGrp="1"/>
          </p:cNvSpPr>
          <p:nvPr>
            <p:ph type="subTitle" idx="4294967295"/>
          </p:nvPr>
        </p:nvSpPr>
        <p:spPr>
          <a:xfrm>
            <a:off x="5555513" y="1747693"/>
            <a:ext cx="684300" cy="27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2"/>
                </a:solidFill>
                <a:latin typeface="Lexend Deca Medium"/>
                <a:ea typeface="Lexend Deca Medium"/>
                <a:cs typeface="Lexend Deca Medium"/>
                <a:sym typeface="Lexend Deca Medium"/>
              </a:rPr>
              <a:t>34%</a:t>
            </a:r>
            <a:endParaRPr>
              <a:solidFill>
                <a:schemeClr val="dk2"/>
              </a:solidFill>
              <a:latin typeface="Lexend Deca Medium"/>
              <a:ea typeface="Lexend Deca Medium"/>
              <a:cs typeface="Lexend Deca Medium"/>
              <a:sym typeface="Lexend Deca Medium"/>
            </a:endParaRPr>
          </a:p>
        </p:txBody>
      </p:sp>
      <p:sp>
        <p:nvSpPr>
          <p:cNvPr id="1329" name="Google Shape;1329;p45"/>
          <p:cNvSpPr txBox="1">
            <a:spLocks noGrp="1"/>
          </p:cNvSpPr>
          <p:nvPr>
            <p:ph type="subTitle" idx="4294967295"/>
          </p:nvPr>
        </p:nvSpPr>
        <p:spPr>
          <a:xfrm>
            <a:off x="7655588" y="1747693"/>
            <a:ext cx="658800" cy="27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Lexend Deca Medium"/>
                <a:ea typeface="Lexend Deca Medium"/>
                <a:cs typeface="Lexend Deca Medium"/>
                <a:sym typeface="Lexend Deca Medium"/>
              </a:rPr>
              <a:t>21%</a:t>
            </a:r>
            <a:endParaRPr>
              <a:latin typeface="Lexend Deca Medium"/>
              <a:ea typeface="Lexend Deca Medium"/>
              <a:cs typeface="Lexend Deca Medium"/>
              <a:sym typeface="Lexend Deca Medium"/>
            </a:endParaRPr>
          </a:p>
        </p:txBody>
      </p:sp>
      <p:sp>
        <p:nvSpPr>
          <p:cNvPr id="1330" name="Google Shape;1330;p45"/>
          <p:cNvSpPr txBox="1">
            <a:spLocks noGrp="1"/>
          </p:cNvSpPr>
          <p:nvPr>
            <p:ph type="subTitle" idx="4294967295"/>
          </p:nvPr>
        </p:nvSpPr>
        <p:spPr>
          <a:xfrm>
            <a:off x="5555513" y="3395043"/>
            <a:ext cx="684300" cy="27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3"/>
                </a:solidFill>
                <a:latin typeface="Lexend Deca Medium"/>
                <a:ea typeface="Lexend Deca Medium"/>
                <a:cs typeface="Lexend Deca Medium"/>
                <a:sym typeface="Lexend Deca Medium"/>
              </a:rPr>
              <a:t>13%</a:t>
            </a:r>
            <a:endParaRPr>
              <a:solidFill>
                <a:schemeClr val="accent3"/>
              </a:solidFill>
              <a:latin typeface="Lexend Deca Medium"/>
              <a:ea typeface="Lexend Deca Medium"/>
              <a:cs typeface="Lexend Deca Medium"/>
              <a:sym typeface="Lexend Deca Medium"/>
            </a:endParaRPr>
          </a:p>
        </p:txBody>
      </p:sp>
      <p:sp>
        <p:nvSpPr>
          <p:cNvPr id="1331" name="Google Shape;1331;p45"/>
          <p:cNvSpPr txBox="1">
            <a:spLocks noGrp="1"/>
          </p:cNvSpPr>
          <p:nvPr>
            <p:ph type="subTitle" idx="4294967295"/>
          </p:nvPr>
        </p:nvSpPr>
        <p:spPr>
          <a:xfrm>
            <a:off x="7655588" y="3395043"/>
            <a:ext cx="658800" cy="27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2"/>
                </a:solidFill>
                <a:latin typeface="Lexend Deca Medium"/>
                <a:ea typeface="Lexend Deca Medium"/>
                <a:cs typeface="Lexend Deca Medium"/>
                <a:sym typeface="Lexend Deca Medium"/>
              </a:rPr>
              <a:t>32%</a:t>
            </a:r>
            <a:endParaRPr>
              <a:solidFill>
                <a:schemeClr val="lt2"/>
              </a:solidFill>
              <a:latin typeface="Lexend Deca Medium"/>
              <a:ea typeface="Lexend Deca Medium"/>
              <a:cs typeface="Lexend Deca Medium"/>
              <a:sym typeface="Lexend Deca Medium"/>
            </a:endParaRPr>
          </a:p>
        </p:txBody>
      </p:sp>
      <p:cxnSp>
        <p:nvCxnSpPr>
          <p:cNvPr id="1332" name="Google Shape;1332;p45"/>
          <p:cNvCxnSpPr>
            <a:stCxn id="1328" idx="2"/>
          </p:cNvCxnSpPr>
          <p:nvPr/>
        </p:nvCxnSpPr>
        <p:spPr>
          <a:xfrm rot="-5400000" flipH="1">
            <a:off x="5932463" y="1991293"/>
            <a:ext cx="161400" cy="2310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333" name="Google Shape;1333;p45"/>
          <p:cNvCxnSpPr>
            <a:stCxn id="1329" idx="2"/>
          </p:cNvCxnSpPr>
          <p:nvPr/>
        </p:nvCxnSpPr>
        <p:spPr>
          <a:xfrm rot="5400000">
            <a:off x="7752338" y="1974043"/>
            <a:ext cx="180600" cy="2847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334" name="Google Shape;1334;p45"/>
          <p:cNvCxnSpPr>
            <a:stCxn id="1330" idx="0"/>
          </p:cNvCxnSpPr>
          <p:nvPr/>
        </p:nvCxnSpPr>
        <p:spPr>
          <a:xfrm rot="-5400000">
            <a:off x="5945963" y="3193443"/>
            <a:ext cx="153300" cy="249900"/>
          </a:xfrm>
          <a:prstGeom prst="bentConnector2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335" name="Google Shape;1335;p45"/>
          <p:cNvCxnSpPr>
            <a:stCxn id="1331" idx="0"/>
          </p:cNvCxnSpPr>
          <p:nvPr/>
        </p:nvCxnSpPr>
        <p:spPr>
          <a:xfrm rot="5400000" flipH="1">
            <a:off x="7772288" y="3182343"/>
            <a:ext cx="134400" cy="291000"/>
          </a:xfrm>
          <a:prstGeom prst="bentConnector2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336" name="Google Shape;1336;p45"/>
          <p:cNvSpPr/>
          <p:nvPr/>
        </p:nvSpPr>
        <p:spPr>
          <a:xfrm>
            <a:off x="6220161" y="1960415"/>
            <a:ext cx="1432800" cy="14328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7" name="Google Shape;1337;p45"/>
          <p:cNvSpPr txBox="1">
            <a:spLocks noGrp="1"/>
          </p:cNvSpPr>
          <p:nvPr>
            <p:ph type="subTitle" idx="4294967295"/>
          </p:nvPr>
        </p:nvSpPr>
        <p:spPr>
          <a:xfrm>
            <a:off x="6399925" y="2338583"/>
            <a:ext cx="1073100" cy="670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/>
              <a:t>Total: </a:t>
            </a:r>
            <a:r>
              <a:rPr lang="en" sz="1400">
                <a:solidFill>
                  <a:schemeClr val="accent1"/>
                </a:solidFill>
              </a:rPr>
              <a:t>28,356 tracks</a:t>
            </a:r>
            <a:endParaRPr sz="14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p48"/>
          <p:cNvSpPr txBox="1">
            <a:spLocks noGrp="1"/>
          </p:cNvSpPr>
          <p:nvPr>
            <p:ph type="title"/>
          </p:nvPr>
        </p:nvSpPr>
        <p:spPr>
          <a:xfrm>
            <a:off x="4343275" y="1530525"/>
            <a:ext cx="3972600" cy="9147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Here’s the </a:t>
            </a:r>
            <a:r>
              <a:rPr lang="en">
                <a:solidFill>
                  <a:schemeClr val="lt2"/>
                </a:solidFill>
              </a:rPr>
              <a:t>live</a:t>
            </a:r>
            <a:r>
              <a:rPr lang="en"/>
              <a:t> </a:t>
            </a:r>
            <a:r>
              <a:rPr lang="en">
                <a:solidFill>
                  <a:schemeClr val="lt2"/>
                </a:solidFill>
              </a:rPr>
              <a:t>demo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553" name="Google Shape;1553;p48"/>
          <p:cNvSpPr txBox="1">
            <a:spLocks noGrp="1"/>
          </p:cNvSpPr>
          <p:nvPr>
            <p:ph type="subTitle" idx="1"/>
          </p:nvPr>
        </p:nvSpPr>
        <p:spPr>
          <a:xfrm>
            <a:off x="4343275" y="2675200"/>
            <a:ext cx="2999100" cy="11109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Compares the track’s audio profile against its cluster average — closer shapes mean a stronger mood match.</a:t>
            </a:r>
            <a:endParaRPr/>
          </a:p>
        </p:txBody>
      </p:sp>
      <p:grpSp>
        <p:nvGrpSpPr>
          <p:cNvPr id="1554" name="Google Shape;1554;p48"/>
          <p:cNvGrpSpPr/>
          <p:nvPr/>
        </p:nvGrpSpPr>
        <p:grpSpPr>
          <a:xfrm>
            <a:off x="723837" y="552000"/>
            <a:ext cx="1218671" cy="1640915"/>
            <a:chOff x="723837" y="552000"/>
            <a:chExt cx="1218671" cy="1640915"/>
          </a:xfrm>
        </p:grpSpPr>
        <p:sp>
          <p:nvSpPr>
            <p:cNvPr id="1555" name="Google Shape;1555;p48"/>
            <p:cNvSpPr/>
            <p:nvPr/>
          </p:nvSpPr>
          <p:spPr>
            <a:xfrm>
              <a:off x="729625" y="552000"/>
              <a:ext cx="98100" cy="98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48"/>
            <p:cNvSpPr/>
            <p:nvPr/>
          </p:nvSpPr>
          <p:spPr>
            <a:xfrm>
              <a:off x="882900" y="552000"/>
              <a:ext cx="98100" cy="98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48"/>
            <p:cNvSpPr/>
            <p:nvPr/>
          </p:nvSpPr>
          <p:spPr>
            <a:xfrm>
              <a:off x="1036175" y="552000"/>
              <a:ext cx="98100" cy="98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48"/>
            <p:cNvSpPr/>
            <p:nvPr/>
          </p:nvSpPr>
          <p:spPr>
            <a:xfrm>
              <a:off x="1379968" y="618464"/>
              <a:ext cx="255633" cy="250348"/>
            </a:xfrm>
            <a:custGeom>
              <a:avLst/>
              <a:gdLst/>
              <a:ahLst/>
              <a:cxnLst/>
              <a:rect l="l" t="t" r="r" b="b"/>
              <a:pathLst>
                <a:path w="11027" h="10799" extrusionOk="0">
                  <a:moveTo>
                    <a:pt x="5504" y="1"/>
                  </a:moveTo>
                  <a:cubicBezTo>
                    <a:pt x="5436" y="1"/>
                    <a:pt x="5367" y="2"/>
                    <a:pt x="5298" y="4"/>
                  </a:cubicBezTo>
                  <a:cubicBezTo>
                    <a:pt x="2331" y="130"/>
                    <a:pt x="1" y="2639"/>
                    <a:pt x="126" y="5621"/>
                  </a:cubicBezTo>
                  <a:cubicBezTo>
                    <a:pt x="234" y="8525"/>
                    <a:pt x="2618" y="10799"/>
                    <a:pt x="5498" y="10799"/>
                  </a:cubicBezTo>
                  <a:cubicBezTo>
                    <a:pt x="5575" y="10799"/>
                    <a:pt x="5652" y="10797"/>
                    <a:pt x="5729" y="10794"/>
                  </a:cubicBezTo>
                  <a:cubicBezTo>
                    <a:pt x="8710" y="10683"/>
                    <a:pt x="11027" y="8173"/>
                    <a:pt x="10916" y="5191"/>
                  </a:cubicBezTo>
                  <a:cubicBezTo>
                    <a:pt x="10793" y="2279"/>
                    <a:pt x="8395" y="1"/>
                    <a:pt x="55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48"/>
            <p:cNvSpPr/>
            <p:nvPr/>
          </p:nvSpPr>
          <p:spPr>
            <a:xfrm>
              <a:off x="1483960" y="686786"/>
              <a:ext cx="47650" cy="117350"/>
            </a:xfrm>
            <a:custGeom>
              <a:avLst/>
              <a:gdLst/>
              <a:ahLst/>
              <a:cxnLst/>
              <a:rect l="l" t="t" r="r" b="b"/>
              <a:pathLst>
                <a:path w="1906" h="4694" extrusionOk="0">
                  <a:moveTo>
                    <a:pt x="1906" y="0"/>
                  </a:moveTo>
                  <a:lnTo>
                    <a:pt x="0" y="2347"/>
                  </a:lnTo>
                  <a:lnTo>
                    <a:pt x="1857" y="4694"/>
                  </a:ln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60" name="Google Shape;1560;p48"/>
            <p:cNvSpPr/>
            <p:nvPr/>
          </p:nvSpPr>
          <p:spPr>
            <a:xfrm flipH="1">
              <a:off x="1686874" y="618464"/>
              <a:ext cx="255633" cy="250348"/>
            </a:xfrm>
            <a:custGeom>
              <a:avLst/>
              <a:gdLst/>
              <a:ahLst/>
              <a:cxnLst/>
              <a:rect l="l" t="t" r="r" b="b"/>
              <a:pathLst>
                <a:path w="11027" h="10799" extrusionOk="0">
                  <a:moveTo>
                    <a:pt x="5504" y="1"/>
                  </a:moveTo>
                  <a:cubicBezTo>
                    <a:pt x="5436" y="1"/>
                    <a:pt x="5367" y="2"/>
                    <a:pt x="5298" y="4"/>
                  </a:cubicBezTo>
                  <a:cubicBezTo>
                    <a:pt x="2331" y="130"/>
                    <a:pt x="1" y="2639"/>
                    <a:pt x="126" y="5621"/>
                  </a:cubicBezTo>
                  <a:cubicBezTo>
                    <a:pt x="234" y="8525"/>
                    <a:pt x="2618" y="10799"/>
                    <a:pt x="5498" y="10799"/>
                  </a:cubicBezTo>
                  <a:cubicBezTo>
                    <a:pt x="5575" y="10799"/>
                    <a:pt x="5652" y="10797"/>
                    <a:pt x="5729" y="10794"/>
                  </a:cubicBezTo>
                  <a:cubicBezTo>
                    <a:pt x="8710" y="10683"/>
                    <a:pt x="11027" y="8173"/>
                    <a:pt x="10916" y="5191"/>
                  </a:cubicBezTo>
                  <a:cubicBezTo>
                    <a:pt x="10793" y="2279"/>
                    <a:pt x="8395" y="1"/>
                    <a:pt x="55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48"/>
            <p:cNvSpPr/>
            <p:nvPr/>
          </p:nvSpPr>
          <p:spPr>
            <a:xfrm flipH="1">
              <a:off x="1790866" y="686786"/>
              <a:ext cx="47650" cy="117350"/>
            </a:xfrm>
            <a:custGeom>
              <a:avLst/>
              <a:gdLst/>
              <a:ahLst/>
              <a:cxnLst/>
              <a:rect l="l" t="t" r="r" b="b"/>
              <a:pathLst>
                <a:path w="1906" h="4694" extrusionOk="0">
                  <a:moveTo>
                    <a:pt x="1906" y="0"/>
                  </a:moveTo>
                  <a:lnTo>
                    <a:pt x="0" y="2347"/>
                  </a:lnTo>
                  <a:lnTo>
                    <a:pt x="1857" y="4694"/>
                  </a:ln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562" name="Google Shape;1562;p48"/>
            <p:cNvGrpSpPr/>
            <p:nvPr/>
          </p:nvGrpSpPr>
          <p:grpSpPr>
            <a:xfrm>
              <a:off x="729630" y="1968358"/>
              <a:ext cx="255615" cy="224557"/>
              <a:chOff x="6184139" y="1980808"/>
              <a:chExt cx="451696" cy="396814"/>
            </a:xfrm>
          </p:grpSpPr>
          <p:sp>
            <p:nvSpPr>
              <p:cNvPr id="1563" name="Google Shape;1563;p48"/>
              <p:cNvSpPr/>
              <p:nvPr/>
            </p:nvSpPr>
            <p:spPr>
              <a:xfrm>
                <a:off x="6184139" y="1980808"/>
                <a:ext cx="451696" cy="396814"/>
              </a:xfrm>
              <a:custGeom>
                <a:avLst/>
                <a:gdLst/>
                <a:ahLst/>
                <a:cxnLst/>
                <a:rect l="l" t="t" r="r" b="b"/>
                <a:pathLst>
                  <a:path w="9473" h="8322" extrusionOk="0">
                    <a:moveTo>
                      <a:pt x="4272" y="361"/>
                    </a:moveTo>
                    <a:cubicBezTo>
                      <a:pt x="4675" y="361"/>
                      <a:pt x="5063" y="583"/>
                      <a:pt x="5257" y="943"/>
                    </a:cubicBezTo>
                    <a:cubicBezTo>
                      <a:pt x="5285" y="1013"/>
                      <a:pt x="5354" y="1041"/>
                      <a:pt x="5437" y="1041"/>
                    </a:cubicBezTo>
                    <a:cubicBezTo>
                      <a:pt x="5466" y="1038"/>
                      <a:pt x="5495" y="1036"/>
                      <a:pt x="5524" y="1036"/>
                    </a:cubicBezTo>
                    <a:cubicBezTo>
                      <a:pt x="5868" y="1036"/>
                      <a:pt x="6196" y="1263"/>
                      <a:pt x="6324" y="1596"/>
                    </a:cubicBezTo>
                    <a:cubicBezTo>
                      <a:pt x="6349" y="1657"/>
                      <a:pt x="6408" y="1709"/>
                      <a:pt x="6480" y="1709"/>
                    </a:cubicBezTo>
                    <a:cubicBezTo>
                      <a:pt x="6489" y="1709"/>
                      <a:pt x="6497" y="1708"/>
                      <a:pt x="6505" y="1707"/>
                    </a:cubicBezTo>
                    <a:cubicBezTo>
                      <a:pt x="6521" y="1705"/>
                      <a:pt x="6536" y="1704"/>
                      <a:pt x="6552" y="1704"/>
                    </a:cubicBezTo>
                    <a:cubicBezTo>
                      <a:pt x="6838" y="1704"/>
                      <a:pt x="7088" y="1944"/>
                      <a:pt x="7088" y="2234"/>
                    </a:cubicBezTo>
                    <a:cubicBezTo>
                      <a:pt x="7088" y="2524"/>
                      <a:pt x="6851" y="2760"/>
                      <a:pt x="6561" y="2760"/>
                    </a:cubicBezTo>
                    <a:lnTo>
                      <a:pt x="6311" y="2760"/>
                    </a:lnTo>
                    <a:lnTo>
                      <a:pt x="6311" y="2178"/>
                    </a:lnTo>
                    <a:cubicBezTo>
                      <a:pt x="6311" y="2073"/>
                      <a:pt x="6222" y="1988"/>
                      <a:pt x="6120" y="1988"/>
                    </a:cubicBezTo>
                    <a:cubicBezTo>
                      <a:pt x="6101" y="1988"/>
                      <a:pt x="6081" y="1991"/>
                      <a:pt x="6061" y="1997"/>
                    </a:cubicBezTo>
                    <a:lnTo>
                      <a:pt x="4064" y="2566"/>
                    </a:lnTo>
                    <a:cubicBezTo>
                      <a:pt x="3981" y="2594"/>
                      <a:pt x="3926" y="2677"/>
                      <a:pt x="3939" y="2760"/>
                    </a:cubicBezTo>
                    <a:lnTo>
                      <a:pt x="3066" y="2760"/>
                    </a:lnTo>
                    <a:cubicBezTo>
                      <a:pt x="2678" y="2760"/>
                      <a:pt x="2345" y="2413"/>
                      <a:pt x="2373" y="2025"/>
                    </a:cubicBezTo>
                    <a:cubicBezTo>
                      <a:pt x="2373" y="1886"/>
                      <a:pt x="2441" y="1720"/>
                      <a:pt x="2552" y="1609"/>
                    </a:cubicBezTo>
                    <a:cubicBezTo>
                      <a:pt x="2678" y="1470"/>
                      <a:pt x="2830" y="1401"/>
                      <a:pt x="3011" y="1387"/>
                    </a:cubicBezTo>
                    <a:cubicBezTo>
                      <a:pt x="3094" y="1374"/>
                      <a:pt x="3163" y="1318"/>
                      <a:pt x="3177" y="1235"/>
                    </a:cubicBezTo>
                    <a:cubicBezTo>
                      <a:pt x="3232" y="999"/>
                      <a:pt x="3371" y="777"/>
                      <a:pt x="3565" y="610"/>
                    </a:cubicBezTo>
                    <a:cubicBezTo>
                      <a:pt x="3773" y="444"/>
                      <a:pt x="4009" y="361"/>
                      <a:pt x="4272" y="361"/>
                    </a:cubicBezTo>
                    <a:close/>
                    <a:moveTo>
                      <a:pt x="5936" y="2413"/>
                    </a:moveTo>
                    <a:lnTo>
                      <a:pt x="5936" y="2816"/>
                    </a:lnTo>
                    <a:lnTo>
                      <a:pt x="4300" y="3301"/>
                    </a:lnTo>
                    <a:lnTo>
                      <a:pt x="4300" y="2885"/>
                    </a:lnTo>
                    <a:lnTo>
                      <a:pt x="5936" y="2413"/>
                    </a:lnTo>
                    <a:close/>
                    <a:moveTo>
                      <a:pt x="5618" y="4493"/>
                    </a:moveTo>
                    <a:cubicBezTo>
                      <a:pt x="5797" y="4493"/>
                      <a:pt x="5936" y="4632"/>
                      <a:pt x="5936" y="4813"/>
                    </a:cubicBezTo>
                    <a:lnTo>
                      <a:pt x="5936" y="4826"/>
                    </a:lnTo>
                    <a:lnTo>
                      <a:pt x="5936" y="4841"/>
                    </a:lnTo>
                    <a:cubicBezTo>
                      <a:pt x="5936" y="5007"/>
                      <a:pt x="5797" y="5146"/>
                      <a:pt x="5618" y="5146"/>
                    </a:cubicBezTo>
                    <a:lnTo>
                      <a:pt x="5326" y="5146"/>
                    </a:lnTo>
                    <a:cubicBezTo>
                      <a:pt x="5146" y="5146"/>
                      <a:pt x="5007" y="5007"/>
                      <a:pt x="5007" y="4841"/>
                    </a:cubicBezTo>
                    <a:lnTo>
                      <a:pt x="5007" y="4813"/>
                    </a:lnTo>
                    <a:cubicBezTo>
                      <a:pt x="5007" y="4632"/>
                      <a:pt x="5146" y="4493"/>
                      <a:pt x="5326" y="4493"/>
                    </a:cubicBezTo>
                    <a:close/>
                    <a:moveTo>
                      <a:pt x="3621" y="4909"/>
                    </a:moveTo>
                    <a:cubicBezTo>
                      <a:pt x="3800" y="4909"/>
                      <a:pt x="3939" y="5048"/>
                      <a:pt x="3939" y="5215"/>
                    </a:cubicBezTo>
                    <a:lnTo>
                      <a:pt x="3939" y="5229"/>
                    </a:lnTo>
                    <a:lnTo>
                      <a:pt x="3939" y="5242"/>
                    </a:lnTo>
                    <a:cubicBezTo>
                      <a:pt x="3939" y="5409"/>
                      <a:pt x="3800" y="5547"/>
                      <a:pt x="3621" y="5547"/>
                    </a:cubicBezTo>
                    <a:lnTo>
                      <a:pt x="3316" y="5547"/>
                    </a:lnTo>
                    <a:cubicBezTo>
                      <a:pt x="3149" y="5547"/>
                      <a:pt x="3011" y="5409"/>
                      <a:pt x="3011" y="5242"/>
                    </a:cubicBezTo>
                    <a:lnTo>
                      <a:pt x="3011" y="5215"/>
                    </a:lnTo>
                    <a:cubicBezTo>
                      <a:pt x="3011" y="5048"/>
                      <a:pt x="3149" y="4909"/>
                      <a:pt x="3316" y="4909"/>
                    </a:cubicBezTo>
                    <a:close/>
                    <a:moveTo>
                      <a:pt x="7615" y="2483"/>
                    </a:moveTo>
                    <a:lnTo>
                      <a:pt x="7615" y="6200"/>
                    </a:lnTo>
                    <a:lnTo>
                      <a:pt x="1873" y="6200"/>
                    </a:lnTo>
                    <a:lnTo>
                      <a:pt x="1873" y="2483"/>
                    </a:lnTo>
                    <a:lnTo>
                      <a:pt x="2081" y="2483"/>
                    </a:lnTo>
                    <a:cubicBezTo>
                      <a:pt x="2247" y="2871"/>
                      <a:pt x="2636" y="3134"/>
                      <a:pt x="3066" y="3134"/>
                    </a:cubicBezTo>
                    <a:lnTo>
                      <a:pt x="3939" y="3134"/>
                    </a:lnTo>
                    <a:lnTo>
                      <a:pt x="3939" y="4619"/>
                    </a:lnTo>
                    <a:cubicBezTo>
                      <a:pt x="3843" y="4563"/>
                      <a:pt x="3732" y="4536"/>
                      <a:pt x="3621" y="4536"/>
                    </a:cubicBezTo>
                    <a:lnTo>
                      <a:pt x="3316" y="4536"/>
                    </a:lnTo>
                    <a:cubicBezTo>
                      <a:pt x="2941" y="4536"/>
                      <a:pt x="2636" y="4841"/>
                      <a:pt x="2636" y="5215"/>
                    </a:cubicBezTo>
                    <a:lnTo>
                      <a:pt x="2636" y="5242"/>
                    </a:lnTo>
                    <a:cubicBezTo>
                      <a:pt x="2636" y="5617"/>
                      <a:pt x="2941" y="5922"/>
                      <a:pt x="3316" y="5922"/>
                    </a:cubicBezTo>
                    <a:lnTo>
                      <a:pt x="3621" y="5922"/>
                    </a:lnTo>
                    <a:cubicBezTo>
                      <a:pt x="4009" y="5922"/>
                      <a:pt x="4300" y="5590"/>
                      <a:pt x="4300" y="5215"/>
                    </a:cubicBezTo>
                    <a:lnTo>
                      <a:pt x="4300" y="3676"/>
                    </a:lnTo>
                    <a:lnTo>
                      <a:pt x="5936" y="3204"/>
                    </a:lnTo>
                    <a:lnTo>
                      <a:pt x="5936" y="4203"/>
                    </a:lnTo>
                    <a:cubicBezTo>
                      <a:pt x="5840" y="4161"/>
                      <a:pt x="5742" y="4133"/>
                      <a:pt x="5618" y="4133"/>
                    </a:cubicBezTo>
                    <a:lnTo>
                      <a:pt x="5326" y="4133"/>
                    </a:lnTo>
                    <a:cubicBezTo>
                      <a:pt x="4952" y="4133"/>
                      <a:pt x="4647" y="4438"/>
                      <a:pt x="4647" y="4813"/>
                    </a:cubicBezTo>
                    <a:lnTo>
                      <a:pt x="4647" y="4841"/>
                    </a:lnTo>
                    <a:cubicBezTo>
                      <a:pt x="4647" y="5215"/>
                      <a:pt x="4952" y="5520"/>
                      <a:pt x="5326" y="5520"/>
                    </a:cubicBezTo>
                    <a:lnTo>
                      <a:pt x="5618" y="5520"/>
                    </a:lnTo>
                    <a:cubicBezTo>
                      <a:pt x="6006" y="5520"/>
                      <a:pt x="6311" y="5187"/>
                      <a:pt x="6311" y="4813"/>
                    </a:cubicBezTo>
                    <a:lnTo>
                      <a:pt x="6311" y="3134"/>
                    </a:lnTo>
                    <a:lnTo>
                      <a:pt x="6561" y="3134"/>
                    </a:lnTo>
                    <a:cubicBezTo>
                      <a:pt x="6962" y="3134"/>
                      <a:pt x="7323" y="2857"/>
                      <a:pt x="7434" y="2483"/>
                    </a:cubicBezTo>
                    <a:close/>
                    <a:moveTo>
                      <a:pt x="8044" y="1664"/>
                    </a:moveTo>
                    <a:cubicBezTo>
                      <a:pt x="8253" y="1664"/>
                      <a:pt x="8432" y="1831"/>
                      <a:pt x="8432" y="2053"/>
                    </a:cubicBezTo>
                    <a:lnTo>
                      <a:pt x="8432" y="6629"/>
                    </a:lnTo>
                    <a:cubicBezTo>
                      <a:pt x="8432" y="6838"/>
                      <a:pt x="8253" y="7017"/>
                      <a:pt x="8044" y="7017"/>
                    </a:cubicBezTo>
                    <a:lnTo>
                      <a:pt x="1443" y="7017"/>
                    </a:lnTo>
                    <a:cubicBezTo>
                      <a:pt x="1221" y="7017"/>
                      <a:pt x="1055" y="6838"/>
                      <a:pt x="1055" y="6629"/>
                    </a:cubicBezTo>
                    <a:lnTo>
                      <a:pt x="1055" y="2053"/>
                    </a:lnTo>
                    <a:cubicBezTo>
                      <a:pt x="1055" y="1831"/>
                      <a:pt x="1221" y="1664"/>
                      <a:pt x="1443" y="1664"/>
                    </a:cubicBezTo>
                    <a:lnTo>
                      <a:pt x="2081" y="1664"/>
                    </a:lnTo>
                    <a:cubicBezTo>
                      <a:pt x="2025" y="1803"/>
                      <a:pt x="1998" y="1956"/>
                      <a:pt x="1998" y="2108"/>
                    </a:cubicBezTo>
                    <a:lnTo>
                      <a:pt x="1679" y="2108"/>
                    </a:lnTo>
                    <a:cubicBezTo>
                      <a:pt x="1582" y="2108"/>
                      <a:pt x="1498" y="2191"/>
                      <a:pt x="1498" y="2289"/>
                    </a:cubicBezTo>
                    <a:lnTo>
                      <a:pt x="1498" y="6394"/>
                    </a:lnTo>
                    <a:cubicBezTo>
                      <a:pt x="1498" y="6490"/>
                      <a:pt x="1582" y="6574"/>
                      <a:pt x="1679" y="6574"/>
                    </a:cubicBezTo>
                    <a:lnTo>
                      <a:pt x="7794" y="6574"/>
                    </a:lnTo>
                    <a:cubicBezTo>
                      <a:pt x="7905" y="6574"/>
                      <a:pt x="7989" y="6490"/>
                      <a:pt x="7989" y="6394"/>
                    </a:cubicBezTo>
                    <a:lnTo>
                      <a:pt x="7989" y="2289"/>
                    </a:lnTo>
                    <a:cubicBezTo>
                      <a:pt x="7989" y="2191"/>
                      <a:pt x="7905" y="2108"/>
                      <a:pt x="7794" y="2108"/>
                    </a:cubicBezTo>
                    <a:lnTo>
                      <a:pt x="7448" y="2108"/>
                    </a:lnTo>
                    <a:cubicBezTo>
                      <a:pt x="7434" y="1942"/>
                      <a:pt x="7365" y="1790"/>
                      <a:pt x="7254" y="1664"/>
                    </a:cubicBezTo>
                    <a:close/>
                    <a:moveTo>
                      <a:pt x="4272" y="0"/>
                    </a:moveTo>
                    <a:cubicBezTo>
                      <a:pt x="3926" y="0"/>
                      <a:pt x="3593" y="111"/>
                      <a:pt x="3329" y="320"/>
                    </a:cubicBezTo>
                    <a:cubicBezTo>
                      <a:pt x="3107" y="514"/>
                      <a:pt x="2941" y="749"/>
                      <a:pt x="2844" y="1026"/>
                    </a:cubicBezTo>
                    <a:cubicBezTo>
                      <a:pt x="2663" y="1069"/>
                      <a:pt x="2484" y="1165"/>
                      <a:pt x="2345" y="1290"/>
                    </a:cubicBezTo>
                    <a:lnTo>
                      <a:pt x="1443" y="1290"/>
                    </a:lnTo>
                    <a:cubicBezTo>
                      <a:pt x="1027" y="1290"/>
                      <a:pt x="681" y="1637"/>
                      <a:pt x="681" y="2053"/>
                    </a:cubicBezTo>
                    <a:lnTo>
                      <a:pt x="681" y="6629"/>
                    </a:lnTo>
                    <a:cubicBezTo>
                      <a:pt x="681" y="6768"/>
                      <a:pt x="722" y="6906"/>
                      <a:pt x="792" y="7017"/>
                    </a:cubicBezTo>
                    <a:lnTo>
                      <a:pt x="195" y="7017"/>
                    </a:lnTo>
                    <a:cubicBezTo>
                      <a:pt x="84" y="7017"/>
                      <a:pt x="1" y="7101"/>
                      <a:pt x="1" y="7198"/>
                    </a:cubicBezTo>
                    <a:lnTo>
                      <a:pt x="1" y="7642"/>
                    </a:lnTo>
                    <a:cubicBezTo>
                      <a:pt x="1" y="8016"/>
                      <a:pt x="320" y="8321"/>
                      <a:pt x="694" y="8321"/>
                    </a:cubicBezTo>
                    <a:lnTo>
                      <a:pt x="3926" y="8321"/>
                    </a:lnTo>
                    <a:cubicBezTo>
                      <a:pt x="4037" y="8321"/>
                      <a:pt x="4120" y="8238"/>
                      <a:pt x="4120" y="8141"/>
                    </a:cubicBezTo>
                    <a:cubicBezTo>
                      <a:pt x="4120" y="8030"/>
                      <a:pt x="4037" y="7947"/>
                      <a:pt x="3926" y="7947"/>
                    </a:cubicBezTo>
                    <a:lnTo>
                      <a:pt x="694" y="7947"/>
                    </a:lnTo>
                    <a:cubicBezTo>
                      <a:pt x="514" y="7947"/>
                      <a:pt x="376" y="7808"/>
                      <a:pt x="376" y="7642"/>
                    </a:cubicBezTo>
                    <a:lnTo>
                      <a:pt x="376" y="7392"/>
                    </a:lnTo>
                    <a:lnTo>
                      <a:pt x="9098" y="7392"/>
                    </a:lnTo>
                    <a:lnTo>
                      <a:pt x="9098" y="7642"/>
                    </a:lnTo>
                    <a:cubicBezTo>
                      <a:pt x="9098" y="7808"/>
                      <a:pt x="8959" y="7947"/>
                      <a:pt x="8793" y="7947"/>
                    </a:cubicBezTo>
                    <a:lnTo>
                      <a:pt x="5562" y="7947"/>
                    </a:lnTo>
                    <a:cubicBezTo>
                      <a:pt x="5451" y="7947"/>
                      <a:pt x="5368" y="8030"/>
                      <a:pt x="5368" y="8141"/>
                    </a:cubicBezTo>
                    <a:cubicBezTo>
                      <a:pt x="5368" y="8238"/>
                      <a:pt x="5451" y="8321"/>
                      <a:pt x="5562" y="8321"/>
                    </a:cubicBezTo>
                    <a:lnTo>
                      <a:pt x="8793" y="8321"/>
                    </a:lnTo>
                    <a:cubicBezTo>
                      <a:pt x="9168" y="8321"/>
                      <a:pt x="9473" y="8016"/>
                      <a:pt x="9473" y="7642"/>
                    </a:cubicBezTo>
                    <a:lnTo>
                      <a:pt x="9473" y="7198"/>
                    </a:lnTo>
                    <a:cubicBezTo>
                      <a:pt x="9473" y="7101"/>
                      <a:pt x="9390" y="7017"/>
                      <a:pt x="9292" y="7017"/>
                    </a:cubicBezTo>
                    <a:lnTo>
                      <a:pt x="8696" y="7017"/>
                    </a:lnTo>
                    <a:cubicBezTo>
                      <a:pt x="8765" y="6906"/>
                      <a:pt x="8793" y="6768"/>
                      <a:pt x="8793" y="6629"/>
                    </a:cubicBezTo>
                    <a:lnTo>
                      <a:pt x="8793" y="2053"/>
                    </a:lnTo>
                    <a:cubicBezTo>
                      <a:pt x="8793" y="1637"/>
                      <a:pt x="8460" y="1290"/>
                      <a:pt x="8044" y="1290"/>
                    </a:cubicBezTo>
                    <a:lnTo>
                      <a:pt x="6588" y="1290"/>
                    </a:lnTo>
                    <a:cubicBezTo>
                      <a:pt x="6367" y="915"/>
                      <a:pt x="5964" y="666"/>
                      <a:pt x="5520" y="666"/>
                    </a:cubicBezTo>
                    <a:cubicBezTo>
                      <a:pt x="5243" y="250"/>
                      <a:pt x="4771" y="0"/>
                      <a:pt x="42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48"/>
              <p:cNvSpPr/>
              <p:nvPr/>
            </p:nvSpPr>
            <p:spPr>
              <a:xfrm>
                <a:off x="6400384" y="2359892"/>
                <a:ext cx="19216" cy="17499"/>
              </a:xfrm>
              <a:custGeom>
                <a:avLst/>
                <a:gdLst/>
                <a:ahLst/>
                <a:cxnLst/>
                <a:rect l="l" t="t" r="r" b="b"/>
                <a:pathLst>
                  <a:path w="403" h="367" extrusionOk="0">
                    <a:moveTo>
                      <a:pt x="192" y="0"/>
                    </a:moveTo>
                    <a:cubicBezTo>
                      <a:pt x="147" y="0"/>
                      <a:pt x="103" y="19"/>
                      <a:pt x="70" y="53"/>
                    </a:cubicBezTo>
                    <a:cubicBezTo>
                      <a:pt x="14" y="121"/>
                      <a:pt x="1" y="219"/>
                      <a:pt x="56" y="288"/>
                    </a:cubicBezTo>
                    <a:cubicBezTo>
                      <a:pt x="89" y="342"/>
                      <a:pt x="142" y="366"/>
                      <a:pt x="197" y="366"/>
                    </a:cubicBezTo>
                    <a:cubicBezTo>
                      <a:pt x="283" y="366"/>
                      <a:pt x="372" y="306"/>
                      <a:pt x="389" y="205"/>
                    </a:cubicBezTo>
                    <a:cubicBezTo>
                      <a:pt x="403" y="136"/>
                      <a:pt x="362" y="53"/>
                      <a:pt x="278" y="25"/>
                    </a:cubicBezTo>
                    <a:cubicBezTo>
                      <a:pt x="251" y="8"/>
                      <a:pt x="221" y="0"/>
                      <a:pt x="19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5" name="Google Shape;1565;p48"/>
            <p:cNvGrpSpPr/>
            <p:nvPr/>
          </p:nvGrpSpPr>
          <p:grpSpPr>
            <a:xfrm>
              <a:off x="729630" y="975085"/>
              <a:ext cx="255615" cy="254967"/>
              <a:chOff x="6184139" y="1220827"/>
              <a:chExt cx="451696" cy="450552"/>
            </a:xfrm>
          </p:grpSpPr>
          <p:sp>
            <p:nvSpPr>
              <p:cNvPr id="1566" name="Google Shape;1566;p48"/>
              <p:cNvSpPr/>
              <p:nvPr/>
            </p:nvSpPr>
            <p:spPr>
              <a:xfrm>
                <a:off x="6353416" y="1390104"/>
                <a:ext cx="117776" cy="137087"/>
              </a:xfrm>
              <a:custGeom>
                <a:avLst/>
                <a:gdLst/>
                <a:ahLst/>
                <a:cxnLst/>
                <a:rect l="l" t="t" r="r" b="b"/>
                <a:pathLst>
                  <a:path w="2470" h="2875" extrusionOk="0">
                    <a:moveTo>
                      <a:pt x="916" y="1946"/>
                    </a:moveTo>
                    <a:cubicBezTo>
                      <a:pt x="1069" y="1946"/>
                      <a:pt x="1193" y="2070"/>
                      <a:pt x="1193" y="2224"/>
                    </a:cubicBezTo>
                    <a:cubicBezTo>
                      <a:pt x="1193" y="2376"/>
                      <a:pt x="1069" y="2501"/>
                      <a:pt x="916" y="2501"/>
                    </a:cubicBezTo>
                    <a:lnTo>
                      <a:pt x="666" y="2501"/>
                    </a:lnTo>
                    <a:cubicBezTo>
                      <a:pt x="500" y="2501"/>
                      <a:pt x="376" y="2376"/>
                      <a:pt x="376" y="2224"/>
                    </a:cubicBezTo>
                    <a:cubicBezTo>
                      <a:pt x="376" y="2070"/>
                      <a:pt x="500" y="1946"/>
                      <a:pt x="666" y="1946"/>
                    </a:cubicBezTo>
                    <a:close/>
                    <a:moveTo>
                      <a:pt x="1383" y="1"/>
                    </a:moveTo>
                    <a:cubicBezTo>
                      <a:pt x="1371" y="1"/>
                      <a:pt x="1358" y="2"/>
                      <a:pt x="1347" y="5"/>
                    </a:cubicBezTo>
                    <a:cubicBezTo>
                      <a:pt x="1263" y="18"/>
                      <a:pt x="1193" y="101"/>
                      <a:pt x="1193" y="184"/>
                    </a:cubicBezTo>
                    <a:lnTo>
                      <a:pt x="1193" y="1627"/>
                    </a:lnTo>
                    <a:cubicBezTo>
                      <a:pt x="1110" y="1599"/>
                      <a:pt x="1014" y="1571"/>
                      <a:pt x="916" y="1571"/>
                    </a:cubicBezTo>
                    <a:lnTo>
                      <a:pt x="666" y="1571"/>
                    </a:lnTo>
                    <a:cubicBezTo>
                      <a:pt x="320" y="1571"/>
                      <a:pt x="15" y="1849"/>
                      <a:pt x="15" y="2209"/>
                    </a:cubicBezTo>
                    <a:cubicBezTo>
                      <a:pt x="1" y="2570"/>
                      <a:pt x="293" y="2875"/>
                      <a:pt x="666" y="2875"/>
                    </a:cubicBezTo>
                    <a:lnTo>
                      <a:pt x="916" y="2875"/>
                    </a:lnTo>
                    <a:cubicBezTo>
                      <a:pt x="1277" y="2875"/>
                      <a:pt x="1568" y="2584"/>
                      <a:pt x="1568" y="2224"/>
                    </a:cubicBezTo>
                    <a:lnTo>
                      <a:pt x="1568" y="600"/>
                    </a:lnTo>
                    <a:cubicBezTo>
                      <a:pt x="1637" y="628"/>
                      <a:pt x="1707" y="670"/>
                      <a:pt x="1804" y="698"/>
                    </a:cubicBezTo>
                    <a:cubicBezTo>
                      <a:pt x="2026" y="767"/>
                      <a:pt x="2081" y="920"/>
                      <a:pt x="2081" y="933"/>
                    </a:cubicBezTo>
                    <a:lnTo>
                      <a:pt x="2095" y="948"/>
                    </a:lnTo>
                    <a:cubicBezTo>
                      <a:pt x="2118" y="1025"/>
                      <a:pt x="2183" y="1067"/>
                      <a:pt x="2259" y="1067"/>
                    </a:cubicBezTo>
                    <a:cubicBezTo>
                      <a:pt x="2278" y="1067"/>
                      <a:pt x="2297" y="1064"/>
                      <a:pt x="2317" y="1059"/>
                    </a:cubicBezTo>
                    <a:cubicBezTo>
                      <a:pt x="2414" y="1031"/>
                      <a:pt x="2469" y="933"/>
                      <a:pt x="2442" y="822"/>
                    </a:cubicBezTo>
                    <a:cubicBezTo>
                      <a:pt x="2401" y="698"/>
                      <a:pt x="2247" y="448"/>
                      <a:pt x="1915" y="337"/>
                    </a:cubicBezTo>
                    <a:cubicBezTo>
                      <a:pt x="1665" y="268"/>
                      <a:pt x="1554" y="101"/>
                      <a:pt x="1541" y="88"/>
                    </a:cubicBezTo>
                    <a:cubicBezTo>
                      <a:pt x="1506" y="30"/>
                      <a:pt x="1443" y="1"/>
                      <a:pt x="13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567;p48"/>
              <p:cNvSpPr/>
              <p:nvPr/>
            </p:nvSpPr>
            <p:spPr>
              <a:xfrm>
                <a:off x="6184139" y="1227598"/>
                <a:ext cx="451696" cy="443781"/>
              </a:xfrm>
              <a:custGeom>
                <a:avLst/>
                <a:gdLst/>
                <a:ahLst/>
                <a:cxnLst/>
                <a:rect l="l" t="t" r="r" b="b"/>
                <a:pathLst>
                  <a:path w="9473" h="9307" extrusionOk="0">
                    <a:moveTo>
                      <a:pt x="4672" y="2941"/>
                    </a:moveTo>
                    <a:cubicBezTo>
                      <a:pt x="5194" y="2941"/>
                      <a:pt x="5714" y="3135"/>
                      <a:pt x="6103" y="3524"/>
                    </a:cubicBezTo>
                    <a:cubicBezTo>
                      <a:pt x="6894" y="4313"/>
                      <a:pt x="6894" y="5604"/>
                      <a:pt x="6103" y="6394"/>
                    </a:cubicBezTo>
                    <a:cubicBezTo>
                      <a:pt x="5708" y="6789"/>
                      <a:pt x="5188" y="6987"/>
                      <a:pt x="4667" y="6987"/>
                    </a:cubicBezTo>
                    <a:cubicBezTo>
                      <a:pt x="4147" y="6987"/>
                      <a:pt x="3627" y="6789"/>
                      <a:pt x="3232" y="6394"/>
                    </a:cubicBezTo>
                    <a:cubicBezTo>
                      <a:pt x="2441" y="5604"/>
                      <a:pt x="2441" y="4313"/>
                      <a:pt x="3232" y="3524"/>
                    </a:cubicBezTo>
                    <a:cubicBezTo>
                      <a:pt x="3627" y="3135"/>
                      <a:pt x="4151" y="2941"/>
                      <a:pt x="4672" y="2941"/>
                    </a:cubicBezTo>
                    <a:close/>
                    <a:moveTo>
                      <a:pt x="2726" y="6554"/>
                    </a:moveTo>
                    <a:cubicBezTo>
                      <a:pt x="2820" y="6554"/>
                      <a:pt x="2913" y="6588"/>
                      <a:pt x="2983" y="6658"/>
                    </a:cubicBezTo>
                    <a:cubicBezTo>
                      <a:pt x="3121" y="6796"/>
                      <a:pt x="3121" y="7018"/>
                      <a:pt x="2983" y="7157"/>
                    </a:cubicBezTo>
                    <a:lnTo>
                      <a:pt x="1720" y="8418"/>
                    </a:lnTo>
                    <a:lnTo>
                      <a:pt x="1208" y="7919"/>
                    </a:lnTo>
                    <a:lnTo>
                      <a:pt x="2469" y="6658"/>
                    </a:lnTo>
                    <a:cubicBezTo>
                      <a:pt x="2538" y="6588"/>
                      <a:pt x="2632" y="6554"/>
                      <a:pt x="2726" y="6554"/>
                    </a:cubicBezTo>
                    <a:close/>
                    <a:moveTo>
                      <a:pt x="944" y="8183"/>
                    </a:moveTo>
                    <a:lnTo>
                      <a:pt x="1457" y="8682"/>
                    </a:lnTo>
                    <a:lnTo>
                      <a:pt x="1304" y="8834"/>
                    </a:lnTo>
                    <a:cubicBezTo>
                      <a:pt x="1235" y="8904"/>
                      <a:pt x="1145" y="8938"/>
                      <a:pt x="1055" y="8938"/>
                    </a:cubicBezTo>
                    <a:cubicBezTo>
                      <a:pt x="964" y="8938"/>
                      <a:pt x="874" y="8904"/>
                      <a:pt x="805" y="8834"/>
                    </a:cubicBezTo>
                    <a:cubicBezTo>
                      <a:pt x="666" y="8696"/>
                      <a:pt x="666" y="8474"/>
                      <a:pt x="805" y="8335"/>
                    </a:cubicBezTo>
                    <a:lnTo>
                      <a:pt x="944" y="8183"/>
                    </a:lnTo>
                    <a:close/>
                    <a:moveTo>
                      <a:pt x="4718" y="1"/>
                    </a:moveTo>
                    <a:cubicBezTo>
                      <a:pt x="4642" y="1"/>
                      <a:pt x="4571" y="51"/>
                      <a:pt x="4549" y="125"/>
                    </a:cubicBezTo>
                    <a:cubicBezTo>
                      <a:pt x="4508" y="223"/>
                      <a:pt x="4564" y="320"/>
                      <a:pt x="4660" y="362"/>
                    </a:cubicBezTo>
                    <a:cubicBezTo>
                      <a:pt x="5146" y="541"/>
                      <a:pt x="5548" y="889"/>
                      <a:pt x="5797" y="1346"/>
                    </a:cubicBezTo>
                    <a:cubicBezTo>
                      <a:pt x="5834" y="1394"/>
                      <a:pt x="5890" y="1432"/>
                      <a:pt x="5950" y="1432"/>
                    </a:cubicBezTo>
                    <a:cubicBezTo>
                      <a:pt x="5959" y="1432"/>
                      <a:pt x="5969" y="1431"/>
                      <a:pt x="5978" y="1429"/>
                    </a:cubicBezTo>
                    <a:lnTo>
                      <a:pt x="6130" y="1429"/>
                    </a:lnTo>
                    <a:cubicBezTo>
                      <a:pt x="6824" y="1429"/>
                      <a:pt x="7462" y="1873"/>
                      <a:pt x="7711" y="2511"/>
                    </a:cubicBezTo>
                    <a:cubicBezTo>
                      <a:pt x="7739" y="2594"/>
                      <a:pt x="7822" y="2636"/>
                      <a:pt x="7905" y="2636"/>
                    </a:cubicBezTo>
                    <a:cubicBezTo>
                      <a:pt x="7947" y="2636"/>
                      <a:pt x="7975" y="2622"/>
                      <a:pt x="8016" y="2622"/>
                    </a:cubicBezTo>
                    <a:cubicBezTo>
                      <a:pt x="8613" y="2622"/>
                      <a:pt x="9098" y="3121"/>
                      <a:pt x="9098" y="3718"/>
                    </a:cubicBezTo>
                    <a:cubicBezTo>
                      <a:pt x="9098" y="4328"/>
                      <a:pt x="8613" y="4813"/>
                      <a:pt x="8016" y="4813"/>
                    </a:cubicBezTo>
                    <a:lnTo>
                      <a:pt x="7073" y="4813"/>
                    </a:lnTo>
                    <a:cubicBezTo>
                      <a:pt x="7004" y="3870"/>
                      <a:pt x="6380" y="3024"/>
                      <a:pt x="5492" y="2705"/>
                    </a:cubicBezTo>
                    <a:cubicBezTo>
                      <a:pt x="5230" y="2611"/>
                      <a:pt x="4957" y="2565"/>
                      <a:pt x="4687" y="2565"/>
                    </a:cubicBezTo>
                    <a:cubicBezTo>
                      <a:pt x="4001" y="2565"/>
                      <a:pt x="3329" y="2857"/>
                      <a:pt x="2872" y="3385"/>
                    </a:cubicBezTo>
                    <a:cubicBezTo>
                      <a:pt x="2705" y="3579"/>
                      <a:pt x="2567" y="3787"/>
                      <a:pt x="2456" y="4023"/>
                    </a:cubicBezTo>
                    <a:cubicBezTo>
                      <a:pt x="2358" y="4272"/>
                      <a:pt x="2289" y="4550"/>
                      <a:pt x="2275" y="4813"/>
                    </a:cubicBezTo>
                    <a:lnTo>
                      <a:pt x="1762" y="4813"/>
                    </a:lnTo>
                    <a:cubicBezTo>
                      <a:pt x="999" y="4813"/>
                      <a:pt x="376" y="4189"/>
                      <a:pt x="376" y="3426"/>
                    </a:cubicBezTo>
                    <a:cubicBezTo>
                      <a:pt x="376" y="2719"/>
                      <a:pt x="944" y="2109"/>
                      <a:pt x="1651" y="2054"/>
                    </a:cubicBezTo>
                    <a:cubicBezTo>
                      <a:pt x="1735" y="2039"/>
                      <a:pt x="1803" y="1984"/>
                      <a:pt x="1818" y="1900"/>
                    </a:cubicBezTo>
                    <a:cubicBezTo>
                      <a:pt x="1984" y="1194"/>
                      <a:pt x="2484" y="611"/>
                      <a:pt x="3177" y="362"/>
                    </a:cubicBezTo>
                    <a:cubicBezTo>
                      <a:pt x="3273" y="334"/>
                      <a:pt x="3316" y="223"/>
                      <a:pt x="3273" y="125"/>
                    </a:cubicBezTo>
                    <a:cubicBezTo>
                      <a:pt x="3251" y="48"/>
                      <a:pt x="3176" y="6"/>
                      <a:pt x="3098" y="6"/>
                    </a:cubicBezTo>
                    <a:cubicBezTo>
                      <a:pt x="3078" y="6"/>
                      <a:pt x="3058" y="9"/>
                      <a:pt x="3038" y="14"/>
                    </a:cubicBezTo>
                    <a:cubicBezTo>
                      <a:pt x="2650" y="153"/>
                      <a:pt x="2303" y="403"/>
                      <a:pt x="2025" y="722"/>
                    </a:cubicBezTo>
                    <a:cubicBezTo>
                      <a:pt x="1776" y="1000"/>
                      <a:pt x="1596" y="1332"/>
                      <a:pt x="1498" y="1693"/>
                    </a:cubicBezTo>
                    <a:cubicBezTo>
                      <a:pt x="653" y="1832"/>
                      <a:pt x="1" y="2581"/>
                      <a:pt x="1" y="3426"/>
                    </a:cubicBezTo>
                    <a:cubicBezTo>
                      <a:pt x="1" y="4397"/>
                      <a:pt x="792" y="5188"/>
                      <a:pt x="1762" y="5188"/>
                    </a:cubicBezTo>
                    <a:lnTo>
                      <a:pt x="2289" y="5188"/>
                    </a:lnTo>
                    <a:cubicBezTo>
                      <a:pt x="2317" y="5534"/>
                      <a:pt x="2428" y="5881"/>
                      <a:pt x="2608" y="6186"/>
                    </a:cubicBezTo>
                    <a:cubicBezTo>
                      <a:pt x="2469" y="6214"/>
                      <a:pt x="2330" y="6283"/>
                      <a:pt x="2206" y="6394"/>
                    </a:cubicBezTo>
                    <a:lnTo>
                      <a:pt x="542" y="8072"/>
                    </a:lnTo>
                    <a:cubicBezTo>
                      <a:pt x="250" y="8350"/>
                      <a:pt x="250" y="8807"/>
                      <a:pt x="542" y="9099"/>
                    </a:cubicBezTo>
                    <a:cubicBezTo>
                      <a:pt x="681" y="9237"/>
                      <a:pt x="868" y="9307"/>
                      <a:pt x="1055" y="9307"/>
                    </a:cubicBezTo>
                    <a:cubicBezTo>
                      <a:pt x="1242" y="9307"/>
                      <a:pt x="1430" y="9237"/>
                      <a:pt x="1568" y="9099"/>
                    </a:cubicBezTo>
                    <a:lnTo>
                      <a:pt x="3232" y="7420"/>
                    </a:lnTo>
                    <a:cubicBezTo>
                      <a:pt x="3343" y="7309"/>
                      <a:pt x="3412" y="7170"/>
                      <a:pt x="3440" y="7018"/>
                    </a:cubicBezTo>
                    <a:cubicBezTo>
                      <a:pt x="3815" y="7240"/>
                      <a:pt x="4244" y="7364"/>
                      <a:pt x="4675" y="7364"/>
                    </a:cubicBezTo>
                    <a:cubicBezTo>
                      <a:pt x="5285" y="7364"/>
                      <a:pt x="5895" y="7129"/>
                      <a:pt x="6367" y="6658"/>
                    </a:cubicBezTo>
                    <a:cubicBezTo>
                      <a:pt x="6783" y="6242"/>
                      <a:pt x="7004" y="5728"/>
                      <a:pt x="7060" y="5188"/>
                    </a:cubicBezTo>
                    <a:lnTo>
                      <a:pt x="8016" y="5188"/>
                    </a:lnTo>
                    <a:cubicBezTo>
                      <a:pt x="8821" y="5188"/>
                      <a:pt x="9473" y="4522"/>
                      <a:pt x="9473" y="3718"/>
                    </a:cubicBezTo>
                    <a:cubicBezTo>
                      <a:pt x="9473" y="2913"/>
                      <a:pt x="8821" y="2261"/>
                      <a:pt x="8016" y="2261"/>
                    </a:cubicBezTo>
                    <a:lnTo>
                      <a:pt x="8003" y="2261"/>
                    </a:lnTo>
                    <a:cubicBezTo>
                      <a:pt x="7670" y="1540"/>
                      <a:pt x="6935" y="1055"/>
                      <a:pt x="6130" y="1055"/>
                    </a:cubicBezTo>
                    <a:lnTo>
                      <a:pt x="6061" y="1055"/>
                    </a:lnTo>
                    <a:cubicBezTo>
                      <a:pt x="5770" y="569"/>
                      <a:pt x="5313" y="209"/>
                      <a:pt x="4786" y="14"/>
                    </a:cubicBezTo>
                    <a:cubicBezTo>
                      <a:pt x="4763" y="5"/>
                      <a:pt x="4740" y="1"/>
                      <a:pt x="47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Google Shape;1568;p48"/>
              <p:cNvSpPr/>
              <p:nvPr/>
            </p:nvSpPr>
            <p:spPr>
              <a:xfrm>
                <a:off x="6361570" y="1220827"/>
                <a:ext cx="19025" cy="17690"/>
              </a:xfrm>
              <a:custGeom>
                <a:avLst/>
                <a:gdLst/>
                <a:ahLst/>
                <a:cxnLst/>
                <a:rect l="l" t="t" r="r" b="b"/>
                <a:pathLst>
                  <a:path w="399" h="371" extrusionOk="0">
                    <a:moveTo>
                      <a:pt x="187" y="1"/>
                    </a:moveTo>
                    <a:cubicBezTo>
                      <a:pt x="174" y="1"/>
                      <a:pt x="161" y="2"/>
                      <a:pt x="149" y="4"/>
                    </a:cubicBezTo>
                    <a:cubicBezTo>
                      <a:pt x="79" y="32"/>
                      <a:pt x="24" y="101"/>
                      <a:pt x="11" y="171"/>
                    </a:cubicBezTo>
                    <a:cubicBezTo>
                      <a:pt x="1" y="288"/>
                      <a:pt x="101" y="370"/>
                      <a:pt x="200" y="370"/>
                    </a:cubicBezTo>
                    <a:cubicBezTo>
                      <a:pt x="241" y="370"/>
                      <a:pt x="283" y="356"/>
                      <a:pt x="316" y="323"/>
                    </a:cubicBezTo>
                    <a:cubicBezTo>
                      <a:pt x="385" y="267"/>
                      <a:pt x="399" y="156"/>
                      <a:pt x="357" y="88"/>
                    </a:cubicBezTo>
                    <a:cubicBezTo>
                      <a:pt x="323" y="30"/>
                      <a:pt x="250" y="1"/>
                      <a:pt x="1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9" name="Google Shape;1569;p48"/>
            <p:cNvGrpSpPr/>
            <p:nvPr/>
          </p:nvGrpSpPr>
          <p:grpSpPr>
            <a:xfrm>
              <a:off x="723837" y="1482615"/>
              <a:ext cx="267223" cy="233165"/>
              <a:chOff x="6908262" y="1240186"/>
              <a:chExt cx="472209" cy="412024"/>
            </a:xfrm>
          </p:grpSpPr>
          <p:sp>
            <p:nvSpPr>
              <p:cNvPr id="1570" name="Google Shape;1570;p48"/>
              <p:cNvSpPr/>
              <p:nvPr/>
            </p:nvSpPr>
            <p:spPr>
              <a:xfrm>
                <a:off x="7105958" y="1594618"/>
                <a:ext cx="76769" cy="17929"/>
              </a:xfrm>
              <a:custGeom>
                <a:avLst/>
                <a:gdLst/>
                <a:ahLst/>
                <a:cxnLst/>
                <a:rect l="l" t="t" r="r" b="b"/>
                <a:pathLst>
                  <a:path w="1610" h="376" extrusionOk="0">
                    <a:moveTo>
                      <a:pt x="181" y="0"/>
                    </a:moveTo>
                    <a:cubicBezTo>
                      <a:pt x="84" y="0"/>
                      <a:pt x="1" y="84"/>
                      <a:pt x="1" y="181"/>
                    </a:cubicBezTo>
                    <a:cubicBezTo>
                      <a:pt x="1" y="292"/>
                      <a:pt x="84" y="375"/>
                      <a:pt x="181" y="375"/>
                    </a:cubicBezTo>
                    <a:lnTo>
                      <a:pt x="1429" y="375"/>
                    </a:lnTo>
                    <a:cubicBezTo>
                      <a:pt x="1540" y="375"/>
                      <a:pt x="1609" y="292"/>
                      <a:pt x="1609" y="181"/>
                    </a:cubicBezTo>
                    <a:cubicBezTo>
                      <a:pt x="1609" y="84"/>
                      <a:pt x="1540" y="0"/>
                      <a:pt x="14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571;p48"/>
              <p:cNvSpPr/>
              <p:nvPr/>
            </p:nvSpPr>
            <p:spPr>
              <a:xfrm>
                <a:off x="7080209" y="1365642"/>
                <a:ext cx="136229" cy="159593"/>
              </a:xfrm>
              <a:custGeom>
                <a:avLst/>
                <a:gdLst/>
                <a:ahLst/>
                <a:cxnLst/>
                <a:rect l="l" t="t" r="r" b="b"/>
                <a:pathLst>
                  <a:path w="2857" h="3347" extrusionOk="0">
                    <a:moveTo>
                      <a:pt x="1054" y="2237"/>
                    </a:moveTo>
                    <a:cubicBezTo>
                      <a:pt x="1262" y="2237"/>
                      <a:pt x="1415" y="2404"/>
                      <a:pt x="1415" y="2598"/>
                    </a:cubicBezTo>
                    <a:lnTo>
                      <a:pt x="1415" y="2611"/>
                    </a:lnTo>
                    <a:cubicBezTo>
                      <a:pt x="1415" y="2820"/>
                      <a:pt x="1262" y="2972"/>
                      <a:pt x="1054" y="2972"/>
                    </a:cubicBezTo>
                    <a:lnTo>
                      <a:pt x="735" y="2972"/>
                    </a:lnTo>
                    <a:cubicBezTo>
                      <a:pt x="541" y="2972"/>
                      <a:pt x="374" y="2820"/>
                      <a:pt x="374" y="2611"/>
                    </a:cubicBezTo>
                    <a:lnTo>
                      <a:pt x="374" y="2598"/>
                    </a:lnTo>
                    <a:cubicBezTo>
                      <a:pt x="374" y="2404"/>
                      <a:pt x="541" y="2237"/>
                      <a:pt x="735" y="2237"/>
                    </a:cubicBezTo>
                    <a:close/>
                    <a:moveTo>
                      <a:pt x="1594" y="1"/>
                    </a:moveTo>
                    <a:cubicBezTo>
                      <a:pt x="1580" y="1"/>
                      <a:pt x="1567" y="2"/>
                      <a:pt x="1553" y="4"/>
                    </a:cubicBezTo>
                    <a:cubicBezTo>
                      <a:pt x="1470" y="32"/>
                      <a:pt x="1415" y="102"/>
                      <a:pt x="1415" y="185"/>
                    </a:cubicBezTo>
                    <a:lnTo>
                      <a:pt x="1415" y="1960"/>
                    </a:lnTo>
                    <a:cubicBezTo>
                      <a:pt x="1317" y="1904"/>
                      <a:pt x="1193" y="1862"/>
                      <a:pt x="1054" y="1862"/>
                    </a:cubicBezTo>
                    <a:lnTo>
                      <a:pt x="735" y="1862"/>
                    </a:lnTo>
                    <a:cubicBezTo>
                      <a:pt x="333" y="1862"/>
                      <a:pt x="0" y="2195"/>
                      <a:pt x="0" y="2598"/>
                    </a:cubicBezTo>
                    <a:lnTo>
                      <a:pt x="0" y="2611"/>
                    </a:lnTo>
                    <a:cubicBezTo>
                      <a:pt x="0" y="3014"/>
                      <a:pt x="333" y="3347"/>
                      <a:pt x="735" y="3347"/>
                    </a:cubicBezTo>
                    <a:lnTo>
                      <a:pt x="1054" y="3347"/>
                    </a:lnTo>
                    <a:cubicBezTo>
                      <a:pt x="1456" y="3347"/>
                      <a:pt x="1789" y="3014"/>
                      <a:pt x="1789" y="2611"/>
                    </a:cubicBezTo>
                    <a:lnTo>
                      <a:pt x="1789" y="2598"/>
                    </a:lnTo>
                    <a:lnTo>
                      <a:pt x="1789" y="614"/>
                    </a:lnTo>
                    <a:cubicBezTo>
                      <a:pt x="1872" y="670"/>
                      <a:pt x="1983" y="725"/>
                      <a:pt x="2108" y="767"/>
                    </a:cubicBezTo>
                    <a:cubicBezTo>
                      <a:pt x="2399" y="850"/>
                      <a:pt x="2469" y="1058"/>
                      <a:pt x="2469" y="1058"/>
                    </a:cubicBezTo>
                    <a:lnTo>
                      <a:pt x="2482" y="1086"/>
                    </a:lnTo>
                    <a:cubicBezTo>
                      <a:pt x="2505" y="1154"/>
                      <a:pt x="2575" y="1204"/>
                      <a:pt x="2645" y="1204"/>
                    </a:cubicBezTo>
                    <a:cubicBezTo>
                      <a:pt x="2661" y="1204"/>
                      <a:pt x="2676" y="1202"/>
                      <a:pt x="2691" y="1197"/>
                    </a:cubicBezTo>
                    <a:cubicBezTo>
                      <a:pt x="2802" y="1183"/>
                      <a:pt x="2857" y="1072"/>
                      <a:pt x="2829" y="975"/>
                    </a:cubicBezTo>
                    <a:lnTo>
                      <a:pt x="2829" y="961"/>
                    </a:lnTo>
                    <a:cubicBezTo>
                      <a:pt x="2787" y="808"/>
                      <a:pt x="2607" y="531"/>
                      <a:pt x="2219" y="407"/>
                    </a:cubicBezTo>
                    <a:cubicBezTo>
                      <a:pt x="1914" y="309"/>
                      <a:pt x="1775" y="115"/>
                      <a:pt x="1761" y="87"/>
                    </a:cubicBezTo>
                    <a:cubicBezTo>
                      <a:pt x="1726" y="30"/>
                      <a:pt x="1663" y="1"/>
                      <a:pt x="15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Google Shape;1572;p48"/>
              <p:cNvSpPr/>
              <p:nvPr/>
            </p:nvSpPr>
            <p:spPr>
              <a:xfrm>
                <a:off x="7019365" y="1240186"/>
                <a:ext cx="249999" cy="412024"/>
              </a:xfrm>
              <a:custGeom>
                <a:avLst/>
                <a:gdLst/>
                <a:ahLst/>
                <a:cxnLst/>
                <a:rect l="l" t="t" r="r" b="b"/>
                <a:pathLst>
                  <a:path w="5243" h="8641" extrusionOk="0">
                    <a:moveTo>
                      <a:pt x="3578" y="361"/>
                    </a:moveTo>
                    <a:lnTo>
                      <a:pt x="3578" y="403"/>
                    </a:lnTo>
                    <a:lnTo>
                      <a:pt x="3578" y="666"/>
                    </a:lnTo>
                    <a:cubicBezTo>
                      <a:pt x="3578" y="736"/>
                      <a:pt x="3523" y="791"/>
                      <a:pt x="3453" y="791"/>
                    </a:cubicBezTo>
                    <a:lnTo>
                      <a:pt x="1803" y="791"/>
                    </a:lnTo>
                    <a:cubicBezTo>
                      <a:pt x="1720" y="791"/>
                      <a:pt x="1665" y="736"/>
                      <a:pt x="1665" y="666"/>
                    </a:cubicBezTo>
                    <a:lnTo>
                      <a:pt x="1665" y="403"/>
                    </a:lnTo>
                    <a:lnTo>
                      <a:pt x="1665" y="361"/>
                    </a:lnTo>
                    <a:close/>
                    <a:moveTo>
                      <a:pt x="832" y="0"/>
                    </a:moveTo>
                    <a:cubicBezTo>
                      <a:pt x="374" y="0"/>
                      <a:pt x="0" y="375"/>
                      <a:pt x="0" y="832"/>
                    </a:cubicBezTo>
                    <a:lnTo>
                      <a:pt x="0" y="1636"/>
                    </a:lnTo>
                    <a:cubicBezTo>
                      <a:pt x="0" y="1747"/>
                      <a:pt x="84" y="1831"/>
                      <a:pt x="180" y="1831"/>
                    </a:cubicBezTo>
                    <a:cubicBezTo>
                      <a:pt x="291" y="1831"/>
                      <a:pt x="374" y="1747"/>
                      <a:pt x="374" y="1636"/>
                    </a:cubicBezTo>
                    <a:lnTo>
                      <a:pt x="374" y="832"/>
                    </a:lnTo>
                    <a:cubicBezTo>
                      <a:pt x="374" y="569"/>
                      <a:pt x="568" y="361"/>
                      <a:pt x="832" y="361"/>
                    </a:cubicBezTo>
                    <a:lnTo>
                      <a:pt x="1262" y="361"/>
                    </a:lnTo>
                    <a:cubicBezTo>
                      <a:pt x="1276" y="361"/>
                      <a:pt x="1290" y="388"/>
                      <a:pt x="1290" y="403"/>
                    </a:cubicBezTo>
                    <a:lnTo>
                      <a:pt x="1290" y="666"/>
                    </a:lnTo>
                    <a:cubicBezTo>
                      <a:pt x="1290" y="943"/>
                      <a:pt x="1526" y="1165"/>
                      <a:pt x="1803" y="1165"/>
                    </a:cubicBezTo>
                    <a:lnTo>
                      <a:pt x="3453" y="1165"/>
                    </a:lnTo>
                    <a:cubicBezTo>
                      <a:pt x="3730" y="1165"/>
                      <a:pt x="3952" y="943"/>
                      <a:pt x="3952" y="666"/>
                    </a:cubicBezTo>
                    <a:lnTo>
                      <a:pt x="3952" y="403"/>
                    </a:lnTo>
                    <a:cubicBezTo>
                      <a:pt x="3952" y="388"/>
                      <a:pt x="3967" y="361"/>
                      <a:pt x="3994" y="361"/>
                    </a:cubicBezTo>
                    <a:lnTo>
                      <a:pt x="4410" y="361"/>
                    </a:lnTo>
                    <a:cubicBezTo>
                      <a:pt x="4673" y="361"/>
                      <a:pt x="4882" y="569"/>
                      <a:pt x="4882" y="832"/>
                    </a:cubicBezTo>
                    <a:lnTo>
                      <a:pt x="4882" y="7808"/>
                    </a:lnTo>
                    <a:cubicBezTo>
                      <a:pt x="4882" y="8058"/>
                      <a:pt x="4673" y="8265"/>
                      <a:pt x="4410" y="8265"/>
                    </a:cubicBezTo>
                    <a:lnTo>
                      <a:pt x="832" y="8265"/>
                    </a:lnTo>
                    <a:cubicBezTo>
                      <a:pt x="583" y="8265"/>
                      <a:pt x="374" y="8058"/>
                      <a:pt x="374" y="7808"/>
                    </a:cubicBezTo>
                    <a:lnTo>
                      <a:pt x="374" y="3273"/>
                    </a:lnTo>
                    <a:cubicBezTo>
                      <a:pt x="374" y="3162"/>
                      <a:pt x="291" y="3079"/>
                      <a:pt x="180" y="3079"/>
                    </a:cubicBezTo>
                    <a:cubicBezTo>
                      <a:pt x="84" y="3079"/>
                      <a:pt x="0" y="3162"/>
                      <a:pt x="0" y="3273"/>
                    </a:cubicBezTo>
                    <a:lnTo>
                      <a:pt x="0" y="7808"/>
                    </a:lnTo>
                    <a:cubicBezTo>
                      <a:pt x="0" y="8265"/>
                      <a:pt x="374" y="8640"/>
                      <a:pt x="832" y="8640"/>
                    </a:cubicBezTo>
                    <a:lnTo>
                      <a:pt x="4410" y="8640"/>
                    </a:lnTo>
                    <a:cubicBezTo>
                      <a:pt x="4882" y="8640"/>
                      <a:pt x="5242" y="8265"/>
                      <a:pt x="5242" y="7808"/>
                    </a:cubicBezTo>
                    <a:lnTo>
                      <a:pt x="5242" y="832"/>
                    </a:lnTo>
                    <a:cubicBezTo>
                      <a:pt x="5242" y="375"/>
                      <a:pt x="4882" y="0"/>
                      <a:pt x="44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Google Shape;1573;p48"/>
              <p:cNvSpPr/>
              <p:nvPr/>
            </p:nvSpPr>
            <p:spPr>
              <a:xfrm>
                <a:off x="6955183" y="1401691"/>
                <a:ext cx="41722" cy="97606"/>
              </a:xfrm>
              <a:custGeom>
                <a:avLst/>
                <a:gdLst/>
                <a:ahLst/>
                <a:cxnLst/>
                <a:rect l="l" t="t" r="r" b="b"/>
                <a:pathLst>
                  <a:path w="875" h="2047" extrusionOk="0">
                    <a:moveTo>
                      <a:pt x="668" y="1"/>
                    </a:moveTo>
                    <a:cubicBezTo>
                      <a:pt x="621" y="1"/>
                      <a:pt x="576" y="18"/>
                      <a:pt x="542" y="52"/>
                    </a:cubicBezTo>
                    <a:cubicBezTo>
                      <a:pt x="1" y="594"/>
                      <a:pt x="1" y="1454"/>
                      <a:pt x="542" y="1994"/>
                    </a:cubicBezTo>
                    <a:cubicBezTo>
                      <a:pt x="576" y="2029"/>
                      <a:pt x="625" y="2046"/>
                      <a:pt x="673" y="2046"/>
                    </a:cubicBezTo>
                    <a:cubicBezTo>
                      <a:pt x="722" y="2046"/>
                      <a:pt x="771" y="2029"/>
                      <a:pt x="805" y="1994"/>
                    </a:cubicBezTo>
                    <a:cubicBezTo>
                      <a:pt x="875" y="1911"/>
                      <a:pt x="875" y="1800"/>
                      <a:pt x="805" y="1731"/>
                    </a:cubicBezTo>
                    <a:cubicBezTo>
                      <a:pt x="417" y="1343"/>
                      <a:pt x="417" y="705"/>
                      <a:pt x="805" y="316"/>
                    </a:cubicBezTo>
                    <a:cubicBezTo>
                      <a:pt x="875" y="246"/>
                      <a:pt x="875" y="122"/>
                      <a:pt x="805" y="52"/>
                    </a:cubicBezTo>
                    <a:cubicBezTo>
                      <a:pt x="763" y="18"/>
                      <a:pt x="715" y="1"/>
                      <a:pt x="6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Google Shape;1574;p48"/>
              <p:cNvSpPr/>
              <p:nvPr/>
            </p:nvSpPr>
            <p:spPr>
              <a:xfrm>
                <a:off x="6908262" y="1371269"/>
                <a:ext cx="58220" cy="158592"/>
              </a:xfrm>
              <a:custGeom>
                <a:avLst/>
                <a:gdLst/>
                <a:ahLst/>
                <a:cxnLst/>
                <a:rect l="l" t="t" r="r" b="b"/>
                <a:pathLst>
                  <a:path w="1221" h="3326" extrusionOk="0">
                    <a:moveTo>
                      <a:pt x="1014" y="1"/>
                    </a:moveTo>
                    <a:cubicBezTo>
                      <a:pt x="967" y="1"/>
                      <a:pt x="922" y="18"/>
                      <a:pt x="888" y="52"/>
                    </a:cubicBezTo>
                    <a:cubicBezTo>
                      <a:pt x="1" y="940"/>
                      <a:pt x="1" y="2382"/>
                      <a:pt x="888" y="3270"/>
                    </a:cubicBezTo>
                    <a:cubicBezTo>
                      <a:pt x="916" y="3297"/>
                      <a:pt x="971" y="3325"/>
                      <a:pt x="1012" y="3325"/>
                    </a:cubicBezTo>
                    <a:cubicBezTo>
                      <a:pt x="1068" y="3325"/>
                      <a:pt x="1110" y="3297"/>
                      <a:pt x="1151" y="3270"/>
                    </a:cubicBezTo>
                    <a:cubicBezTo>
                      <a:pt x="1221" y="3201"/>
                      <a:pt x="1221" y="3076"/>
                      <a:pt x="1151" y="3007"/>
                    </a:cubicBezTo>
                    <a:cubicBezTo>
                      <a:pt x="402" y="2258"/>
                      <a:pt x="402" y="1051"/>
                      <a:pt x="1151" y="316"/>
                    </a:cubicBezTo>
                    <a:cubicBezTo>
                      <a:pt x="1221" y="247"/>
                      <a:pt x="1221" y="122"/>
                      <a:pt x="1151" y="52"/>
                    </a:cubicBezTo>
                    <a:cubicBezTo>
                      <a:pt x="1109" y="18"/>
                      <a:pt x="1061" y="1"/>
                      <a:pt x="10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48"/>
              <p:cNvSpPr/>
              <p:nvPr/>
            </p:nvSpPr>
            <p:spPr>
              <a:xfrm>
                <a:off x="7291781" y="1401691"/>
                <a:ext cx="41722" cy="97606"/>
              </a:xfrm>
              <a:custGeom>
                <a:avLst/>
                <a:gdLst/>
                <a:ahLst/>
                <a:cxnLst/>
                <a:rect l="l" t="t" r="r" b="b"/>
                <a:pathLst>
                  <a:path w="875" h="2047" extrusionOk="0">
                    <a:moveTo>
                      <a:pt x="210" y="1"/>
                    </a:moveTo>
                    <a:cubicBezTo>
                      <a:pt x="163" y="1"/>
                      <a:pt x="119" y="18"/>
                      <a:pt x="84" y="52"/>
                    </a:cubicBezTo>
                    <a:cubicBezTo>
                      <a:pt x="1" y="122"/>
                      <a:pt x="1" y="246"/>
                      <a:pt x="84" y="316"/>
                    </a:cubicBezTo>
                    <a:cubicBezTo>
                      <a:pt x="472" y="705"/>
                      <a:pt x="472" y="1343"/>
                      <a:pt x="84" y="1731"/>
                    </a:cubicBezTo>
                    <a:cubicBezTo>
                      <a:pt x="1" y="1800"/>
                      <a:pt x="1" y="1911"/>
                      <a:pt x="84" y="1994"/>
                    </a:cubicBezTo>
                    <a:cubicBezTo>
                      <a:pt x="119" y="2029"/>
                      <a:pt x="163" y="2046"/>
                      <a:pt x="210" y="2046"/>
                    </a:cubicBezTo>
                    <a:cubicBezTo>
                      <a:pt x="257" y="2046"/>
                      <a:pt x="305" y="2029"/>
                      <a:pt x="347" y="1994"/>
                    </a:cubicBezTo>
                    <a:cubicBezTo>
                      <a:pt x="874" y="1454"/>
                      <a:pt x="874" y="594"/>
                      <a:pt x="347" y="52"/>
                    </a:cubicBezTo>
                    <a:cubicBezTo>
                      <a:pt x="305" y="18"/>
                      <a:pt x="257" y="1"/>
                      <a:pt x="2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Google Shape;1576;p48"/>
              <p:cNvSpPr/>
              <p:nvPr/>
            </p:nvSpPr>
            <p:spPr>
              <a:xfrm>
                <a:off x="7322871" y="1371269"/>
                <a:ext cx="57600" cy="158449"/>
              </a:xfrm>
              <a:custGeom>
                <a:avLst/>
                <a:gdLst/>
                <a:ahLst/>
                <a:cxnLst/>
                <a:rect l="l" t="t" r="r" b="b"/>
                <a:pathLst>
                  <a:path w="1208" h="3323" extrusionOk="0">
                    <a:moveTo>
                      <a:pt x="196" y="1"/>
                    </a:moveTo>
                    <a:cubicBezTo>
                      <a:pt x="149" y="1"/>
                      <a:pt x="104" y="18"/>
                      <a:pt x="70" y="52"/>
                    </a:cubicBezTo>
                    <a:cubicBezTo>
                      <a:pt x="0" y="122"/>
                      <a:pt x="0" y="247"/>
                      <a:pt x="70" y="316"/>
                    </a:cubicBezTo>
                    <a:cubicBezTo>
                      <a:pt x="805" y="1051"/>
                      <a:pt x="805" y="2258"/>
                      <a:pt x="70" y="3007"/>
                    </a:cubicBezTo>
                    <a:cubicBezTo>
                      <a:pt x="0" y="3076"/>
                      <a:pt x="0" y="3201"/>
                      <a:pt x="70" y="3270"/>
                    </a:cubicBezTo>
                    <a:cubicBezTo>
                      <a:pt x="104" y="3305"/>
                      <a:pt x="149" y="3322"/>
                      <a:pt x="196" y="3322"/>
                    </a:cubicBezTo>
                    <a:cubicBezTo>
                      <a:pt x="243" y="3322"/>
                      <a:pt x="291" y="3305"/>
                      <a:pt x="333" y="3270"/>
                    </a:cubicBezTo>
                    <a:cubicBezTo>
                      <a:pt x="1207" y="2382"/>
                      <a:pt x="1207" y="940"/>
                      <a:pt x="333" y="52"/>
                    </a:cubicBezTo>
                    <a:cubicBezTo>
                      <a:pt x="291" y="18"/>
                      <a:pt x="243" y="1"/>
                      <a:pt x="1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Google Shape;1577;p48"/>
              <p:cNvSpPr/>
              <p:nvPr/>
            </p:nvSpPr>
            <p:spPr>
              <a:xfrm>
                <a:off x="7018030" y="1348476"/>
                <a:ext cx="19502" cy="17786"/>
              </a:xfrm>
              <a:custGeom>
                <a:avLst/>
                <a:gdLst/>
                <a:ahLst/>
                <a:cxnLst/>
                <a:rect l="l" t="t" r="r" b="b"/>
                <a:pathLst>
                  <a:path w="409" h="373" extrusionOk="0">
                    <a:moveTo>
                      <a:pt x="207" y="1"/>
                    </a:moveTo>
                    <a:cubicBezTo>
                      <a:pt x="168" y="1"/>
                      <a:pt x="128" y="14"/>
                      <a:pt x="97" y="46"/>
                    </a:cubicBezTo>
                    <a:cubicBezTo>
                      <a:pt x="14" y="101"/>
                      <a:pt x="1" y="212"/>
                      <a:pt x="56" y="295"/>
                    </a:cubicBezTo>
                    <a:cubicBezTo>
                      <a:pt x="93" y="348"/>
                      <a:pt x="148" y="373"/>
                      <a:pt x="204" y="373"/>
                    </a:cubicBezTo>
                    <a:cubicBezTo>
                      <a:pt x="292" y="373"/>
                      <a:pt x="380" y="309"/>
                      <a:pt x="389" y="198"/>
                    </a:cubicBezTo>
                    <a:cubicBezTo>
                      <a:pt x="409" y="88"/>
                      <a:pt x="307" y="1"/>
                      <a:pt x="2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78" name="Google Shape;1578;p48"/>
            <p:cNvCxnSpPr/>
            <p:nvPr/>
          </p:nvCxnSpPr>
          <p:spPr>
            <a:xfrm>
              <a:off x="729625" y="1355100"/>
              <a:ext cx="255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79" name="Google Shape;1579;p48"/>
            <p:cNvCxnSpPr/>
            <p:nvPr/>
          </p:nvCxnSpPr>
          <p:spPr>
            <a:xfrm>
              <a:off x="729625" y="1845525"/>
              <a:ext cx="255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580" name="Google Shape;1580;p48"/>
          <p:cNvGrpSpPr/>
          <p:nvPr/>
        </p:nvGrpSpPr>
        <p:grpSpPr>
          <a:xfrm>
            <a:off x="2137100" y="982525"/>
            <a:ext cx="1818600" cy="3351600"/>
            <a:chOff x="2137100" y="1075450"/>
            <a:chExt cx="1818600" cy="3351600"/>
          </a:xfrm>
        </p:grpSpPr>
        <p:sp>
          <p:nvSpPr>
            <p:cNvPr id="1581" name="Google Shape;1581;p48"/>
            <p:cNvSpPr/>
            <p:nvPr/>
          </p:nvSpPr>
          <p:spPr>
            <a:xfrm>
              <a:off x="2137100" y="1075450"/>
              <a:ext cx="1818600" cy="3351600"/>
            </a:xfrm>
            <a:prstGeom prst="roundRect">
              <a:avLst>
                <a:gd name="adj" fmla="val 1167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48"/>
            <p:cNvSpPr/>
            <p:nvPr/>
          </p:nvSpPr>
          <p:spPr>
            <a:xfrm>
              <a:off x="3013250" y="1135175"/>
              <a:ext cx="66300" cy="66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83" name="Google Shape;1583;p48"/>
          <p:cNvPicPr preferRelativeResize="0"/>
          <p:nvPr/>
        </p:nvPicPr>
        <p:blipFill rotWithShape="1">
          <a:blip r:embed="rId3">
            <a:alphaModFix/>
          </a:blip>
          <a:srcRect l="2588" r="2598"/>
          <a:stretch/>
        </p:blipFill>
        <p:spPr>
          <a:xfrm>
            <a:off x="2241200" y="1201525"/>
            <a:ext cx="1610400" cy="3026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p48"/>
          <p:cNvSpPr txBox="1">
            <a:spLocks noGrp="1"/>
          </p:cNvSpPr>
          <p:nvPr>
            <p:ph type="title"/>
          </p:nvPr>
        </p:nvSpPr>
        <p:spPr>
          <a:xfrm>
            <a:off x="4343275" y="1530525"/>
            <a:ext cx="3972600" cy="9147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Here’s the </a:t>
            </a:r>
            <a:r>
              <a:rPr lang="en">
                <a:solidFill>
                  <a:schemeClr val="lt2"/>
                </a:solidFill>
              </a:rPr>
              <a:t>live</a:t>
            </a:r>
            <a:r>
              <a:rPr lang="en"/>
              <a:t> </a:t>
            </a:r>
            <a:r>
              <a:rPr lang="en">
                <a:solidFill>
                  <a:schemeClr val="lt2"/>
                </a:solidFill>
              </a:rPr>
              <a:t>demo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553" name="Google Shape;1553;p48"/>
          <p:cNvSpPr txBox="1">
            <a:spLocks noGrp="1"/>
          </p:cNvSpPr>
          <p:nvPr>
            <p:ph type="subTitle" idx="1"/>
          </p:nvPr>
        </p:nvSpPr>
        <p:spPr>
          <a:xfrm>
            <a:off x="4343275" y="2675200"/>
            <a:ext cx="2999100" cy="11109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same track in 2D — it sits right on the boundary between Upbeat/Hype and Intense/Dark.</a:t>
            </a:r>
            <a:endParaRPr/>
          </a:p>
        </p:txBody>
      </p:sp>
      <p:grpSp>
        <p:nvGrpSpPr>
          <p:cNvPr id="1554" name="Google Shape;1554;p48"/>
          <p:cNvGrpSpPr/>
          <p:nvPr/>
        </p:nvGrpSpPr>
        <p:grpSpPr>
          <a:xfrm>
            <a:off x="723837" y="552000"/>
            <a:ext cx="1218671" cy="1640915"/>
            <a:chOff x="723837" y="552000"/>
            <a:chExt cx="1218671" cy="1640915"/>
          </a:xfrm>
        </p:grpSpPr>
        <p:sp>
          <p:nvSpPr>
            <p:cNvPr id="1555" name="Google Shape;1555;p48"/>
            <p:cNvSpPr/>
            <p:nvPr/>
          </p:nvSpPr>
          <p:spPr>
            <a:xfrm>
              <a:off x="729625" y="552000"/>
              <a:ext cx="98100" cy="98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48"/>
            <p:cNvSpPr/>
            <p:nvPr/>
          </p:nvSpPr>
          <p:spPr>
            <a:xfrm>
              <a:off x="882900" y="552000"/>
              <a:ext cx="98100" cy="98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48"/>
            <p:cNvSpPr/>
            <p:nvPr/>
          </p:nvSpPr>
          <p:spPr>
            <a:xfrm>
              <a:off x="1036175" y="552000"/>
              <a:ext cx="98100" cy="98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48"/>
            <p:cNvSpPr/>
            <p:nvPr/>
          </p:nvSpPr>
          <p:spPr>
            <a:xfrm>
              <a:off x="1379968" y="618464"/>
              <a:ext cx="255633" cy="250348"/>
            </a:xfrm>
            <a:custGeom>
              <a:avLst/>
              <a:gdLst/>
              <a:ahLst/>
              <a:cxnLst/>
              <a:rect l="l" t="t" r="r" b="b"/>
              <a:pathLst>
                <a:path w="11027" h="10799" extrusionOk="0">
                  <a:moveTo>
                    <a:pt x="5504" y="1"/>
                  </a:moveTo>
                  <a:cubicBezTo>
                    <a:pt x="5436" y="1"/>
                    <a:pt x="5367" y="2"/>
                    <a:pt x="5298" y="4"/>
                  </a:cubicBezTo>
                  <a:cubicBezTo>
                    <a:pt x="2331" y="130"/>
                    <a:pt x="1" y="2639"/>
                    <a:pt x="126" y="5621"/>
                  </a:cubicBezTo>
                  <a:cubicBezTo>
                    <a:pt x="234" y="8525"/>
                    <a:pt x="2618" y="10799"/>
                    <a:pt x="5498" y="10799"/>
                  </a:cubicBezTo>
                  <a:cubicBezTo>
                    <a:pt x="5575" y="10799"/>
                    <a:pt x="5652" y="10797"/>
                    <a:pt x="5729" y="10794"/>
                  </a:cubicBezTo>
                  <a:cubicBezTo>
                    <a:pt x="8710" y="10683"/>
                    <a:pt x="11027" y="8173"/>
                    <a:pt x="10916" y="5191"/>
                  </a:cubicBezTo>
                  <a:cubicBezTo>
                    <a:pt x="10793" y="2279"/>
                    <a:pt x="8395" y="1"/>
                    <a:pt x="55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48"/>
            <p:cNvSpPr/>
            <p:nvPr/>
          </p:nvSpPr>
          <p:spPr>
            <a:xfrm>
              <a:off x="1483960" y="686786"/>
              <a:ext cx="47650" cy="117350"/>
            </a:xfrm>
            <a:custGeom>
              <a:avLst/>
              <a:gdLst/>
              <a:ahLst/>
              <a:cxnLst/>
              <a:rect l="l" t="t" r="r" b="b"/>
              <a:pathLst>
                <a:path w="1906" h="4694" extrusionOk="0">
                  <a:moveTo>
                    <a:pt x="1906" y="0"/>
                  </a:moveTo>
                  <a:lnTo>
                    <a:pt x="0" y="2347"/>
                  </a:lnTo>
                  <a:lnTo>
                    <a:pt x="1857" y="4694"/>
                  </a:ln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60" name="Google Shape;1560;p48"/>
            <p:cNvSpPr/>
            <p:nvPr/>
          </p:nvSpPr>
          <p:spPr>
            <a:xfrm flipH="1">
              <a:off x="1686874" y="618464"/>
              <a:ext cx="255633" cy="250348"/>
            </a:xfrm>
            <a:custGeom>
              <a:avLst/>
              <a:gdLst/>
              <a:ahLst/>
              <a:cxnLst/>
              <a:rect l="l" t="t" r="r" b="b"/>
              <a:pathLst>
                <a:path w="11027" h="10799" extrusionOk="0">
                  <a:moveTo>
                    <a:pt x="5504" y="1"/>
                  </a:moveTo>
                  <a:cubicBezTo>
                    <a:pt x="5436" y="1"/>
                    <a:pt x="5367" y="2"/>
                    <a:pt x="5298" y="4"/>
                  </a:cubicBezTo>
                  <a:cubicBezTo>
                    <a:pt x="2331" y="130"/>
                    <a:pt x="1" y="2639"/>
                    <a:pt x="126" y="5621"/>
                  </a:cubicBezTo>
                  <a:cubicBezTo>
                    <a:pt x="234" y="8525"/>
                    <a:pt x="2618" y="10799"/>
                    <a:pt x="5498" y="10799"/>
                  </a:cubicBezTo>
                  <a:cubicBezTo>
                    <a:pt x="5575" y="10799"/>
                    <a:pt x="5652" y="10797"/>
                    <a:pt x="5729" y="10794"/>
                  </a:cubicBezTo>
                  <a:cubicBezTo>
                    <a:pt x="8710" y="10683"/>
                    <a:pt x="11027" y="8173"/>
                    <a:pt x="10916" y="5191"/>
                  </a:cubicBezTo>
                  <a:cubicBezTo>
                    <a:pt x="10793" y="2279"/>
                    <a:pt x="8395" y="1"/>
                    <a:pt x="55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48"/>
            <p:cNvSpPr/>
            <p:nvPr/>
          </p:nvSpPr>
          <p:spPr>
            <a:xfrm flipH="1">
              <a:off x="1790866" y="686786"/>
              <a:ext cx="47650" cy="117350"/>
            </a:xfrm>
            <a:custGeom>
              <a:avLst/>
              <a:gdLst/>
              <a:ahLst/>
              <a:cxnLst/>
              <a:rect l="l" t="t" r="r" b="b"/>
              <a:pathLst>
                <a:path w="1906" h="4694" extrusionOk="0">
                  <a:moveTo>
                    <a:pt x="1906" y="0"/>
                  </a:moveTo>
                  <a:lnTo>
                    <a:pt x="0" y="2347"/>
                  </a:lnTo>
                  <a:lnTo>
                    <a:pt x="1857" y="4694"/>
                  </a:ln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562" name="Google Shape;1562;p48"/>
            <p:cNvGrpSpPr/>
            <p:nvPr/>
          </p:nvGrpSpPr>
          <p:grpSpPr>
            <a:xfrm>
              <a:off x="729630" y="1968358"/>
              <a:ext cx="255615" cy="224557"/>
              <a:chOff x="6184139" y="1980808"/>
              <a:chExt cx="451696" cy="396814"/>
            </a:xfrm>
          </p:grpSpPr>
          <p:sp>
            <p:nvSpPr>
              <p:cNvPr id="1563" name="Google Shape;1563;p48"/>
              <p:cNvSpPr/>
              <p:nvPr/>
            </p:nvSpPr>
            <p:spPr>
              <a:xfrm>
                <a:off x="6184139" y="1980808"/>
                <a:ext cx="451696" cy="396814"/>
              </a:xfrm>
              <a:custGeom>
                <a:avLst/>
                <a:gdLst/>
                <a:ahLst/>
                <a:cxnLst/>
                <a:rect l="l" t="t" r="r" b="b"/>
                <a:pathLst>
                  <a:path w="9473" h="8322" extrusionOk="0">
                    <a:moveTo>
                      <a:pt x="4272" y="361"/>
                    </a:moveTo>
                    <a:cubicBezTo>
                      <a:pt x="4675" y="361"/>
                      <a:pt x="5063" y="583"/>
                      <a:pt x="5257" y="943"/>
                    </a:cubicBezTo>
                    <a:cubicBezTo>
                      <a:pt x="5285" y="1013"/>
                      <a:pt x="5354" y="1041"/>
                      <a:pt x="5437" y="1041"/>
                    </a:cubicBezTo>
                    <a:cubicBezTo>
                      <a:pt x="5466" y="1038"/>
                      <a:pt x="5495" y="1036"/>
                      <a:pt x="5524" y="1036"/>
                    </a:cubicBezTo>
                    <a:cubicBezTo>
                      <a:pt x="5868" y="1036"/>
                      <a:pt x="6196" y="1263"/>
                      <a:pt x="6324" y="1596"/>
                    </a:cubicBezTo>
                    <a:cubicBezTo>
                      <a:pt x="6349" y="1657"/>
                      <a:pt x="6408" y="1709"/>
                      <a:pt x="6480" y="1709"/>
                    </a:cubicBezTo>
                    <a:cubicBezTo>
                      <a:pt x="6489" y="1709"/>
                      <a:pt x="6497" y="1708"/>
                      <a:pt x="6505" y="1707"/>
                    </a:cubicBezTo>
                    <a:cubicBezTo>
                      <a:pt x="6521" y="1705"/>
                      <a:pt x="6536" y="1704"/>
                      <a:pt x="6552" y="1704"/>
                    </a:cubicBezTo>
                    <a:cubicBezTo>
                      <a:pt x="6838" y="1704"/>
                      <a:pt x="7088" y="1944"/>
                      <a:pt x="7088" y="2234"/>
                    </a:cubicBezTo>
                    <a:cubicBezTo>
                      <a:pt x="7088" y="2524"/>
                      <a:pt x="6851" y="2760"/>
                      <a:pt x="6561" y="2760"/>
                    </a:cubicBezTo>
                    <a:lnTo>
                      <a:pt x="6311" y="2760"/>
                    </a:lnTo>
                    <a:lnTo>
                      <a:pt x="6311" y="2178"/>
                    </a:lnTo>
                    <a:cubicBezTo>
                      <a:pt x="6311" y="2073"/>
                      <a:pt x="6222" y="1988"/>
                      <a:pt x="6120" y="1988"/>
                    </a:cubicBezTo>
                    <a:cubicBezTo>
                      <a:pt x="6101" y="1988"/>
                      <a:pt x="6081" y="1991"/>
                      <a:pt x="6061" y="1997"/>
                    </a:cubicBezTo>
                    <a:lnTo>
                      <a:pt x="4064" y="2566"/>
                    </a:lnTo>
                    <a:cubicBezTo>
                      <a:pt x="3981" y="2594"/>
                      <a:pt x="3926" y="2677"/>
                      <a:pt x="3939" y="2760"/>
                    </a:cubicBezTo>
                    <a:lnTo>
                      <a:pt x="3066" y="2760"/>
                    </a:lnTo>
                    <a:cubicBezTo>
                      <a:pt x="2678" y="2760"/>
                      <a:pt x="2345" y="2413"/>
                      <a:pt x="2373" y="2025"/>
                    </a:cubicBezTo>
                    <a:cubicBezTo>
                      <a:pt x="2373" y="1886"/>
                      <a:pt x="2441" y="1720"/>
                      <a:pt x="2552" y="1609"/>
                    </a:cubicBezTo>
                    <a:cubicBezTo>
                      <a:pt x="2678" y="1470"/>
                      <a:pt x="2830" y="1401"/>
                      <a:pt x="3011" y="1387"/>
                    </a:cubicBezTo>
                    <a:cubicBezTo>
                      <a:pt x="3094" y="1374"/>
                      <a:pt x="3163" y="1318"/>
                      <a:pt x="3177" y="1235"/>
                    </a:cubicBezTo>
                    <a:cubicBezTo>
                      <a:pt x="3232" y="999"/>
                      <a:pt x="3371" y="777"/>
                      <a:pt x="3565" y="610"/>
                    </a:cubicBezTo>
                    <a:cubicBezTo>
                      <a:pt x="3773" y="444"/>
                      <a:pt x="4009" y="361"/>
                      <a:pt x="4272" y="361"/>
                    </a:cubicBezTo>
                    <a:close/>
                    <a:moveTo>
                      <a:pt x="5936" y="2413"/>
                    </a:moveTo>
                    <a:lnTo>
                      <a:pt x="5936" y="2816"/>
                    </a:lnTo>
                    <a:lnTo>
                      <a:pt x="4300" y="3301"/>
                    </a:lnTo>
                    <a:lnTo>
                      <a:pt x="4300" y="2885"/>
                    </a:lnTo>
                    <a:lnTo>
                      <a:pt x="5936" y="2413"/>
                    </a:lnTo>
                    <a:close/>
                    <a:moveTo>
                      <a:pt x="5618" y="4493"/>
                    </a:moveTo>
                    <a:cubicBezTo>
                      <a:pt x="5797" y="4493"/>
                      <a:pt x="5936" y="4632"/>
                      <a:pt x="5936" y="4813"/>
                    </a:cubicBezTo>
                    <a:lnTo>
                      <a:pt x="5936" y="4826"/>
                    </a:lnTo>
                    <a:lnTo>
                      <a:pt x="5936" y="4841"/>
                    </a:lnTo>
                    <a:cubicBezTo>
                      <a:pt x="5936" y="5007"/>
                      <a:pt x="5797" y="5146"/>
                      <a:pt x="5618" y="5146"/>
                    </a:cubicBezTo>
                    <a:lnTo>
                      <a:pt x="5326" y="5146"/>
                    </a:lnTo>
                    <a:cubicBezTo>
                      <a:pt x="5146" y="5146"/>
                      <a:pt x="5007" y="5007"/>
                      <a:pt x="5007" y="4841"/>
                    </a:cubicBezTo>
                    <a:lnTo>
                      <a:pt x="5007" y="4813"/>
                    </a:lnTo>
                    <a:cubicBezTo>
                      <a:pt x="5007" y="4632"/>
                      <a:pt x="5146" y="4493"/>
                      <a:pt x="5326" y="4493"/>
                    </a:cubicBezTo>
                    <a:close/>
                    <a:moveTo>
                      <a:pt x="3621" y="4909"/>
                    </a:moveTo>
                    <a:cubicBezTo>
                      <a:pt x="3800" y="4909"/>
                      <a:pt x="3939" y="5048"/>
                      <a:pt x="3939" y="5215"/>
                    </a:cubicBezTo>
                    <a:lnTo>
                      <a:pt x="3939" y="5229"/>
                    </a:lnTo>
                    <a:lnTo>
                      <a:pt x="3939" y="5242"/>
                    </a:lnTo>
                    <a:cubicBezTo>
                      <a:pt x="3939" y="5409"/>
                      <a:pt x="3800" y="5547"/>
                      <a:pt x="3621" y="5547"/>
                    </a:cubicBezTo>
                    <a:lnTo>
                      <a:pt x="3316" y="5547"/>
                    </a:lnTo>
                    <a:cubicBezTo>
                      <a:pt x="3149" y="5547"/>
                      <a:pt x="3011" y="5409"/>
                      <a:pt x="3011" y="5242"/>
                    </a:cubicBezTo>
                    <a:lnTo>
                      <a:pt x="3011" y="5215"/>
                    </a:lnTo>
                    <a:cubicBezTo>
                      <a:pt x="3011" y="5048"/>
                      <a:pt x="3149" y="4909"/>
                      <a:pt x="3316" y="4909"/>
                    </a:cubicBezTo>
                    <a:close/>
                    <a:moveTo>
                      <a:pt x="7615" y="2483"/>
                    </a:moveTo>
                    <a:lnTo>
                      <a:pt x="7615" y="6200"/>
                    </a:lnTo>
                    <a:lnTo>
                      <a:pt x="1873" y="6200"/>
                    </a:lnTo>
                    <a:lnTo>
                      <a:pt x="1873" y="2483"/>
                    </a:lnTo>
                    <a:lnTo>
                      <a:pt x="2081" y="2483"/>
                    </a:lnTo>
                    <a:cubicBezTo>
                      <a:pt x="2247" y="2871"/>
                      <a:pt x="2636" y="3134"/>
                      <a:pt x="3066" y="3134"/>
                    </a:cubicBezTo>
                    <a:lnTo>
                      <a:pt x="3939" y="3134"/>
                    </a:lnTo>
                    <a:lnTo>
                      <a:pt x="3939" y="4619"/>
                    </a:lnTo>
                    <a:cubicBezTo>
                      <a:pt x="3843" y="4563"/>
                      <a:pt x="3732" y="4536"/>
                      <a:pt x="3621" y="4536"/>
                    </a:cubicBezTo>
                    <a:lnTo>
                      <a:pt x="3316" y="4536"/>
                    </a:lnTo>
                    <a:cubicBezTo>
                      <a:pt x="2941" y="4536"/>
                      <a:pt x="2636" y="4841"/>
                      <a:pt x="2636" y="5215"/>
                    </a:cubicBezTo>
                    <a:lnTo>
                      <a:pt x="2636" y="5242"/>
                    </a:lnTo>
                    <a:cubicBezTo>
                      <a:pt x="2636" y="5617"/>
                      <a:pt x="2941" y="5922"/>
                      <a:pt x="3316" y="5922"/>
                    </a:cubicBezTo>
                    <a:lnTo>
                      <a:pt x="3621" y="5922"/>
                    </a:lnTo>
                    <a:cubicBezTo>
                      <a:pt x="4009" y="5922"/>
                      <a:pt x="4300" y="5590"/>
                      <a:pt x="4300" y="5215"/>
                    </a:cubicBezTo>
                    <a:lnTo>
                      <a:pt x="4300" y="3676"/>
                    </a:lnTo>
                    <a:lnTo>
                      <a:pt x="5936" y="3204"/>
                    </a:lnTo>
                    <a:lnTo>
                      <a:pt x="5936" y="4203"/>
                    </a:lnTo>
                    <a:cubicBezTo>
                      <a:pt x="5840" y="4161"/>
                      <a:pt x="5742" y="4133"/>
                      <a:pt x="5618" y="4133"/>
                    </a:cubicBezTo>
                    <a:lnTo>
                      <a:pt x="5326" y="4133"/>
                    </a:lnTo>
                    <a:cubicBezTo>
                      <a:pt x="4952" y="4133"/>
                      <a:pt x="4647" y="4438"/>
                      <a:pt x="4647" y="4813"/>
                    </a:cubicBezTo>
                    <a:lnTo>
                      <a:pt x="4647" y="4841"/>
                    </a:lnTo>
                    <a:cubicBezTo>
                      <a:pt x="4647" y="5215"/>
                      <a:pt x="4952" y="5520"/>
                      <a:pt x="5326" y="5520"/>
                    </a:cubicBezTo>
                    <a:lnTo>
                      <a:pt x="5618" y="5520"/>
                    </a:lnTo>
                    <a:cubicBezTo>
                      <a:pt x="6006" y="5520"/>
                      <a:pt x="6311" y="5187"/>
                      <a:pt x="6311" y="4813"/>
                    </a:cubicBezTo>
                    <a:lnTo>
                      <a:pt x="6311" y="3134"/>
                    </a:lnTo>
                    <a:lnTo>
                      <a:pt x="6561" y="3134"/>
                    </a:lnTo>
                    <a:cubicBezTo>
                      <a:pt x="6962" y="3134"/>
                      <a:pt x="7323" y="2857"/>
                      <a:pt x="7434" y="2483"/>
                    </a:cubicBezTo>
                    <a:close/>
                    <a:moveTo>
                      <a:pt x="8044" y="1664"/>
                    </a:moveTo>
                    <a:cubicBezTo>
                      <a:pt x="8253" y="1664"/>
                      <a:pt x="8432" y="1831"/>
                      <a:pt x="8432" y="2053"/>
                    </a:cubicBezTo>
                    <a:lnTo>
                      <a:pt x="8432" y="6629"/>
                    </a:lnTo>
                    <a:cubicBezTo>
                      <a:pt x="8432" y="6838"/>
                      <a:pt x="8253" y="7017"/>
                      <a:pt x="8044" y="7017"/>
                    </a:cubicBezTo>
                    <a:lnTo>
                      <a:pt x="1443" y="7017"/>
                    </a:lnTo>
                    <a:cubicBezTo>
                      <a:pt x="1221" y="7017"/>
                      <a:pt x="1055" y="6838"/>
                      <a:pt x="1055" y="6629"/>
                    </a:cubicBezTo>
                    <a:lnTo>
                      <a:pt x="1055" y="2053"/>
                    </a:lnTo>
                    <a:cubicBezTo>
                      <a:pt x="1055" y="1831"/>
                      <a:pt x="1221" y="1664"/>
                      <a:pt x="1443" y="1664"/>
                    </a:cubicBezTo>
                    <a:lnTo>
                      <a:pt x="2081" y="1664"/>
                    </a:lnTo>
                    <a:cubicBezTo>
                      <a:pt x="2025" y="1803"/>
                      <a:pt x="1998" y="1956"/>
                      <a:pt x="1998" y="2108"/>
                    </a:cubicBezTo>
                    <a:lnTo>
                      <a:pt x="1679" y="2108"/>
                    </a:lnTo>
                    <a:cubicBezTo>
                      <a:pt x="1582" y="2108"/>
                      <a:pt x="1498" y="2191"/>
                      <a:pt x="1498" y="2289"/>
                    </a:cubicBezTo>
                    <a:lnTo>
                      <a:pt x="1498" y="6394"/>
                    </a:lnTo>
                    <a:cubicBezTo>
                      <a:pt x="1498" y="6490"/>
                      <a:pt x="1582" y="6574"/>
                      <a:pt x="1679" y="6574"/>
                    </a:cubicBezTo>
                    <a:lnTo>
                      <a:pt x="7794" y="6574"/>
                    </a:lnTo>
                    <a:cubicBezTo>
                      <a:pt x="7905" y="6574"/>
                      <a:pt x="7989" y="6490"/>
                      <a:pt x="7989" y="6394"/>
                    </a:cubicBezTo>
                    <a:lnTo>
                      <a:pt x="7989" y="2289"/>
                    </a:lnTo>
                    <a:cubicBezTo>
                      <a:pt x="7989" y="2191"/>
                      <a:pt x="7905" y="2108"/>
                      <a:pt x="7794" y="2108"/>
                    </a:cubicBezTo>
                    <a:lnTo>
                      <a:pt x="7448" y="2108"/>
                    </a:lnTo>
                    <a:cubicBezTo>
                      <a:pt x="7434" y="1942"/>
                      <a:pt x="7365" y="1790"/>
                      <a:pt x="7254" y="1664"/>
                    </a:cubicBezTo>
                    <a:close/>
                    <a:moveTo>
                      <a:pt x="4272" y="0"/>
                    </a:moveTo>
                    <a:cubicBezTo>
                      <a:pt x="3926" y="0"/>
                      <a:pt x="3593" y="111"/>
                      <a:pt x="3329" y="320"/>
                    </a:cubicBezTo>
                    <a:cubicBezTo>
                      <a:pt x="3107" y="514"/>
                      <a:pt x="2941" y="749"/>
                      <a:pt x="2844" y="1026"/>
                    </a:cubicBezTo>
                    <a:cubicBezTo>
                      <a:pt x="2663" y="1069"/>
                      <a:pt x="2484" y="1165"/>
                      <a:pt x="2345" y="1290"/>
                    </a:cubicBezTo>
                    <a:lnTo>
                      <a:pt x="1443" y="1290"/>
                    </a:lnTo>
                    <a:cubicBezTo>
                      <a:pt x="1027" y="1290"/>
                      <a:pt x="681" y="1637"/>
                      <a:pt x="681" y="2053"/>
                    </a:cubicBezTo>
                    <a:lnTo>
                      <a:pt x="681" y="6629"/>
                    </a:lnTo>
                    <a:cubicBezTo>
                      <a:pt x="681" y="6768"/>
                      <a:pt x="722" y="6906"/>
                      <a:pt x="792" y="7017"/>
                    </a:cubicBezTo>
                    <a:lnTo>
                      <a:pt x="195" y="7017"/>
                    </a:lnTo>
                    <a:cubicBezTo>
                      <a:pt x="84" y="7017"/>
                      <a:pt x="1" y="7101"/>
                      <a:pt x="1" y="7198"/>
                    </a:cubicBezTo>
                    <a:lnTo>
                      <a:pt x="1" y="7642"/>
                    </a:lnTo>
                    <a:cubicBezTo>
                      <a:pt x="1" y="8016"/>
                      <a:pt x="320" y="8321"/>
                      <a:pt x="694" y="8321"/>
                    </a:cubicBezTo>
                    <a:lnTo>
                      <a:pt x="3926" y="8321"/>
                    </a:lnTo>
                    <a:cubicBezTo>
                      <a:pt x="4037" y="8321"/>
                      <a:pt x="4120" y="8238"/>
                      <a:pt x="4120" y="8141"/>
                    </a:cubicBezTo>
                    <a:cubicBezTo>
                      <a:pt x="4120" y="8030"/>
                      <a:pt x="4037" y="7947"/>
                      <a:pt x="3926" y="7947"/>
                    </a:cubicBezTo>
                    <a:lnTo>
                      <a:pt x="694" y="7947"/>
                    </a:lnTo>
                    <a:cubicBezTo>
                      <a:pt x="514" y="7947"/>
                      <a:pt x="376" y="7808"/>
                      <a:pt x="376" y="7642"/>
                    </a:cubicBezTo>
                    <a:lnTo>
                      <a:pt x="376" y="7392"/>
                    </a:lnTo>
                    <a:lnTo>
                      <a:pt x="9098" y="7392"/>
                    </a:lnTo>
                    <a:lnTo>
                      <a:pt x="9098" y="7642"/>
                    </a:lnTo>
                    <a:cubicBezTo>
                      <a:pt x="9098" y="7808"/>
                      <a:pt x="8959" y="7947"/>
                      <a:pt x="8793" y="7947"/>
                    </a:cubicBezTo>
                    <a:lnTo>
                      <a:pt x="5562" y="7947"/>
                    </a:lnTo>
                    <a:cubicBezTo>
                      <a:pt x="5451" y="7947"/>
                      <a:pt x="5368" y="8030"/>
                      <a:pt x="5368" y="8141"/>
                    </a:cubicBezTo>
                    <a:cubicBezTo>
                      <a:pt x="5368" y="8238"/>
                      <a:pt x="5451" y="8321"/>
                      <a:pt x="5562" y="8321"/>
                    </a:cubicBezTo>
                    <a:lnTo>
                      <a:pt x="8793" y="8321"/>
                    </a:lnTo>
                    <a:cubicBezTo>
                      <a:pt x="9168" y="8321"/>
                      <a:pt x="9473" y="8016"/>
                      <a:pt x="9473" y="7642"/>
                    </a:cubicBezTo>
                    <a:lnTo>
                      <a:pt x="9473" y="7198"/>
                    </a:lnTo>
                    <a:cubicBezTo>
                      <a:pt x="9473" y="7101"/>
                      <a:pt x="9390" y="7017"/>
                      <a:pt x="9292" y="7017"/>
                    </a:cubicBezTo>
                    <a:lnTo>
                      <a:pt x="8696" y="7017"/>
                    </a:lnTo>
                    <a:cubicBezTo>
                      <a:pt x="8765" y="6906"/>
                      <a:pt x="8793" y="6768"/>
                      <a:pt x="8793" y="6629"/>
                    </a:cubicBezTo>
                    <a:lnTo>
                      <a:pt x="8793" y="2053"/>
                    </a:lnTo>
                    <a:cubicBezTo>
                      <a:pt x="8793" y="1637"/>
                      <a:pt x="8460" y="1290"/>
                      <a:pt x="8044" y="1290"/>
                    </a:cubicBezTo>
                    <a:lnTo>
                      <a:pt x="6588" y="1290"/>
                    </a:lnTo>
                    <a:cubicBezTo>
                      <a:pt x="6367" y="915"/>
                      <a:pt x="5964" y="666"/>
                      <a:pt x="5520" y="666"/>
                    </a:cubicBezTo>
                    <a:cubicBezTo>
                      <a:pt x="5243" y="250"/>
                      <a:pt x="4771" y="0"/>
                      <a:pt x="42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48"/>
              <p:cNvSpPr/>
              <p:nvPr/>
            </p:nvSpPr>
            <p:spPr>
              <a:xfrm>
                <a:off x="6400384" y="2359892"/>
                <a:ext cx="19216" cy="17499"/>
              </a:xfrm>
              <a:custGeom>
                <a:avLst/>
                <a:gdLst/>
                <a:ahLst/>
                <a:cxnLst/>
                <a:rect l="l" t="t" r="r" b="b"/>
                <a:pathLst>
                  <a:path w="403" h="367" extrusionOk="0">
                    <a:moveTo>
                      <a:pt x="192" y="0"/>
                    </a:moveTo>
                    <a:cubicBezTo>
                      <a:pt x="147" y="0"/>
                      <a:pt x="103" y="19"/>
                      <a:pt x="70" y="53"/>
                    </a:cubicBezTo>
                    <a:cubicBezTo>
                      <a:pt x="14" y="121"/>
                      <a:pt x="1" y="219"/>
                      <a:pt x="56" y="288"/>
                    </a:cubicBezTo>
                    <a:cubicBezTo>
                      <a:pt x="89" y="342"/>
                      <a:pt x="142" y="366"/>
                      <a:pt x="197" y="366"/>
                    </a:cubicBezTo>
                    <a:cubicBezTo>
                      <a:pt x="283" y="366"/>
                      <a:pt x="372" y="306"/>
                      <a:pt x="389" y="205"/>
                    </a:cubicBezTo>
                    <a:cubicBezTo>
                      <a:pt x="403" y="136"/>
                      <a:pt x="362" y="53"/>
                      <a:pt x="278" y="25"/>
                    </a:cubicBezTo>
                    <a:cubicBezTo>
                      <a:pt x="251" y="8"/>
                      <a:pt x="221" y="0"/>
                      <a:pt x="19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5" name="Google Shape;1565;p48"/>
            <p:cNvGrpSpPr/>
            <p:nvPr/>
          </p:nvGrpSpPr>
          <p:grpSpPr>
            <a:xfrm>
              <a:off x="729630" y="975085"/>
              <a:ext cx="255615" cy="254967"/>
              <a:chOff x="6184139" y="1220827"/>
              <a:chExt cx="451696" cy="450552"/>
            </a:xfrm>
          </p:grpSpPr>
          <p:sp>
            <p:nvSpPr>
              <p:cNvPr id="1566" name="Google Shape;1566;p48"/>
              <p:cNvSpPr/>
              <p:nvPr/>
            </p:nvSpPr>
            <p:spPr>
              <a:xfrm>
                <a:off x="6353416" y="1390104"/>
                <a:ext cx="117776" cy="137087"/>
              </a:xfrm>
              <a:custGeom>
                <a:avLst/>
                <a:gdLst/>
                <a:ahLst/>
                <a:cxnLst/>
                <a:rect l="l" t="t" r="r" b="b"/>
                <a:pathLst>
                  <a:path w="2470" h="2875" extrusionOk="0">
                    <a:moveTo>
                      <a:pt x="916" y="1946"/>
                    </a:moveTo>
                    <a:cubicBezTo>
                      <a:pt x="1069" y="1946"/>
                      <a:pt x="1193" y="2070"/>
                      <a:pt x="1193" y="2224"/>
                    </a:cubicBezTo>
                    <a:cubicBezTo>
                      <a:pt x="1193" y="2376"/>
                      <a:pt x="1069" y="2501"/>
                      <a:pt x="916" y="2501"/>
                    </a:cubicBezTo>
                    <a:lnTo>
                      <a:pt x="666" y="2501"/>
                    </a:lnTo>
                    <a:cubicBezTo>
                      <a:pt x="500" y="2501"/>
                      <a:pt x="376" y="2376"/>
                      <a:pt x="376" y="2224"/>
                    </a:cubicBezTo>
                    <a:cubicBezTo>
                      <a:pt x="376" y="2070"/>
                      <a:pt x="500" y="1946"/>
                      <a:pt x="666" y="1946"/>
                    </a:cubicBezTo>
                    <a:close/>
                    <a:moveTo>
                      <a:pt x="1383" y="1"/>
                    </a:moveTo>
                    <a:cubicBezTo>
                      <a:pt x="1371" y="1"/>
                      <a:pt x="1358" y="2"/>
                      <a:pt x="1347" y="5"/>
                    </a:cubicBezTo>
                    <a:cubicBezTo>
                      <a:pt x="1263" y="18"/>
                      <a:pt x="1193" y="101"/>
                      <a:pt x="1193" y="184"/>
                    </a:cubicBezTo>
                    <a:lnTo>
                      <a:pt x="1193" y="1627"/>
                    </a:lnTo>
                    <a:cubicBezTo>
                      <a:pt x="1110" y="1599"/>
                      <a:pt x="1014" y="1571"/>
                      <a:pt x="916" y="1571"/>
                    </a:cubicBezTo>
                    <a:lnTo>
                      <a:pt x="666" y="1571"/>
                    </a:lnTo>
                    <a:cubicBezTo>
                      <a:pt x="320" y="1571"/>
                      <a:pt x="15" y="1849"/>
                      <a:pt x="15" y="2209"/>
                    </a:cubicBezTo>
                    <a:cubicBezTo>
                      <a:pt x="1" y="2570"/>
                      <a:pt x="293" y="2875"/>
                      <a:pt x="666" y="2875"/>
                    </a:cubicBezTo>
                    <a:lnTo>
                      <a:pt x="916" y="2875"/>
                    </a:lnTo>
                    <a:cubicBezTo>
                      <a:pt x="1277" y="2875"/>
                      <a:pt x="1568" y="2584"/>
                      <a:pt x="1568" y="2224"/>
                    </a:cubicBezTo>
                    <a:lnTo>
                      <a:pt x="1568" y="600"/>
                    </a:lnTo>
                    <a:cubicBezTo>
                      <a:pt x="1637" y="628"/>
                      <a:pt x="1707" y="670"/>
                      <a:pt x="1804" y="698"/>
                    </a:cubicBezTo>
                    <a:cubicBezTo>
                      <a:pt x="2026" y="767"/>
                      <a:pt x="2081" y="920"/>
                      <a:pt x="2081" y="933"/>
                    </a:cubicBezTo>
                    <a:lnTo>
                      <a:pt x="2095" y="948"/>
                    </a:lnTo>
                    <a:cubicBezTo>
                      <a:pt x="2118" y="1025"/>
                      <a:pt x="2183" y="1067"/>
                      <a:pt x="2259" y="1067"/>
                    </a:cubicBezTo>
                    <a:cubicBezTo>
                      <a:pt x="2278" y="1067"/>
                      <a:pt x="2297" y="1064"/>
                      <a:pt x="2317" y="1059"/>
                    </a:cubicBezTo>
                    <a:cubicBezTo>
                      <a:pt x="2414" y="1031"/>
                      <a:pt x="2469" y="933"/>
                      <a:pt x="2442" y="822"/>
                    </a:cubicBezTo>
                    <a:cubicBezTo>
                      <a:pt x="2401" y="698"/>
                      <a:pt x="2247" y="448"/>
                      <a:pt x="1915" y="337"/>
                    </a:cubicBezTo>
                    <a:cubicBezTo>
                      <a:pt x="1665" y="268"/>
                      <a:pt x="1554" y="101"/>
                      <a:pt x="1541" y="88"/>
                    </a:cubicBezTo>
                    <a:cubicBezTo>
                      <a:pt x="1506" y="30"/>
                      <a:pt x="1443" y="1"/>
                      <a:pt x="13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567;p48"/>
              <p:cNvSpPr/>
              <p:nvPr/>
            </p:nvSpPr>
            <p:spPr>
              <a:xfrm>
                <a:off x="6184139" y="1227598"/>
                <a:ext cx="451696" cy="443781"/>
              </a:xfrm>
              <a:custGeom>
                <a:avLst/>
                <a:gdLst/>
                <a:ahLst/>
                <a:cxnLst/>
                <a:rect l="l" t="t" r="r" b="b"/>
                <a:pathLst>
                  <a:path w="9473" h="9307" extrusionOk="0">
                    <a:moveTo>
                      <a:pt x="4672" y="2941"/>
                    </a:moveTo>
                    <a:cubicBezTo>
                      <a:pt x="5194" y="2941"/>
                      <a:pt x="5714" y="3135"/>
                      <a:pt x="6103" y="3524"/>
                    </a:cubicBezTo>
                    <a:cubicBezTo>
                      <a:pt x="6894" y="4313"/>
                      <a:pt x="6894" y="5604"/>
                      <a:pt x="6103" y="6394"/>
                    </a:cubicBezTo>
                    <a:cubicBezTo>
                      <a:pt x="5708" y="6789"/>
                      <a:pt x="5188" y="6987"/>
                      <a:pt x="4667" y="6987"/>
                    </a:cubicBezTo>
                    <a:cubicBezTo>
                      <a:pt x="4147" y="6987"/>
                      <a:pt x="3627" y="6789"/>
                      <a:pt x="3232" y="6394"/>
                    </a:cubicBezTo>
                    <a:cubicBezTo>
                      <a:pt x="2441" y="5604"/>
                      <a:pt x="2441" y="4313"/>
                      <a:pt x="3232" y="3524"/>
                    </a:cubicBezTo>
                    <a:cubicBezTo>
                      <a:pt x="3627" y="3135"/>
                      <a:pt x="4151" y="2941"/>
                      <a:pt x="4672" y="2941"/>
                    </a:cubicBezTo>
                    <a:close/>
                    <a:moveTo>
                      <a:pt x="2726" y="6554"/>
                    </a:moveTo>
                    <a:cubicBezTo>
                      <a:pt x="2820" y="6554"/>
                      <a:pt x="2913" y="6588"/>
                      <a:pt x="2983" y="6658"/>
                    </a:cubicBezTo>
                    <a:cubicBezTo>
                      <a:pt x="3121" y="6796"/>
                      <a:pt x="3121" y="7018"/>
                      <a:pt x="2983" y="7157"/>
                    </a:cubicBezTo>
                    <a:lnTo>
                      <a:pt x="1720" y="8418"/>
                    </a:lnTo>
                    <a:lnTo>
                      <a:pt x="1208" y="7919"/>
                    </a:lnTo>
                    <a:lnTo>
                      <a:pt x="2469" y="6658"/>
                    </a:lnTo>
                    <a:cubicBezTo>
                      <a:pt x="2538" y="6588"/>
                      <a:pt x="2632" y="6554"/>
                      <a:pt x="2726" y="6554"/>
                    </a:cubicBezTo>
                    <a:close/>
                    <a:moveTo>
                      <a:pt x="944" y="8183"/>
                    </a:moveTo>
                    <a:lnTo>
                      <a:pt x="1457" y="8682"/>
                    </a:lnTo>
                    <a:lnTo>
                      <a:pt x="1304" y="8834"/>
                    </a:lnTo>
                    <a:cubicBezTo>
                      <a:pt x="1235" y="8904"/>
                      <a:pt x="1145" y="8938"/>
                      <a:pt x="1055" y="8938"/>
                    </a:cubicBezTo>
                    <a:cubicBezTo>
                      <a:pt x="964" y="8938"/>
                      <a:pt x="874" y="8904"/>
                      <a:pt x="805" y="8834"/>
                    </a:cubicBezTo>
                    <a:cubicBezTo>
                      <a:pt x="666" y="8696"/>
                      <a:pt x="666" y="8474"/>
                      <a:pt x="805" y="8335"/>
                    </a:cubicBezTo>
                    <a:lnTo>
                      <a:pt x="944" y="8183"/>
                    </a:lnTo>
                    <a:close/>
                    <a:moveTo>
                      <a:pt x="4718" y="1"/>
                    </a:moveTo>
                    <a:cubicBezTo>
                      <a:pt x="4642" y="1"/>
                      <a:pt x="4571" y="51"/>
                      <a:pt x="4549" y="125"/>
                    </a:cubicBezTo>
                    <a:cubicBezTo>
                      <a:pt x="4508" y="223"/>
                      <a:pt x="4564" y="320"/>
                      <a:pt x="4660" y="362"/>
                    </a:cubicBezTo>
                    <a:cubicBezTo>
                      <a:pt x="5146" y="541"/>
                      <a:pt x="5548" y="889"/>
                      <a:pt x="5797" y="1346"/>
                    </a:cubicBezTo>
                    <a:cubicBezTo>
                      <a:pt x="5834" y="1394"/>
                      <a:pt x="5890" y="1432"/>
                      <a:pt x="5950" y="1432"/>
                    </a:cubicBezTo>
                    <a:cubicBezTo>
                      <a:pt x="5959" y="1432"/>
                      <a:pt x="5969" y="1431"/>
                      <a:pt x="5978" y="1429"/>
                    </a:cubicBezTo>
                    <a:lnTo>
                      <a:pt x="6130" y="1429"/>
                    </a:lnTo>
                    <a:cubicBezTo>
                      <a:pt x="6824" y="1429"/>
                      <a:pt x="7462" y="1873"/>
                      <a:pt x="7711" y="2511"/>
                    </a:cubicBezTo>
                    <a:cubicBezTo>
                      <a:pt x="7739" y="2594"/>
                      <a:pt x="7822" y="2636"/>
                      <a:pt x="7905" y="2636"/>
                    </a:cubicBezTo>
                    <a:cubicBezTo>
                      <a:pt x="7947" y="2636"/>
                      <a:pt x="7975" y="2622"/>
                      <a:pt x="8016" y="2622"/>
                    </a:cubicBezTo>
                    <a:cubicBezTo>
                      <a:pt x="8613" y="2622"/>
                      <a:pt x="9098" y="3121"/>
                      <a:pt x="9098" y="3718"/>
                    </a:cubicBezTo>
                    <a:cubicBezTo>
                      <a:pt x="9098" y="4328"/>
                      <a:pt x="8613" y="4813"/>
                      <a:pt x="8016" y="4813"/>
                    </a:cubicBezTo>
                    <a:lnTo>
                      <a:pt x="7073" y="4813"/>
                    </a:lnTo>
                    <a:cubicBezTo>
                      <a:pt x="7004" y="3870"/>
                      <a:pt x="6380" y="3024"/>
                      <a:pt x="5492" y="2705"/>
                    </a:cubicBezTo>
                    <a:cubicBezTo>
                      <a:pt x="5230" y="2611"/>
                      <a:pt x="4957" y="2565"/>
                      <a:pt x="4687" y="2565"/>
                    </a:cubicBezTo>
                    <a:cubicBezTo>
                      <a:pt x="4001" y="2565"/>
                      <a:pt x="3329" y="2857"/>
                      <a:pt x="2872" y="3385"/>
                    </a:cubicBezTo>
                    <a:cubicBezTo>
                      <a:pt x="2705" y="3579"/>
                      <a:pt x="2567" y="3787"/>
                      <a:pt x="2456" y="4023"/>
                    </a:cubicBezTo>
                    <a:cubicBezTo>
                      <a:pt x="2358" y="4272"/>
                      <a:pt x="2289" y="4550"/>
                      <a:pt x="2275" y="4813"/>
                    </a:cubicBezTo>
                    <a:lnTo>
                      <a:pt x="1762" y="4813"/>
                    </a:lnTo>
                    <a:cubicBezTo>
                      <a:pt x="999" y="4813"/>
                      <a:pt x="376" y="4189"/>
                      <a:pt x="376" y="3426"/>
                    </a:cubicBezTo>
                    <a:cubicBezTo>
                      <a:pt x="376" y="2719"/>
                      <a:pt x="944" y="2109"/>
                      <a:pt x="1651" y="2054"/>
                    </a:cubicBezTo>
                    <a:cubicBezTo>
                      <a:pt x="1735" y="2039"/>
                      <a:pt x="1803" y="1984"/>
                      <a:pt x="1818" y="1900"/>
                    </a:cubicBezTo>
                    <a:cubicBezTo>
                      <a:pt x="1984" y="1194"/>
                      <a:pt x="2484" y="611"/>
                      <a:pt x="3177" y="362"/>
                    </a:cubicBezTo>
                    <a:cubicBezTo>
                      <a:pt x="3273" y="334"/>
                      <a:pt x="3316" y="223"/>
                      <a:pt x="3273" y="125"/>
                    </a:cubicBezTo>
                    <a:cubicBezTo>
                      <a:pt x="3251" y="48"/>
                      <a:pt x="3176" y="6"/>
                      <a:pt x="3098" y="6"/>
                    </a:cubicBezTo>
                    <a:cubicBezTo>
                      <a:pt x="3078" y="6"/>
                      <a:pt x="3058" y="9"/>
                      <a:pt x="3038" y="14"/>
                    </a:cubicBezTo>
                    <a:cubicBezTo>
                      <a:pt x="2650" y="153"/>
                      <a:pt x="2303" y="403"/>
                      <a:pt x="2025" y="722"/>
                    </a:cubicBezTo>
                    <a:cubicBezTo>
                      <a:pt x="1776" y="1000"/>
                      <a:pt x="1596" y="1332"/>
                      <a:pt x="1498" y="1693"/>
                    </a:cubicBezTo>
                    <a:cubicBezTo>
                      <a:pt x="653" y="1832"/>
                      <a:pt x="1" y="2581"/>
                      <a:pt x="1" y="3426"/>
                    </a:cubicBezTo>
                    <a:cubicBezTo>
                      <a:pt x="1" y="4397"/>
                      <a:pt x="792" y="5188"/>
                      <a:pt x="1762" y="5188"/>
                    </a:cubicBezTo>
                    <a:lnTo>
                      <a:pt x="2289" y="5188"/>
                    </a:lnTo>
                    <a:cubicBezTo>
                      <a:pt x="2317" y="5534"/>
                      <a:pt x="2428" y="5881"/>
                      <a:pt x="2608" y="6186"/>
                    </a:cubicBezTo>
                    <a:cubicBezTo>
                      <a:pt x="2469" y="6214"/>
                      <a:pt x="2330" y="6283"/>
                      <a:pt x="2206" y="6394"/>
                    </a:cubicBezTo>
                    <a:lnTo>
                      <a:pt x="542" y="8072"/>
                    </a:lnTo>
                    <a:cubicBezTo>
                      <a:pt x="250" y="8350"/>
                      <a:pt x="250" y="8807"/>
                      <a:pt x="542" y="9099"/>
                    </a:cubicBezTo>
                    <a:cubicBezTo>
                      <a:pt x="681" y="9237"/>
                      <a:pt x="868" y="9307"/>
                      <a:pt x="1055" y="9307"/>
                    </a:cubicBezTo>
                    <a:cubicBezTo>
                      <a:pt x="1242" y="9307"/>
                      <a:pt x="1430" y="9237"/>
                      <a:pt x="1568" y="9099"/>
                    </a:cubicBezTo>
                    <a:lnTo>
                      <a:pt x="3232" y="7420"/>
                    </a:lnTo>
                    <a:cubicBezTo>
                      <a:pt x="3343" y="7309"/>
                      <a:pt x="3412" y="7170"/>
                      <a:pt x="3440" y="7018"/>
                    </a:cubicBezTo>
                    <a:cubicBezTo>
                      <a:pt x="3815" y="7240"/>
                      <a:pt x="4244" y="7364"/>
                      <a:pt x="4675" y="7364"/>
                    </a:cubicBezTo>
                    <a:cubicBezTo>
                      <a:pt x="5285" y="7364"/>
                      <a:pt x="5895" y="7129"/>
                      <a:pt x="6367" y="6658"/>
                    </a:cubicBezTo>
                    <a:cubicBezTo>
                      <a:pt x="6783" y="6242"/>
                      <a:pt x="7004" y="5728"/>
                      <a:pt x="7060" y="5188"/>
                    </a:cubicBezTo>
                    <a:lnTo>
                      <a:pt x="8016" y="5188"/>
                    </a:lnTo>
                    <a:cubicBezTo>
                      <a:pt x="8821" y="5188"/>
                      <a:pt x="9473" y="4522"/>
                      <a:pt x="9473" y="3718"/>
                    </a:cubicBezTo>
                    <a:cubicBezTo>
                      <a:pt x="9473" y="2913"/>
                      <a:pt x="8821" y="2261"/>
                      <a:pt x="8016" y="2261"/>
                    </a:cubicBezTo>
                    <a:lnTo>
                      <a:pt x="8003" y="2261"/>
                    </a:lnTo>
                    <a:cubicBezTo>
                      <a:pt x="7670" y="1540"/>
                      <a:pt x="6935" y="1055"/>
                      <a:pt x="6130" y="1055"/>
                    </a:cubicBezTo>
                    <a:lnTo>
                      <a:pt x="6061" y="1055"/>
                    </a:lnTo>
                    <a:cubicBezTo>
                      <a:pt x="5770" y="569"/>
                      <a:pt x="5313" y="209"/>
                      <a:pt x="4786" y="14"/>
                    </a:cubicBezTo>
                    <a:cubicBezTo>
                      <a:pt x="4763" y="5"/>
                      <a:pt x="4740" y="1"/>
                      <a:pt x="47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Google Shape;1568;p48"/>
              <p:cNvSpPr/>
              <p:nvPr/>
            </p:nvSpPr>
            <p:spPr>
              <a:xfrm>
                <a:off x="6361570" y="1220827"/>
                <a:ext cx="19025" cy="17690"/>
              </a:xfrm>
              <a:custGeom>
                <a:avLst/>
                <a:gdLst/>
                <a:ahLst/>
                <a:cxnLst/>
                <a:rect l="l" t="t" r="r" b="b"/>
                <a:pathLst>
                  <a:path w="399" h="371" extrusionOk="0">
                    <a:moveTo>
                      <a:pt x="187" y="1"/>
                    </a:moveTo>
                    <a:cubicBezTo>
                      <a:pt x="174" y="1"/>
                      <a:pt x="161" y="2"/>
                      <a:pt x="149" y="4"/>
                    </a:cubicBezTo>
                    <a:cubicBezTo>
                      <a:pt x="79" y="32"/>
                      <a:pt x="24" y="101"/>
                      <a:pt x="11" y="171"/>
                    </a:cubicBezTo>
                    <a:cubicBezTo>
                      <a:pt x="1" y="288"/>
                      <a:pt x="101" y="370"/>
                      <a:pt x="200" y="370"/>
                    </a:cubicBezTo>
                    <a:cubicBezTo>
                      <a:pt x="241" y="370"/>
                      <a:pt x="283" y="356"/>
                      <a:pt x="316" y="323"/>
                    </a:cubicBezTo>
                    <a:cubicBezTo>
                      <a:pt x="385" y="267"/>
                      <a:pt x="399" y="156"/>
                      <a:pt x="357" y="88"/>
                    </a:cubicBezTo>
                    <a:cubicBezTo>
                      <a:pt x="323" y="30"/>
                      <a:pt x="250" y="1"/>
                      <a:pt x="1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9" name="Google Shape;1569;p48"/>
            <p:cNvGrpSpPr/>
            <p:nvPr/>
          </p:nvGrpSpPr>
          <p:grpSpPr>
            <a:xfrm>
              <a:off x="723837" y="1482615"/>
              <a:ext cx="267223" cy="233165"/>
              <a:chOff x="6908262" y="1240186"/>
              <a:chExt cx="472209" cy="412024"/>
            </a:xfrm>
          </p:grpSpPr>
          <p:sp>
            <p:nvSpPr>
              <p:cNvPr id="1570" name="Google Shape;1570;p48"/>
              <p:cNvSpPr/>
              <p:nvPr/>
            </p:nvSpPr>
            <p:spPr>
              <a:xfrm>
                <a:off x="7105958" y="1594618"/>
                <a:ext cx="76769" cy="17929"/>
              </a:xfrm>
              <a:custGeom>
                <a:avLst/>
                <a:gdLst/>
                <a:ahLst/>
                <a:cxnLst/>
                <a:rect l="l" t="t" r="r" b="b"/>
                <a:pathLst>
                  <a:path w="1610" h="376" extrusionOk="0">
                    <a:moveTo>
                      <a:pt x="181" y="0"/>
                    </a:moveTo>
                    <a:cubicBezTo>
                      <a:pt x="84" y="0"/>
                      <a:pt x="1" y="84"/>
                      <a:pt x="1" y="181"/>
                    </a:cubicBezTo>
                    <a:cubicBezTo>
                      <a:pt x="1" y="292"/>
                      <a:pt x="84" y="375"/>
                      <a:pt x="181" y="375"/>
                    </a:cubicBezTo>
                    <a:lnTo>
                      <a:pt x="1429" y="375"/>
                    </a:lnTo>
                    <a:cubicBezTo>
                      <a:pt x="1540" y="375"/>
                      <a:pt x="1609" y="292"/>
                      <a:pt x="1609" y="181"/>
                    </a:cubicBezTo>
                    <a:cubicBezTo>
                      <a:pt x="1609" y="84"/>
                      <a:pt x="1540" y="0"/>
                      <a:pt x="14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571;p48"/>
              <p:cNvSpPr/>
              <p:nvPr/>
            </p:nvSpPr>
            <p:spPr>
              <a:xfrm>
                <a:off x="7080209" y="1365642"/>
                <a:ext cx="136229" cy="159593"/>
              </a:xfrm>
              <a:custGeom>
                <a:avLst/>
                <a:gdLst/>
                <a:ahLst/>
                <a:cxnLst/>
                <a:rect l="l" t="t" r="r" b="b"/>
                <a:pathLst>
                  <a:path w="2857" h="3347" extrusionOk="0">
                    <a:moveTo>
                      <a:pt x="1054" y="2237"/>
                    </a:moveTo>
                    <a:cubicBezTo>
                      <a:pt x="1262" y="2237"/>
                      <a:pt x="1415" y="2404"/>
                      <a:pt x="1415" y="2598"/>
                    </a:cubicBezTo>
                    <a:lnTo>
                      <a:pt x="1415" y="2611"/>
                    </a:lnTo>
                    <a:cubicBezTo>
                      <a:pt x="1415" y="2820"/>
                      <a:pt x="1262" y="2972"/>
                      <a:pt x="1054" y="2972"/>
                    </a:cubicBezTo>
                    <a:lnTo>
                      <a:pt x="735" y="2972"/>
                    </a:lnTo>
                    <a:cubicBezTo>
                      <a:pt x="541" y="2972"/>
                      <a:pt x="374" y="2820"/>
                      <a:pt x="374" y="2611"/>
                    </a:cubicBezTo>
                    <a:lnTo>
                      <a:pt x="374" y="2598"/>
                    </a:lnTo>
                    <a:cubicBezTo>
                      <a:pt x="374" y="2404"/>
                      <a:pt x="541" y="2237"/>
                      <a:pt x="735" y="2237"/>
                    </a:cubicBezTo>
                    <a:close/>
                    <a:moveTo>
                      <a:pt x="1594" y="1"/>
                    </a:moveTo>
                    <a:cubicBezTo>
                      <a:pt x="1580" y="1"/>
                      <a:pt x="1567" y="2"/>
                      <a:pt x="1553" y="4"/>
                    </a:cubicBezTo>
                    <a:cubicBezTo>
                      <a:pt x="1470" y="32"/>
                      <a:pt x="1415" y="102"/>
                      <a:pt x="1415" y="185"/>
                    </a:cubicBezTo>
                    <a:lnTo>
                      <a:pt x="1415" y="1960"/>
                    </a:lnTo>
                    <a:cubicBezTo>
                      <a:pt x="1317" y="1904"/>
                      <a:pt x="1193" y="1862"/>
                      <a:pt x="1054" y="1862"/>
                    </a:cubicBezTo>
                    <a:lnTo>
                      <a:pt x="735" y="1862"/>
                    </a:lnTo>
                    <a:cubicBezTo>
                      <a:pt x="333" y="1862"/>
                      <a:pt x="0" y="2195"/>
                      <a:pt x="0" y="2598"/>
                    </a:cubicBezTo>
                    <a:lnTo>
                      <a:pt x="0" y="2611"/>
                    </a:lnTo>
                    <a:cubicBezTo>
                      <a:pt x="0" y="3014"/>
                      <a:pt x="333" y="3347"/>
                      <a:pt x="735" y="3347"/>
                    </a:cubicBezTo>
                    <a:lnTo>
                      <a:pt x="1054" y="3347"/>
                    </a:lnTo>
                    <a:cubicBezTo>
                      <a:pt x="1456" y="3347"/>
                      <a:pt x="1789" y="3014"/>
                      <a:pt x="1789" y="2611"/>
                    </a:cubicBezTo>
                    <a:lnTo>
                      <a:pt x="1789" y="2598"/>
                    </a:lnTo>
                    <a:lnTo>
                      <a:pt x="1789" y="614"/>
                    </a:lnTo>
                    <a:cubicBezTo>
                      <a:pt x="1872" y="670"/>
                      <a:pt x="1983" y="725"/>
                      <a:pt x="2108" y="767"/>
                    </a:cubicBezTo>
                    <a:cubicBezTo>
                      <a:pt x="2399" y="850"/>
                      <a:pt x="2469" y="1058"/>
                      <a:pt x="2469" y="1058"/>
                    </a:cubicBezTo>
                    <a:lnTo>
                      <a:pt x="2482" y="1086"/>
                    </a:lnTo>
                    <a:cubicBezTo>
                      <a:pt x="2505" y="1154"/>
                      <a:pt x="2575" y="1204"/>
                      <a:pt x="2645" y="1204"/>
                    </a:cubicBezTo>
                    <a:cubicBezTo>
                      <a:pt x="2661" y="1204"/>
                      <a:pt x="2676" y="1202"/>
                      <a:pt x="2691" y="1197"/>
                    </a:cubicBezTo>
                    <a:cubicBezTo>
                      <a:pt x="2802" y="1183"/>
                      <a:pt x="2857" y="1072"/>
                      <a:pt x="2829" y="975"/>
                    </a:cubicBezTo>
                    <a:lnTo>
                      <a:pt x="2829" y="961"/>
                    </a:lnTo>
                    <a:cubicBezTo>
                      <a:pt x="2787" y="808"/>
                      <a:pt x="2607" y="531"/>
                      <a:pt x="2219" y="407"/>
                    </a:cubicBezTo>
                    <a:cubicBezTo>
                      <a:pt x="1914" y="309"/>
                      <a:pt x="1775" y="115"/>
                      <a:pt x="1761" y="87"/>
                    </a:cubicBezTo>
                    <a:cubicBezTo>
                      <a:pt x="1726" y="30"/>
                      <a:pt x="1663" y="1"/>
                      <a:pt x="15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Google Shape;1572;p48"/>
              <p:cNvSpPr/>
              <p:nvPr/>
            </p:nvSpPr>
            <p:spPr>
              <a:xfrm>
                <a:off x="7019365" y="1240186"/>
                <a:ext cx="249999" cy="412024"/>
              </a:xfrm>
              <a:custGeom>
                <a:avLst/>
                <a:gdLst/>
                <a:ahLst/>
                <a:cxnLst/>
                <a:rect l="l" t="t" r="r" b="b"/>
                <a:pathLst>
                  <a:path w="5243" h="8641" extrusionOk="0">
                    <a:moveTo>
                      <a:pt x="3578" y="361"/>
                    </a:moveTo>
                    <a:lnTo>
                      <a:pt x="3578" y="403"/>
                    </a:lnTo>
                    <a:lnTo>
                      <a:pt x="3578" y="666"/>
                    </a:lnTo>
                    <a:cubicBezTo>
                      <a:pt x="3578" y="736"/>
                      <a:pt x="3523" y="791"/>
                      <a:pt x="3453" y="791"/>
                    </a:cubicBezTo>
                    <a:lnTo>
                      <a:pt x="1803" y="791"/>
                    </a:lnTo>
                    <a:cubicBezTo>
                      <a:pt x="1720" y="791"/>
                      <a:pt x="1665" y="736"/>
                      <a:pt x="1665" y="666"/>
                    </a:cubicBezTo>
                    <a:lnTo>
                      <a:pt x="1665" y="403"/>
                    </a:lnTo>
                    <a:lnTo>
                      <a:pt x="1665" y="361"/>
                    </a:lnTo>
                    <a:close/>
                    <a:moveTo>
                      <a:pt x="832" y="0"/>
                    </a:moveTo>
                    <a:cubicBezTo>
                      <a:pt x="374" y="0"/>
                      <a:pt x="0" y="375"/>
                      <a:pt x="0" y="832"/>
                    </a:cubicBezTo>
                    <a:lnTo>
                      <a:pt x="0" y="1636"/>
                    </a:lnTo>
                    <a:cubicBezTo>
                      <a:pt x="0" y="1747"/>
                      <a:pt x="84" y="1831"/>
                      <a:pt x="180" y="1831"/>
                    </a:cubicBezTo>
                    <a:cubicBezTo>
                      <a:pt x="291" y="1831"/>
                      <a:pt x="374" y="1747"/>
                      <a:pt x="374" y="1636"/>
                    </a:cubicBezTo>
                    <a:lnTo>
                      <a:pt x="374" y="832"/>
                    </a:lnTo>
                    <a:cubicBezTo>
                      <a:pt x="374" y="569"/>
                      <a:pt x="568" y="361"/>
                      <a:pt x="832" y="361"/>
                    </a:cubicBezTo>
                    <a:lnTo>
                      <a:pt x="1262" y="361"/>
                    </a:lnTo>
                    <a:cubicBezTo>
                      <a:pt x="1276" y="361"/>
                      <a:pt x="1290" y="388"/>
                      <a:pt x="1290" y="403"/>
                    </a:cubicBezTo>
                    <a:lnTo>
                      <a:pt x="1290" y="666"/>
                    </a:lnTo>
                    <a:cubicBezTo>
                      <a:pt x="1290" y="943"/>
                      <a:pt x="1526" y="1165"/>
                      <a:pt x="1803" y="1165"/>
                    </a:cubicBezTo>
                    <a:lnTo>
                      <a:pt x="3453" y="1165"/>
                    </a:lnTo>
                    <a:cubicBezTo>
                      <a:pt x="3730" y="1165"/>
                      <a:pt x="3952" y="943"/>
                      <a:pt x="3952" y="666"/>
                    </a:cubicBezTo>
                    <a:lnTo>
                      <a:pt x="3952" y="403"/>
                    </a:lnTo>
                    <a:cubicBezTo>
                      <a:pt x="3952" y="388"/>
                      <a:pt x="3967" y="361"/>
                      <a:pt x="3994" y="361"/>
                    </a:cubicBezTo>
                    <a:lnTo>
                      <a:pt x="4410" y="361"/>
                    </a:lnTo>
                    <a:cubicBezTo>
                      <a:pt x="4673" y="361"/>
                      <a:pt x="4882" y="569"/>
                      <a:pt x="4882" y="832"/>
                    </a:cubicBezTo>
                    <a:lnTo>
                      <a:pt x="4882" y="7808"/>
                    </a:lnTo>
                    <a:cubicBezTo>
                      <a:pt x="4882" y="8058"/>
                      <a:pt x="4673" y="8265"/>
                      <a:pt x="4410" y="8265"/>
                    </a:cubicBezTo>
                    <a:lnTo>
                      <a:pt x="832" y="8265"/>
                    </a:lnTo>
                    <a:cubicBezTo>
                      <a:pt x="583" y="8265"/>
                      <a:pt x="374" y="8058"/>
                      <a:pt x="374" y="7808"/>
                    </a:cubicBezTo>
                    <a:lnTo>
                      <a:pt x="374" y="3273"/>
                    </a:lnTo>
                    <a:cubicBezTo>
                      <a:pt x="374" y="3162"/>
                      <a:pt x="291" y="3079"/>
                      <a:pt x="180" y="3079"/>
                    </a:cubicBezTo>
                    <a:cubicBezTo>
                      <a:pt x="84" y="3079"/>
                      <a:pt x="0" y="3162"/>
                      <a:pt x="0" y="3273"/>
                    </a:cubicBezTo>
                    <a:lnTo>
                      <a:pt x="0" y="7808"/>
                    </a:lnTo>
                    <a:cubicBezTo>
                      <a:pt x="0" y="8265"/>
                      <a:pt x="374" y="8640"/>
                      <a:pt x="832" y="8640"/>
                    </a:cubicBezTo>
                    <a:lnTo>
                      <a:pt x="4410" y="8640"/>
                    </a:lnTo>
                    <a:cubicBezTo>
                      <a:pt x="4882" y="8640"/>
                      <a:pt x="5242" y="8265"/>
                      <a:pt x="5242" y="7808"/>
                    </a:cubicBezTo>
                    <a:lnTo>
                      <a:pt x="5242" y="832"/>
                    </a:lnTo>
                    <a:cubicBezTo>
                      <a:pt x="5242" y="375"/>
                      <a:pt x="4882" y="0"/>
                      <a:pt x="44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Google Shape;1573;p48"/>
              <p:cNvSpPr/>
              <p:nvPr/>
            </p:nvSpPr>
            <p:spPr>
              <a:xfrm>
                <a:off x="6955183" y="1401691"/>
                <a:ext cx="41722" cy="97606"/>
              </a:xfrm>
              <a:custGeom>
                <a:avLst/>
                <a:gdLst/>
                <a:ahLst/>
                <a:cxnLst/>
                <a:rect l="l" t="t" r="r" b="b"/>
                <a:pathLst>
                  <a:path w="875" h="2047" extrusionOk="0">
                    <a:moveTo>
                      <a:pt x="668" y="1"/>
                    </a:moveTo>
                    <a:cubicBezTo>
                      <a:pt x="621" y="1"/>
                      <a:pt x="576" y="18"/>
                      <a:pt x="542" y="52"/>
                    </a:cubicBezTo>
                    <a:cubicBezTo>
                      <a:pt x="1" y="594"/>
                      <a:pt x="1" y="1454"/>
                      <a:pt x="542" y="1994"/>
                    </a:cubicBezTo>
                    <a:cubicBezTo>
                      <a:pt x="576" y="2029"/>
                      <a:pt x="625" y="2046"/>
                      <a:pt x="673" y="2046"/>
                    </a:cubicBezTo>
                    <a:cubicBezTo>
                      <a:pt x="722" y="2046"/>
                      <a:pt x="771" y="2029"/>
                      <a:pt x="805" y="1994"/>
                    </a:cubicBezTo>
                    <a:cubicBezTo>
                      <a:pt x="875" y="1911"/>
                      <a:pt x="875" y="1800"/>
                      <a:pt x="805" y="1731"/>
                    </a:cubicBezTo>
                    <a:cubicBezTo>
                      <a:pt x="417" y="1343"/>
                      <a:pt x="417" y="705"/>
                      <a:pt x="805" y="316"/>
                    </a:cubicBezTo>
                    <a:cubicBezTo>
                      <a:pt x="875" y="246"/>
                      <a:pt x="875" y="122"/>
                      <a:pt x="805" y="52"/>
                    </a:cubicBezTo>
                    <a:cubicBezTo>
                      <a:pt x="763" y="18"/>
                      <a:pt x="715" y="1"/>
                      <a:pt x="6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Google Shape;1574;p48"/>
              <p:cNvSpPr/>
              <p:nvPr/>
            </p:nvSpPr>
            <p:spPr>
              <a:xfrm>
                <a:off x="6908262" y="1371269"/>
                <a:ext cx="58220" cy="158592"/>
              </a:xfrm>
              <a:custGeom>
                <a:avLst/>
                <a:gdLst/>
                <a:ahLst/>
                <a:cxnLst/>
                <a:rect l="l" t="t" r="r" b="b"/>
                <a:pathLst>
                  <a:path w="1221" h="3326" extrusionOk="0">
                    <a:moveTo>
                      <a:pt x="1014" y="1"/>
                    </a:moveTo>
                    <a:cubicBezTo>
                      <a:pt x="967" y="1"/>
                      <a:pt x="922" y="18"/>
                      <a:pt x="888" y="52"/>
                    </a:cubicBezTo>
                    <a:cubicBezTo>
                      <a:pt x="1" y="940"/>
                      <a:pt x="1" y="2382"/>
                      <a:pt x="888" y="3270"/>
                    </a:cubicBezTo>
                    <a:cubicBezTo>
                      <a:pt x="916" y="3297"/>
                      <a:pt x="971" y="3325"/>
                      <a:pt x="1012" y="3325"/>
                    </a:cubicBezTo>
                    <a:cubicBezTo>
                      <a:pt x="1068" y="3325"/>
                      <a:pt x="1110" y="3297"/>
                      <a:pt x="1151" y="3270"/>
                    </a:cubicBezTo>
                    <a:cubicBezTo>
                      <a:pt x="1221" y="3201"/>
                      <a:pt x="1221" y="3076"/>
                      <a:pt x="1151" y="3007"/>
                    </a:cubicBezTo>
                    <a:cubicBezTo>
                      <a:pt x="402" y="2258"/>
                      <a:pt x="402" y="1051"/>
                      <a:pt x="1151" y="316"/>
                    </a:cubicBezTo>
                    <a:cubicBezTo>
                      <a:pt x="1221" y="247"/>
                      <a:pt x="1221" y="122"/>
                      <a:pt x="1151" y="52"/>
                    </a:cubicBezTo>
                    <a:cubicBezTo>
                      <a:pt x="1109" y="18"/>
                      <a:pt x="1061" y="1"/>
                      <a:pt x="10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48"/>
              <p:cNvSpPr/>
              <p:nvPr/>
            </p:nvSpPr>
            <p:spPr>
              <a:xfrm>
                <a:off x="7291781" y="1401691"/>
                <a:ext cx="41722" cy="97606"/>
              </a:xfrm>
              <a:custGeom>
                <a:avLst/>
                <a:gdLst/>
                <a:ahLst/>
                <a:cxnLst/>
                <a:rect l="l" t="t" r="r" b="b"/>
                <a:pathLst>
                  <a:path w="875" h="2047" extrusionOk="0">
                    <a:moveTo>
                      <a:pt x="210" y="1"/>
                    </a:moveTo>
                    <a:cubicBezTo>
                      <a:pt x="163" y="1"/>
                      <a:pt x="119" y="18"/>
                      <a:pt x="84" y="52"/>
                    </a:cubicBezTo>
                    <a:cubicBezTo>
                      <a:pt x="1" y="122"/>
                      <a:pt x="1" y="246"/>
                      <a:pt x="84" y="316"/>
                    </a:cubicBezTo>
                    <a:cubicBezTo>
                      <a:pt x="472" y="705"/>
                      <a:pt x="472" y="1343"/>
                      <a:pt x="84" y="1731"/>
                    </a:cubicBezTo>
                    <a:cubicBezTo>
                      <a:pt x="1" y="1800"/>
                      <a:pt x="1" y="1911"/>
                      <a:pt x="84" y="1994"/>
                    </a:cubicBezTo>
                    <a:cubicBezTo>
                      <a:pt x="119" y="2029"/>
                      <a:pt x="163" y="2046"/>
                      <a:pt x="210" y="2046"/>
                    </a:cubicBezTo>
                    <a:cubicBezTo>
                      <a:pt x="257" y="2046"/>
                      <a:pt x="305" y="2029"/>
                      <a:pt x="347" y="1994"/>
                    </a:cubicBezTo>
                    <a:cubicBezTo>
                      <a:pt x="874" y="1454"/>
                      <a:pt x="874" y="594"/>
                      <a:pt x="347" y="52"/>
                    </a:cubicBezTo>
                    <a:cubicBezTo>
                      <a:pt x="305" y="18"/>
                      <a:pt x="257" y="1"/>
                      <a:pt x="2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Google Shape;1576;p48"/>
              <p:cNvSpPr/>
              <p:nvPr/>
            </p:nvSpPr>
            <p:spPr>
              <a:xfrm>
                <a:off x="7322871" y="1371269"/>
                <a:ext cx="57600" cy="158449"/>
              </a:xfrm>
              <a:custGeom>
                <a:avLst/>
                <a:gdLst/>
                <a:ahLst/>
                <a:cxnLst/>
                <a:rect l="l" t="t" r="r" b="b"/>
                <a:pathLst>
                  <a:path w="1208" h="3323" extrusionOk="0">
                    <a:moveTo>
                      <a:pt x="196" y="1"/>
                    </a:moveTo>
                    <a:cubicBezTo>
                      <a:pt x="149" y="1"/>
                      <a:pt x="104" y="18"/>
                      <a:pt x="70" y="52"/>
                    </a:cubicBezTo>
                    <a:cubicBezTo>
                      <a:pt x="0" y="122"/>
                      <a:pt x="0" y="247"/>
                      <a:pt x="70" y="316"/>
                    </a:cubicBezTo>
                    <a:cubicBezTo>
                      <a:pt x="805" y="1051"/>
                      <a:pt x="805" y="2258"/>
                      <a:pt x="70" y="3007"/>
                    </a:cubicBezTo>
                    <a:cubicBezTo>
                      <a:pt x="0" y="3076"/>
                      <a:pt x="0" y="3201"/>
                      <a:pt x="70" y="3270"/>
                    </a:cubicBezTo>
                    <a:cubicBezTo>
                      <a:pt x="104" y="3305"/>
                      <a:pt x="149" y="3322"/>
                      <a:pt x="196" y="3322"/>
                    </a:cubicBezTo>
                    <a:cubicBezTo>
                      <a:pt x="243" y="3322"/>
                      <a:pt x="291" y="3305"/>
                      <a:pt x="333" y="3270"/>
                    </a:cubicBezTo>
                    <a:cubicBezTo>
                      <a:pt x="1207" y="2382"/>
                      <a:pt x="1207" y="940"/>
                      <a:pt x="333" y="52"/>
                    </a:cubicBezTo>
                    <a:cubicBezTo>
                      <a:pt x="291" y="18"/>
                      <a:pt x="243" y="1"/>
                      <a:pt x="1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Google Shape;1577;p48"/>
              <p:cNvSpPr/>
              <p:nvPr/>
            </p:nvSpPr>
            <p:spPr>
              <a:xfrm>
                <a:off x="7018030" y="1348476"/>
                <a:ext cx="19502" cy="17786"/>
              </a:xfrm>
              <a:custGeom>
                <a:avLst/>
                <a:gdLst/>
                <a:ahLst/>
                <a:cxnLst/>
                <a:rect l="l" t="t" r="r" b="b"/>
                <a:pathLst>
                  <a:path w="409" h="373" extrusionOk="0">
                    <a:moveTo>
                      <a:pt x="207" y="1"/>
                    </a:moveTo>
                    <a:cubicBezTo>
                      <a:pt x="168" y="1"/>
                      <a:pt x="128" y="14"/>
                      <a:pt x="97" y="46"/>
                    </a:cubicBezTo>
                    <a:cubicBezTo>
                      <a:pt x="14" y="101"/>
                      <a:pt x="1" y="212"/>
                      <a:pt x="56" y="295"/>
                    </a:cubicBezTo>
                    <a:cubicBezTo>
                      <a:pt x="93" y="348"/>
                      <a:pt x="148" y="373"/>
                      <a:pt x="204" y="373"/>
                    </a:cubicBezTo>
                    <a:cubicBezTo>
                      <a:pt x="292" y="373"/>
                      <a:pt x="380" y="309"/>
                      <a:pt x="389" y="198"/>
                    </a:cubicBezTo>
                    <a:cubicBezTo>
                      <a:pt x="409" y="88"/>
                      <a:pt x="307" y="1"/>
                      <a:pt x="2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78" name="Google Shape;1578;p48"/>
            <p:cNvCxnSpPr/>
            <p:nvPr/>
          </p:nvCxnSpPr>
          <p:spPr>
            <a:xfrm>
              <a:off x="729625" y="1355100"/>
              <a:ext cx="255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79" name="Google Shape;1579;p48"/>
            <p:cNvCxnSpPr/>
            <p:nvPr/>
          </p:nvCxnSpPr>
          <p:spPr>
            <a:xfrm>
              <a:off x="729625" y="1845525"/>
              <a:ext cx="255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580" name="Google Shape;1580;p48"/>
          <p:cNvGrpSpPr/>
          <p:nvPr/>
        </p:nvGrpSpPr>
        <p:grpSpPr>
          <a:xfrm>
            <a:off x="2137100" y="982525"/>
            <a:ext cx="1818600" cy="3351600"/>
            <a:chOff x="2137100" y="1075450"/>
            <a:chExt cx="1818600" cy="3351600"/>
          </a:xfrm>
        </p:grpSpPr>
        <p:sp>
          <p:nvSpPr>
            <p:cNvPr id="1581" name="Google Shape;1581;p48"/>
            <p:cNvSpPr/>
            <p:nvPr/>
          </p:nvSpPr>
          <p:spPr>
            <a:xfrm>
              <a:off x="2137100" y="1075450"/>
              <a:ext cx="1818600" cy="3351600"/>
            </a:xfrm>
            <a:prstGeom prst="roundRect">
              <a:avLst>
                <a:gd name="adj" fmla="val 1167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48"/>
            <p:cNvSpPr/>
            <p:nvPr/>
          </p:nvSpPr>
          <p:spPr>
            <a:xfrm>
              <a:off x="3013250" y="1135175"/>
              <a:ext cx="66300" cy="66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83" name="Google Shape;1583;p48"/>
          <p:cNvPicPr preferRelativeResize="0"/>
          <p:nvPr/>
        </p:nvPicPr>
        <p:blipFill rotWithShape="1">
          <a:blip r:embed="rId2">
            <a:alphaModFix/>
          </a:blip>
          <a:srcRect l="2588" r="2598"/>
          <a:stretch/>
        </p:blipFill>
        <p:spPr>
          <a:xfrm>
            <a:off x="2241200" y="1201525"/>
            <a:ext cx="1610400" cy="3026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p47"/>
          <p:cNvSpPr txBox="1">
            <a:spLocks noGrp="1"/>
          </p:cNvSpPr>
          <p:nvPr>
            <p:ph type="title"/>
          </p:nvPr>
        </p:nvSpPr>
        <p:spPr>
          <a:xfrm>
            <a:off x="1998350" y="540000"/>
            <a:ext cx="6425700" cy="47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Mood-Matched Playlist (Cluster 3)</a:t>
            </a:r>
            <a:endParaRPr/>
          </a:p>
        </p:txBody>
      </p:sp>
      <p:grpSp>
        <p:nvGrpSpPr>
          <p:cNvPr id="1450" name="Google Shape;1450;p47"/>
          <p:cNvGrpSpPr/>
          <p:nvPr/>
        </p:nvGrpSpPr>
        <p:grpSpPr>
          <a:xfrm>
            <a:off x="723837" y="552000"/>
            <a:ext cx="1218671" cy="1640915"/>
            <a:chOff x="723837" y="552000"/>
            <a:chExt cx="1218671" cy="1640915"/>
          </a:xfrm>
        </p:grpSpPr>
        <p:sp>
          <p:nvSpPr>
            <p:cNvPr id="1451" name="Google Shape;1451;p47"/>
            <p:cNvSpPr/>
            <p:nvPr/>
          </p:nvSpPr>
          <p:spPr>
            <a:xfrm>
              <a:off x="729625" y="552000"/>
              <a:ext cx="98100" cy="98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47"/>
            <p:cNvSpPr/>
            <p:nvPr/>
          </p:nvSpPr>
          <p:spPr>
            <a:xfrm>
              <a:off x="882900" y="552000"/>
              <a:ext cx="98100" cy="98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47"/>
            <p:cNvSpPr/>
            <p:nvPr/>
          </p:nvSpPr>
          <p:spPr>
            <a:xfrm>
              <a:off x="1036175" y="552000"/>
              <a:ext cx="98100" cy="98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47"/>
            <p:cNvSpPr/>
            <p:nvPr/>
          </p:nvSpPr>
          <p:spPr>
            <a:xfrm>
              <a:off x="1379968" y="618464"/>
              <a:ext cx="255633" cy="250348"/>
            </a:xfrm>
            <a:custGeom>
              <a:avLst/>
              <a:gdLst/>
              <a:ahLst/>
              <a:cxnLst/>
              <a:rect l="l" t="t" r="r" b="b"/>
              <a:pathLst>
                <a:path w="11027" h="10799" extrusionOk="0">
                  <a:moveTo>
                    <a:pt x="5504" y="1"/>
                  </a:moveTo>
                  <a:cubicBezTo>
                    <a:pt x="5436" y="1"/>
                    <a:pt x="5367" y="2"/>
                    <a:pt x="5298" y="4"/>
                  </a:cubicBezTo>
                  <a:cubicBezTo>
                    <a:pt x="2331" y="130"/>
                    <a:pt x="1" y="2639"/>
                    <a:pt x="126" y="5621"/>
                  </a:cubicBezTo>
                  <a:cubicBezTo>
                    <a:pt x="234" y="8525"/>
                    <a:pt x="2618" y="10799"/>
                    <a:pt x="5498" y="10799"/>
                  </a:cubicBezTo>
                  <a:cubicBezTo>
                    <a:pt x="5575" y="10799"/>
                    <a:pt x="5652" y="10797"/>
                    <a:pt x="5729" y="10794"/>
                  </a:cubicBezTo>
                  <a:cubicBezTo>
                    <a:pt x="8710" y="10683"/>
                    <a:pt x="11027" y="8173"/>
                    <a:pt x="10916" y="5191"/>
                  </a:cubicBezTo>
                  <a:cubicBezTo>
                    <a:pt x="10793" y="2279"/>
                    <a:pt x="8395" y="1"/>
                    <a:pt x="55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47"/>
            <p:cNvSpPr/>
            <p:nvPr/>
          </p:nvSpPr>
          <p:spPr>
            <a:xfrm>
              <a:off x="1483960" y="686786"/>
              <a:ext cx="47650" cy="117350"/>
            </a:xfrm>
            <a:custGeom>
              <a:avLst/>
              <a:gdLst/>
              <a:ahLst/>
              <a:cxnLst/>
              <a:rect l="l" t="t" r="r" b="b"/>
              <a:pathLst>
                <a:path w="1906" h="4694" extrusionOk="0">
                  <a:moveTo>
                    <a:pt x="1906" y="0"/>
                  </a:moveTo>
                  <a:lnTo>
                    <a:pt x="0" y="2347"/>
                  </a:lnTo>
                  <a:lnTo>
                    <a:pt x="1857" y="4694"/>
                  </a:ln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56" name="Google Shape;1456;p47"/>
            <p:cNvSpPr/>
            <p:nvPr/>
          </p:nvSpPr>
          <p:spPr>
            <a:xfrm flipH="1">
              <a:off x="1686874" y="618464"/>
              <a:ext cx="255633" cy="250348"/>
            </a:xfrm>
            <a:custGeom>
              <a:avLst/>
              <a:gdLst/>
              <a:ahLst/>
              <a:cxnLst/>
              <a:rect l="l" t="t" r="r" b="b"/>
              <a:pathLst>
                <a:path w="11027" h="10799" extrusionOk="0">
                  <a:moveTo>
                    <a:pt x="5504" y="1"/>
                  </a:moveTo>
                  <a:cubicBezTo>
                    <a:pt x="5436" y="1"/>
                    <a:pt x="5367" y="2"/>
                    <a:pt x="5298" y="4"/>
                  </a:cubicBezTo>
                  <a:cubicBezTo>
                    <a:pt x="2331" y="130"/>
                    <a:pt x="1" y="2639"/>
                    <a:pt x="126" y="5621"/>
                  </a:cubicBezTo>
                  <a:cubicBezTo>
                    <a:pt x="234" y="8525"/>
                    <a:pt x="2618" y="10799"/>
                    <a:pt x="5498" y="10799"/>
                  </a:cubicBezTo>
                  <a:cubicBezTo>
                    <a:pt x="5575" y="10799"/>
                    <a:pt x="5652" y="10797"/>
                    <a:pt x="5729" y="10794"/>
                  </a:cubicBezTo>
                  <a:cubicBezTo>
                    <a:pt x="8710" y="10683"/>
                    <a:pt x="11027" y="8173"/>
                    <a:pt x="10916" y="5191"/>
                  </a:cubicBezTo>
                  <a:cubicBezTo>
                    <a:pt x="10793" y="2279"/>
                    <a:pt x="8395" y="1"/>
                    <a:pt x="55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47"/>
            <p:cNvSpPr/>
            <p:nvPr/>
          </p:nvSpPr>
          <p:spPr>
            <a:xfrm flipH="1">
              <a:off x="1790866" y="686786"/>
              <a:ext cx="47650" cy="117350"/>
            </a:xfrm>
            <a:custGeom>
              <a:avLst/>
              <a:gdLst/>
              <a:ahLst/>
              <a:cxnLst/>
              <a:rect l="l" t="t" r="r" b="b"/>
              <a:pathLst>
                <a:path w="1906" h="4694" extrusionOk="0">
                  <a:moveTo>
                    <a:pt x="1906" y="0"/>
                  </a:moveTo>
                  <a:lnTo>
                    <a:pt x="0" y="2347"/>
                  </a:lnTo>
                  <a:lnTo>
                    <a:pt x="1857" y="4694"/>
                  </a:ln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458" name="Google Shape;1458;p47"/>
            <p:cNvGrpSpPr/>
            <p:nvPr/>
          </p:nvGrpSpPr>
          <p:grpSpPr>
            <a:xfrm>
              <a:off x="729630" y="1968358"/>
              <a:ext cx="255615" cy="224557"/>
              <a:chOff x="6184139" y="1980808"/>
              <a:chExt cx="451696" cy="396814"/>
            </a:xfrm>
          </p:grpSpPr>
          <p:sp>
            <p:nvSpPr>
              <p:cNvPr id="1459" name="Google Shape;1459;p47"/>
              <p:cNvSpPr/>
              <p:nvPr/>
            </p:nvSpPr>
            <p:spPr>
              <a:xfrm>
                <a:off x="6184139" y="1980808"/>
                <a:ext cx="451696" cy="396814"/>
              </a:xfrm>
              <a:custGeom>
                <a:avLst/>
                <a:gdLst/>
                <a:ahLst/>
                <a:cxnLst/>
                <a:rect l="l" t="t" r="r" b="b"/>
                <a:pathLst>
                  <a:path w="9473" h="8322" extrusionOk="0">
                    <a:moveTo>
                      <a:pt x="4272" y="361"/>
                    </a:moveTo>
                    <a:cubicBezTo>
                      <a:pt x="4675" y="361"/>
                      <a:pt x="5063" y="583"/>
                      <a:pt x="5257" y="943"/>
                    </a:cubicBezTo>
                    <a:cubicBezTo>
                      <a:pt x="5285" y="1013"/>
                      <a:pt x="5354" y="1041"/>
                      <a:pt x="5437" y="1041"/>
                    </a:cubicBezTo>
                    <a:cubicBezTo>
                      <a:pt x="5466" y="1038"/>
                      <a:pt x="5495" y="1036"/>
                      <a:pt x="5524" y="1036"/>
                    </a:cubicBezTo>
                    <a:cubicBezTo>
                      <a:pt x="5868" y="1036"/>
                      <a:pt x="6196" y="1263"/>
                      <a:pt x="6324" y="1596"/>
                    </a:cubicBezTo>
                    <a:cubicBezTo>
                      <a:pt x="6349" y="1657"/>
                      <a:pt x="6408" y="1709"/>
                      <a:pt x="6480" y="1709"/>
                    </a:cubicBezTo>
                    <a:cubicBezTo>
                      <a:pt x="6489" y="1709"/>
                      <a:pt x="6497" y="1708"/>
                      <a:pt x="6505" y="1707"/>
                    </a:cubicBezTo>
                    <a:cubicBezTo>
                      <a:pt x="6521" y="1705"/>
                      <a:pt x="6536" y="1704"/>
                      <a:pt x="6552" y="1704"/>
                    </a:cubicBezTo>
                    <a:cubicBezTo>
                      <a:pt x="6838" y="1704"/>
                      <a:pt x="7088" y="1944"/>
                      <a:pt x="7088" y="2234"/>
                    </a:cubicBezTo>
                    <a:cubicBezTo>
                      <a:pt x="7088" y="2524"/>
                      <a:pt x="6851" y="2760"/>
                      <a:pt x="6561" y="2760"/>
                    </a:cubicBezTo>
                    <a:lnTo>
                      <a:pt x="6311" y="2760"/>
                    </a:lnTo>
                    <a:lnTo>
                      <a:pt x="6311" y="2178"/>
                    </a:lnTo>
                    <a:cubicBezTo>
                      <a:pt x="6311" y="2073"/>
                      <a:pt x="6222" y="1988"/>
                      <a:pt x="6120" y="1988"/>
                    </a:cubicBezTo>
                    <a:cubicBezTo>
                      <a:pt x="6101" y="1988"/>
                      <a:pt x="6081" y="1991"/>
                      <a:pt x="6061" y="1997"/>
                    </a:cubicBezTo>
                    <a:lnTo>
                      <a:pt x="4064" y="2566"/>
                    </a:lnTo>
                    <a:cubicBezTo>
                      <a:pt x="3981" y="2594"/>
                      <a:pt x="3926" y="2677"/>
                      <a:pt x="3939" y="2760"/>
                    </a:cubicBezTo>
                    <a:lnTo>
                      <a:pt x="3066" y="2760"/>
                    </a:lnTo>
                    <a:cubicBezTo>
                      <a:pt x="2678" y="2760"/>
                      <a:pt x="2345" y="2413"/>
                      <a:pt x="2373" y="2025"/>
                    </a:cubicBezTo>
                    <a:cubicBezTo>
                      <a:pt x="2373" y="1886"/>
                      <a:pt x="2441" y="1720"/>
                      <a:pt x="2552" y="1609"/>
                    </a:cubicBezTo>
                    <a:cubicBezTo>
                      <a:pt x="2678" y="1470"/>
                      <a:pt x="2830" y="1401"/>
                      <a:pt x="3011" y="1387"/>
                    </a:cubicBezTo>
                    <a:cubicBezTo>
                      <a:pt x="3094" y="1374"/>
                      <a:pt x="3163" y="1318"/>
                      <a:pt x="3177" y="1235"/>
                    </a:cubicBezTo>
                    <a:cubicBezTo>
                      <a:pt x="3232" y="999"/>
                      <a:pt x="3371" y="777"/>
                      <a:pt x="3565" y="610"/>
                    </a:cubicBezTo>
                    <a:cubicBezTo>
                      <a:pt x="3773" y="444"/>
                      <a:pt x="4009" y="361"/>
                      <a:pt x="4272" y="361"/>
                    </a:cubicBezTo>
                    <a:close/>
                    <a:moveTo>
                      <a:pt x="5936" y="2413"/>
                    </a:moveTo>
                    <a:lnTo>
                      <a:pt x="5936" y="2816"/>
                    </a:lnTo>
                    <a:lnTo>
                      <a:pt x="4300" y="3301"/>
                    </a:lnTo>
                    <a:lnTo>
                      <a:pt x="4300" y="2885"/>
                    </a:lnTo>
                    <a:lnTo>
                      <a:pt x="5936" y="2413"/>
                    </a:lnTo>
                    <a:close/>
                    <a:moveTo>
                      <a:pt x="5618" y="4493"/>
                    </a:moveTo>
                    <a:cubicBezTo>
                      <a:pt x="5797" y="4493"/>
                      <a:pt x="5936" y="4632"/>
                      <a:pt x="5936" y="4813"/>
                    </a:cubicBezTo>
                    <a:lnTo>
                      <a:pt x="5936" y="4826"/>
                    </a:lnTo>
                    <a:lnTo>
                      <a:pt x="5936" y="4841"/>
                    </a:lnTo>
                    <a:cubicBezTo>
                      <a:pt x="5936" y="5007"/>
                      <a:pt x="5797" y="5146"/>
                      <a:pt x="5618" y="5146"/>
                    </a:cubicBezTo>
                    <a:lnTo>
                      <a:pt x="5326" y="5146"/>
                    </a:lnTo>
                    <a:cubicBezTo>
                      <a:pt x="5146" y="5146"/>
                      <a:pt x="5007" y="5007"/>
                      <a:pt x="5007" y="4841"/>
                    </a:cubicBezTo>
                    <a:lnTo>
                      <a:pt x="5007" y="4813"/>
                    </a:lnTo>
                    <a:cubicBezTo>
                      <a:pt x="5007" y="4632"/>
                      <a:pt x="5146" y="4493"/>
                      <a:pt x="5326" y="4493"/>
                    </a:cubicBezTo>
                    <a:close/>
                    <a:moveTo>
                      <a:pt x="3621" y="4909"/>
                    </a:moveTo>
                    <a:cubicBezTo>
                      <a:pt x="3800" y="4909"/>
                      <a:pt x="3939" y="5048"/>
                      <a:pt x="3939" y="5215"/>
                    </a:cubicBezTo>
                    <a:lnTo>
                      <a:pt x="3939" y="5229"/>
                    </a:lnTo>
                    <a:lnTo>
                      <a:pt x="3939" y="5242"/>
                    </a:lnTo>
                    <a:cubicBezTo>
                      <a:pt x="3939" y="5409"/>
                      <a:pt x="3800" y="5547"/>
                      <a:pt x="3621" y="5547"/>
                    </a:cubicBezTo>
                    <a:lnTo>
                      <a:pt x="3316" y="5547"/>
                    </a:lnTo>
                    <a:cubicBezTo>
                      <a:pt x="3149" y="5547"/>
                      <a:pt x="3011" y="5409"/>
                      <a:pt x="3011" y="5242"/>
                    </a:cubicBezTo>
                    <a:lnTo>
                      <a:pt x="3011" y="5215"/>
                    </a:lnTo>
                    <a:cubicBezTo>
                      <a:pt x="3011" y="5048"/>
                      <a:pt x="3149" y="4909"/>
                      <a:pt x="3316" y="4909"/>
                    </a:cubicBezTo>
                    <a:close/>
                    <a:moveTo>
                      <a:pt x="7615" y="2483"/>
                    </a:moveTo>
                    <a:lnTo>
                      <a:pt x="7615" y="6200"/>
                    </a:lnTo>
                    <a:lnTo>
                      <a:pt x="1873" y="6200"/>
                    </a:lnTo>
                    <a:lnTo>
                      <a:pt x="1873" y="2483"/>
                    </a:lnTo>
                    <a:lnTo>
                      <a:pt x="2081" y="2483"/>
                    </a:lnTo>
                    <a:cubicBezTo>
                      <a:pt x="2247" y="2871"/>
                      <a:pt x="2636" y="3134"/>
                      <a:pt x="3066" y="3134"/>
                    </a:cubicBezTo>
                    <a:lnTo>
                      <a:pt x="3939" y="3134"/>
                    </a:lnTo>
                    <a:lnTo>
                      <a:pt x="3939" y="4619"/>
                    </a:lnTo>
                    <a:cubicBezTo>
                      <a:pt x="3843" y="4563"/>
                      <a:pt x="3732" y="4536"/>
                      <a:pt x="3621" y="4536"/>
                    </a:cubicBezTo>
                    <a:lnTo>
                      <a:pt x="3316" y="4536"/>
                    </a:lnTo>
                    <a:cubicBezTo>
                      <a:pt x="2941" y="4536"/>
                      <a:pt x="2636" y="4841"/>
                      <a:pt x="2636" y="5215"/>
                    </a:cubicBezTo>
                    <a:lnTo>
                      <a:pt x="2636" y="5242"/>
                    </a:lnTo>
                    <a:cubicBezTo>
                      <a:pt x="2636" y="5617"/>
                      <a:pt x="2941" y="5922"/>
                      <a:pt x="3316" y="5922"/>
                    </a:cubicBezTo>
                    <a:lnTo>
                      <a:pt x="3621" y="5922"/>
                    </a:lnTo>
                    <a:cubicBezTo>
                      <a:pt x="4009" y="5922"/>
                      <a:pt x="4300" y="5590"/>
                      <a:pt x="4300" y="5215"/>
                    </a:cubicBezTo>
                    <a:lnTo>
                      <a:pt x="4300" y="3676"/>
                    </a:lnTo>
                    <a:lnTo>
                      <a:pt x="5936" y="3204"/>
                    </a:lnTo>
                    <a:lnTo>
                      <a:pt x="5936" y="4203"/>
                    </a:lnTo>
                    <a:cubicBezTo>
                      <a:pt x="5840" y="4161"/>
                      <a:pt x="5742" y="4133"/>
                      <a:pt x="5618" y="4133"/>
                    </a:cubicBezTo>
                    <a:lnTo>
                      <a:pt x="5326" y="4133"/>
                    </a:lnTo>
                    <a:cubicBezTo>
                      <a:pt x="4952" y="4133"/>
                      <a:pt x="4647" y="4438"/>
                      <a:pt x="4647" y="4813"/>
                    </a:cubicBezTo>
                    <a:lnTo>
                      <a:pt x="4647" y="4841"/>
                    </a:lnTo>
                    <a:cubicBezTo>
                      <a:pt x="4647" y="5215"/>
                      <a:pt x="4952" y="5520"/>
                      <a:pt x="5326" y="5520"/>
                    </a:cubicBezTo>
                    <a:lnTo>
                      <a:pt x="5618" y="5520"/>
                    </a:lnTo>
                    <a:cubicBezTo>
                      <a:pt x="6006" y="5520"/>
                      <a:pt x="6311" y="5187"/>
                      <a:pt x="6311" y="4813"/>
                    </a:cubicBezTo>
                    <a:lnTo>
                      <a:pt x="6311" y="3134"/>
                    </a:lnTo>
                    <a:lnTo>
                      <a:pt x="6561" y="3134"/>
                    </a:lnTo>
                    <a:cubicBezTo>
                      <a:pt x="6962" y="3134"/>
                      <a:pt x="7323" y="2857"/>
                      <a:pt x="7434" y="2483"/>
                    </a:cubicBezTo>
                    <a:close/>
                    <a:moveTo>
                      <a:pt x="8044" y="1664"/>
                    </a:moveTo>
                    <a:cubicBezTo>
                      <a:pt x="8253" y="1664"/>
                      <a:pt x="8432" y="1831"/>
                      <a:pt x="8432" y="2053"/>
                    </a:cubicBezTo>
                    <a:lnTo>
                      <a:pt x="8432" y="6629"/>
                    </a:lnTo>
                    <a:cubicBezTo>
                      <a:pt x="8432" y="6838"/>
                      <a:pt x="8253" y="7017"/>
                      <a:pt x="8044" y="7017"/>
                    </a:cubicBezTo>
                    <a:lnTo>
                      <a:pt x="1443" y="7017"/>
                    </a:lnTo>
                    <a:cubicBezTo>
                      <a:pt x="1221" y="7017"/>
                      <a:pt x="1055" y="6838"/>
                      <a:pt x="1055" y="6629"/>
                    </a:cubicBezTo>
                    <a:lnTo>
                      <a:pt x="1055" y="2053"/>
                    </a:lnTo>
                    <a:cubicBezTo>
                      <a:pt x="1055" y="1831"/>
                      <a:pt x="1221" y="1664"/>
                      <a:pt x="1443" y="1664"/>
                    </a:cubicBezTo>
                    <a:lnTo>
                      <a:pt x="2081" y="1664"/>
                    </a:lnTo>
                    <a:cubicBezTo>
                      <a:pt x="2025" y="1803"/>
                      <a:pt x="1998" y="1956"/>
                      <a:pt x="1998" y="2108"/>
                    </a:cubicBezTo>
                    <a:lnTo>
                      <a:pt x="1679" y="2108"/>
                    </a:lnTo>
                    <a:cubicBezTo>
                      <a:pt x="1582" y="2108"/>
                      <a:pt x="1498" y="2191"/>
                      <a:pt x="1498" y="2289"/>
                    </a:cubicBezTo>
                    <a:lnTo>
                      <a:pt x="1498" y="6394"/>
                    </a:lnTo>
                    <a:cubicBezTo>
                      <a:pt x="1498" y="6490"/>
                      <a:pt x="1582" y="6574"/>
                      <a:pt x="1679" y="6574"/>
                    </a:cubicBezTo>
                    <a:lnTo>
                      <a:pt x="7794" y="6574"/>
                    </a:lnTo>
                    <a:cubicBezTo>
                      <a:pt x="7905" y="6574"/>
                      <a:pt x="7989" y="6490"/>
                      <a:pt x="7989" y="6394"/>
                    </a:cubicBezTo>
                    <a:lnTo>
                      <a:pt x="7989" y="2289"/>
                    </a:lnTo>
                    <a:cubicBezTo>
                      <a:pt x="7989" y="2191"/>
                      <a:pt x="7905" y="2108"/>
                      <a:pt x="7794" y="2108"/>
                    </a:cubicBezTo>
                    <a:lnTo>
                      <a:pt x="7448" y="2108"/>
                    </a:lnTo>
                    <a:cubicBezTo>
                      <a:pt x="7434" y="1942"/>
                      <a:pt x="7365" y="1790"/>
                      <a:pt x="7254" y="1664"/>
                    </a:cubicBezTo>
                    <a:close/>
                    <a:moveTo>
                      <a:pt x="4272" y="0"/>
                    </a:moveTo>
                    <a:cubicBezTo>
                      <a:pt x="3926" y="0"/>
                      <a:pt x="3593" y="111"/>
                      <a:pt x="3329" y="320"/>
                    </a:cubicBezTo>
                    <a:cubicBezTo>
                      <a:pt x="3107" y="514"/>
                      <a:pt x="2941" y="749"/>
                      <a:pt x="2844" y="1026"/>
                    </a:cubicBezTo>
                    <a:cubicBezTo>
                      <a:pt x="2663" y="1069"/>
                      <a:pt x="2484" y="1165"/>
                      <a:pt x="2345" y="1290"/>
                    </a:cubicBezTo>
                    <a:lnTo>
                      <a:pt x="1443" y="1290"/>
                    </a:lnTo>
                    <a:cubicBezTo>
                      <a:pt x="1027" y="1290"/>
                      <a:pt x="681" y="1637"/>
                      <a:pt x="681" y="2053"/>
                    </a:cubicBezTo>
                    <a:lnTo>
                      <a:pt x="681" y="6629"/>
                    </a:lnTo>
                    <a:cubicBezTo>
                      <a:pt x="681" y="6768"/>
                      <a:pt x="722" y="6906"/>
                      <a:pt x="792" y="7017"/>
                    </a:cubicBezTo>
                    <a:lnTo>
                      <a:pt x="195" y="7017"/>
                    </a:lnTo>
                    <a:cubicBezTo>
                      <a:pt x="84" y="7017"/>
                      <a:pt x="1" y="7101"/>
                      <a:pt x="1" y="7198"/>
                    </a:cubicBezTo>
                    <a:lnTo>
                      <a:pt x="1" y="7642"/>
                    </a:lnTo>
                    <a:cubicBezTo>
                      <a:pt x="1" y="8016"/>
                      <a:pt x="320" y="8321"/>
                      <a:pt x="694" y="8321"/>
                    </a:cubicBezTo>
                    <a:lnTo>
                      <a:pt x="3926" y="8321"/>
                    </a:lnTo>
                    <a:cubicBezTo>
                      <a:pt x="4037" y="8321"/>
                      <a:pt x="4120" y="8238"/>
                      <a:pt x="4120" y="8141"/>
                    </a:cubicBezTo>
                    <a:cubicBezTo>
                      <a:pt x="4120" y="8030"/>
                      <a:pt x="4037" y="7947"/>
                      <a:pt x="3926" y="7947"/>
                    </a:cubicBezTo>
                    <a:lnTo>
                      <a:pt x="694" y="7947"/>
                    </a:lnTo>
                    <a:cubicBezTo>
                      <a:pt x="514" y="7947"/>
                      <a:pt x="376" y="7808"/>
                      <a:pt x="376" y="7642"/>
                    </a:cubicBezTo>
                    <a:lnTo>
                      <a:pt x="376" y="7392"/>
                    </a:lnTo>
                    <a:lnTo>
                      <a:pt x="9098" y="7392"/>
                    </a:lnTo>
                    <a:lnTo>
                      <a:pt x="9098" y="7642"/>
                    </a:lnTo>
                    <a:cubicBezTo>
                      <a:pt x="9098" y="7808"/>
                      <a:pt x="8959" y="7947"/>
                      <a:pt x="8793" y="7947"/>
                    </a:cubicBezTo>
                    <a:lnTo>
                      <a:pt x="5562" y="7947"/>
                    </a:lnTo>
                    <a:cubicBezTo>
                      <a:pt x="5451" y="7947"/>
                      <a:pt x="5368" y="8030"/>
                      <a:pt x="5368" y="8141"/>
                    </a:cubicBezTo>
                    <a:cubicBezTo>
                      <a:pt x="5368" y="8238"/>
                      <a:pt x="5451" y="8321"/>
                      <a:pt x="5562" y="8321"/>
                    </a:cubicBezTo>
                    <a:lnTo>
                      <a:pt x="8793" y="8321"/>
                    </a:lnTo>
                    <a:cubicBezTo>
                      <a:pt x="9168" y="8321"/>
                      <a:pt x="9473" y="8016"/>
                      <a:pt x="9473" y="7642"/>
                    </a:cubicBezTo>
                    <a:lnTo>
                      <a:pt x="9473" y="7198"/>
                    </a:lnTo>
                    <a:cubicBezTo>
                      <a:pt x="9473" y="7101"/>
                      <a:pt x="9390" y="7017"/>
                      <a:pt x="9292" y="7017"/>
                    </a:cubicBezTo>
                    <a:lnTo>
                      <a:pt x="8696" y="7017"/>
                    </a:lnTo>
                    <a:cubicBezTo>
                      <a:pt x="8765" y="6906"/>
                      <a:pt x="8793" y="6768"/>
                      <a:pt x="8793" y="6629"/>
                    </a:cubicBezTo>
                    <a:lnTo>
                      <a:pt x="8793" y="2053"/>
                    </a:lnTo>
                    <a:cubicBezTo>
                      <a:pt x="8793" y="1637"/>
                      <a:pt x="8460" y="1290"/>
                      <a:pt x="8044" y="1290"/>
                    </a:cubicBezTo>
                    <a:lnTo>
                      <a:pt x="6588" y="1290"/>
                    </a:lnTo>
                    <a:cubicBezTo>
                      <a:pt x="6367" y="915"/>
                      <a:pt x="5964" y="666"/>
                      <a:pt x="5520" y="666"/>
                    </a:cubicBezTo>
                    <a:cubicBezTo>
                      <a:pt x="5243" y="250"/>
                      <a:pt x="4771" y="0"/>
                      <a:pt x="42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47"/>
              <p:cNvSpPr/>
              <p:nvPr/>
            </p:nvSpPr>
            <p:spPr>
              <a:xfrm>
                <a:off x="6400384" y="2359892"/>
                <a:ext cx="19216" cy="17499"/>
              </a:xfrm>
              <a:custGeom>
                <a:avLst/>
                <a:gdLst/>
                <a:ahLst/>
                <a:cxnLst/>
                <a:rect l="l" t="t" r="r" b="b"/>
                <a:pathLst>
                  <a:path w="403" h="367" extrusionOk="0">
                    <a:moveTo>
                      <a:pt x="192" y="0"/>
                    </a:moveTo>
                    <a:cubicBezTo>
                      <a:pt x="147" y="0"/>
                      <a:pt x="103" y="19"/>
                      <a:pt x="70" y="53"/>
                    </a:cubicBezTo>
                    <a:cubicBezTo>
                      <a:pt x="14" y="121"/>
                      <a:pt x="1" y="219"/>
                      <a:pt x="56" y="288"/>
                    </a:cubicBezTo>
                    <a:cubicBezTo>
                      <a:pt x="89" y="342"/>
                      <a:pt x="142" y="366"/>
                      <a:pt x="197" y="366"/>
                    </a:cubicBezTo>
                    <a:cubicBezTo>
                      <a:pt x="283" y="366"/>
                      <a:pt x="372" y="306"/>
                      <a:pt x="389" y="205"/>
                    </a:cubicBezTo>
                    <a:cubicBezTo>
                      <a:pt x="403" y="136"/>
                      <a:pt x="362" y="53"/>
                      <a:pt x="278" y="25"/>
                    </a:cubicBezTo>
                    <a:cubicBezTo>
                      <a:pt x="251" y="8"/>
                      <a:pt x="221" y="0"/>
                      <a:pt x="19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1" name="Google Shape;1461;p47"/>
            <p:cNvGrpSpPr/>
            <p:nvPr/>
          </p:nvGrpSpPr>
          <p:grpSpPr>
            <a:xfrm>
              <a:off x="729630" y="975085"/>
              <a:ext cx="255615" cy="254967"/>
              <a:chOff x="6184139" y="1220827"/>
              <a:chExt cx="451696" cy="450552"/>
            </a:xfrm>
          </p:grpSpPr>
          <p:sp>
            <p:nvSpPr>
              <p:cNvPr id="1462" name="Google Shape;1462;p47"/>
              <p:cNvSpPr/>
              <p:nvPr/>
            </p:nvSpPr>
            <p:spPr>
              <a:xfrm>
                <a:off x="6353416" y="1390104"/>
                <a:ext cx="117776" cy="137087"/>
              </a:xfrm>
              <a:custGeom>
                <a:avLst/>
                <a:gdLst/>
                <a:ahLst/>
                <a:cxnLst/>
                <a:rect l="l" t="t" r="r" b="b"/>
                <a:pathLst>
                  <a:path w="2470" h="2875" extrusionOk="0">
                    <a:moveTo>
                      <a:pt x="916" y="1946"/>
                    </a:moveTo>
                    <a:cubicBezTo>
                      <a:pt x="1069" y="1946"/>
                      <a:pt x="1193" y="2070"/>
                      <a:pt x="1193" y="2224"/>
                    </a:cubicBezTo>
                    <a:cubicBezTo>
                      <a:pt x="1193" y="2376"/>
                      <a:pt x="1069" y="2501"/>
                      <a:pt x="916" y="2501"/>
                    </a:cubicBezTo>
                    <a:lnTo>
                      <a:pt x="666" y="2501"/>
                    </a:lnTo>
                    <a:cubicBezTo>
                      <a:pt x="500" y="2501"/>
                      <a:pt x="376" y="2376"/>
                      <a:pt x="376" y="2224"/>
                    </a:cubicBezTo>
                    <a:cubicBezTo>
                      <a:pt x="376" y="2070"/>
                      <a:pt x="500" y="1946"/>
                      <a:pt x="666" y="1946"/>
                    </a:cubicBezTo>
                    <a:close/>
                    <a:moveTo>
                      <a:pt x="1383" y="1"/>
                    </a:moveTo>
                    <a:cubicBezTo>
                      <a:pt x="1371" y="1"/>
                      <a:pt x="1358" y="2"/>
                      <a:pt x="1347" y="5"/>
                    </a:cubicBezTo>
                    <a:cubicBezTo>
                      <a:pt x="1263" y="18"/>
                      <a:pt x="1193" y="101"/>
                      <a:pt x="1193" y="184"/>
                    </a:cubicBezTo>
                    <a:lnTo>
                      <a:pt x="1193" y="1627"/>
                    </a:lnTo>
                    <a:cubicBezTo>
                      <a:pt x="1110" y="1599"/>
                      <a:pt x="1014" y="1571"/>
                      <a:pt x="916" y="1571"/>
                    </a:cubicBezTo>
                    <a:lnTo>
                      <a:pt x="666" y="1571"/>
                    </a:lnTo>
                    <a:cubicBezTo>
                      <a:pt x="320" y="1571"/>
                      <a:pt x="15" y="1849"/>
                      <a:pt x="15" y="2209"/>
                    </a:cubicBezTo>
                    <a:cubicBezTo>
                      <a:pt x="1" y="2570"/>
                      <a:pt x="293" y="2875"/>
                      <a:pt x="666" y="2875"/>
                    </a:cubicBezTo>
                    <a:lnTo>
                      <a:pt x="916" y="2875"/>
                    </a:lnTo>
                    <a:cubicBezTo>
                      <a:pt x="1277" y="2875"/>
                      <a:pt x="1568" y="2584"/>
                      <a:pt x="1568" y="2224"/>
                    </a:cubicBezTo>
                    <a:lnTo>
                      <a:pt x="1568" y="600"/>
                    </a:lnTo>
                    <a:cubicBezTo>
                      <a:pt x="1637" y="628"/>
                      <a:pt x="1707" y="670"/>
                      <a:pt x="1804" y="698"/>
                    </a:cubicBezTo>
                    <a:cubicBezTo>
                      <a:pt x="2026" y="767"/>
                      <a:pt x="2081" y="920"/>
                      <a:pt x="2081" y="933"/>
                    </a:cubicBezTo>
                    <a:lnTo>
                      <a:pt x="2095" y="948"/>
                    </a:lnTo>
                    <a:cubicBezTo>
                      <a:pt x="2118" y="1025"/>
                      <a:pt x="2183" y="1067"/>
                      <a:pt x="2259" y="1067"/>
                    </a:cubicBezTo>
                    <a:cubicBezTo>
                      <a:pt x="2278" y="1067"/>
                      <a:pt x="2297" y="1064"/>
                      <a:pt x="2317" y="1059"/>
                    </a:cubicBezTo>
                    <a:cubicBezTo>
                      <a:pt x="2414" y="1031"/>
                      <a:pt x="2469" y="933"/>
                      <a:pt x="2442" y="822"/>
                    </a:cubicBezTo>
                    <a:cubicBezTo>
                      <a:pt x="2401" y="698"/>
                      <a:pt x="2247" y="448"/>
                      <a:pt x="1915" y="337"/>
                    </a:cubicBezTo>
                    <a:cubicBezTo>
                      <a:pt x="1665" y="268"/>
                      <a:pt x="1554" y="101"/>
                      <a:pt x="1541" y="88"/>
                    </a:cubicBezTo>
                    <a:cubicBezTo>
                      <a:pt x="1506" y="30"/>
                      <a:pt x="1443" y="1"/>
                      <a:pt x="13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47"/>
              <p:cNvSpPr/>
              <p:nvPr/>
            </p:nvSpPr>
            <p:spPr>
              <a:xfrm>
                <a:off x="6184139" y="1227598"/>
                <a:ext cx="451696" cy="443781"/>
              </a:xfrm>
              <a:custGeom>
                <a:avLst/>
                <a:gdLst/>
                <a:ahLst/>
                <a:cxnLst/>
                <a:rect l="l" t="t" r="r" b="b"/>
                <a:pathLst>
                  <a:path w="9473" h="9307" extrusionOk="0">
                    <a:moveTo>
                      <a:pt x="4672" y="2941"/>
                    </a:moveTo>
                    <a:cubicBezTo>
                      <a:pt x="5194" y="2941"/>
                      <a:pt x="5714" y="3135"/>
                      <a:pt x="6103" y="3524"/>
                    </a:cubicBezTo>
                    <a:cubicBezTo>
                      <a:pt x="6894" y="4313"/>
                      <a:pt x="6894" y="5604"/>
                      <a:pt x="6103" y="6394"/>
                    </a:cubicBezTo>
                    <a:cubicBezTo>
                      <a:pt x="5708" y="6789"/>
                      <a:pt x="5188" y="6987"/>
                      <a:pt x="4667" y="6987"/>
                    </a:cubicBezTo>
                    <a:cubicBezTo>
                      <a:pt x="4147" y="6987"/>
                      <a:pt x="3627" y="6789"/>
                      <a:pt x="3232" y="6394"/>
                    </a:cubicBezTo>
                    <a:cubicBezTo>
                      <a:pt x="2441" y="5604"/>
                      <a:pt x="2441" y="4313"/>
                      <a:pt x="3232" y="3524"/>
                    </a:cubicBezTo>
                    <a:cubicBezTo>
                      <a:pt x="3627" y="3135"/>
                      <a:pt x="4151" y="2941"/>
                      <a:pt x="4672" y="2941"/>
                    </a:cubicBezTo>
                    <a:close/>
                    <a:moveTo>
                      <a:pt x="2726" y="6554"/>
                    </a:moveTo>
                    <a:cubicBezTo>
                      <a:pt x="2820" y="6554"/>
                      <a:pt x="2913" y="6588"/>
                      <a:pt x="2983" y="6658"/>
                    </a:cubicBezTo>
                    <a:cubicBezTo>
                      <a:pt x="3121" y="6796"/>
                      <a:pt x="3121" y="7018"/>
                      <a:pt x="2983" y="7157"/>
                    </a:cubicBezTo>
                    <a:lnTo>
                      <a:pt x="1720" y="8418"/>
                    </a:lnTo>
                    <a:lnTo>
                      <a:pt x="1208" y="7919"/>
                    </a:lnTo>
                    <a:lnTo>
                      <a:pt x="2469" y="6658"/>
                    </a:lnTo>
                    <a:cubicBezTo>
                      <a:pt x="2538" y="6588"/>
                      <a:pt x="2632" y="6554"/>
                      <a:pt x="2726" y="6554"/>
                    </a:cubicBezTo>
                    <a:close/>
                    <a:moveTo>
                      <a:pt x="944" y="8183"/>
                    </a:moveTo>
                    <a:lnTo>
                      <a:pt x="1457" y="8682"/>
                    </a:lnTo>
                    <a:lnTo>
                      <a:pt x="1304" y="8834"/>
                    </a:lnTo>
                    <a:cubicBezTo>
                      <a:pt x="1235" y="8904"/>
                      <a:pt x="1145" y="8938"/>
                      <a:pt x="1055" y="8938"/>
                    </a:cubicBezTo>
                    <a:cubicBezTo>
                      <a:pt x="964" y="8938"/>
                      <a:pt x="874" y="8904"/>
                      <a:pt x="805" y="8834"/>
                    </a:cubicBezTo>
                    <a:cubicBezTo>
                      <a:pt x="666" y="8696"/>
                      <a:pt x="666" y="8474"/>
                      <a:pt x="805" y="8335"/>
                    </a:cubicBezTo>
                    <a:lnTo>
                      <a:pt x="944" y="8183"/>
                    </a:lnTo>
                    <a:close/>
                    <a:moveTo>
                      <a:pt x="4718" y="1"/>
                    </a:moveTo>
                    <a:cubicBezTo>
                      <a:pt x="4642" y="1"/>
                      <a:pt x="4571" y="51"/>
                      <a:pt x="4549" y="125"/>
                    </a:cubicBezTo>
                    <a:cubicBezTo>
                      <a:pt x="4508" y="223"/>
                      <a:pt x="4564" y="320"/>
                      <a:pt x="4660" y="362"/>
                    </a:cubicBezTo>
                    <a:cubicBezTo>
                      <a:pt x="5146" y="541"/>
                      <a:pt x="5548" y="889"/>
                      <a:pt x="5797" y="1346"/>
                    </a:cubicBezTo>
                    <a:cubicBezTo>
                      <a:pt x="5834" y="1394"/>
                      <a:pt x="5890" y="1432"/>
                      <a:pt x="5950" y="1432"/>
                    </a:cubicBezTo>
                    <a:cubicBezTo>
                      <a:pt x="5959" y="1432"/>
                      <a:pt x="5969" y="1431"/>
                      <a:pt x="5978" y="1429"/>
                    </a:cubicBezTo>
                    <a:lnTo>
                      <a:pt x="6130" y="1429"/>
                    </a:lnTo>
                    <a:cubicBezTo>
                      <a:pt x="6824" y="1429"/>
                      <a:pt x="7462" y="1873"/>
                      <a:pt x="7711" y="2511"/>
                    </a:cubicBezTo>
                    <a:cubicBezTo>
                      <a:pt x="7739" y="2594"/>
                      <a:pt x="7822" y="2636"/>
                      <a:pt x="7905" y="2636"/>
                    </a:cubicBezTo>
                    <a:cubicBezTo>
                      <a:pt x="7947" y="2636"/>
                      <a:pt x="7975" y="2622"/>
                      <a:pt x="8016" y="2622"/>
                    </a:cubicBezTo>
                    <a:cubicBezTo>
                      <a:pt x="8613" y="2622"/>
                      <a:pt x="9098" y="3121"/>
                      <a:pt x="9098" y="3718"/>
                    </a:cubicBezTo>
                    <a:cubicBezTo>
                      <a:pt x="9098" y="4328"/>
                      <a:pt x="8613" y="4813"/>
                      <a:pt x="8016" y="4813"/>
                    </a:cubicBezTo>
                    <a:lnTo>
                      <a:pt x="7073" y="4813"/>
                    </a:lnTo>
                    <a:cubicBezTo>
                      <a:pt x="7004" y="3870"/>
                      <a:pt x="6380" y="3024"/>
                      <a:pt x="5492" y="2705"/>
                    </a:cubicBezTo>
                    <a:cubicBezTo>
                      <a:pt x="5230" y="2611"/>
                      <a:pt x="4957" y="2565"/>
                      <a:pt x="4687" y="2565"/>
                    </a:cubicBezTo>
                    <a:cubicBezTo>
                      <a:pt x="4001" y="2565"/>
                      <a:pt x="3329" y="2857"/>
                      <a:pt x="2872" y="3385"/>
                    </a:cubicBezTo>
                    <a:cubicBezTo>
                      <a:pt x="2705" y="3579"/>
                      <a:pt x="2567" y="3787"/>
                      <a:pt x="2456" y="4023"/>
                    </a:cubicBezTo>
                    <a:cubicBezTo>
                      <a:pt x="2358" y="4272"/>
                      <a:pt x="2289" y="4550"/>
                      <a:pt x="2275" y="4813"/>
                    </a:cubicBezTo>
                    <a:lnTo>
                      <a:pt x="1762" y="4813"/>
                    </a:lnTo>
                    <a:cubicBezTo>
                      <a:pt x="999" y="4813"/>
                      <a:pt x="376" y="4189"/>
                      <a:pt x="376" y="3426"/>
                    </a:cubicBezTo>
                    <a:cubicBezTo>
                      <a:pt x="376" y="2719"/>
                      <a:pt x="944" y="2109"/>
                      <a:pt x="1651" y="2054"/>
                    </a:cubicBezTo>
                    <a:cubicBezTo>
                      <a:pt x="1735" y="2039"/>
                      <a:pt x="1803" y="1984"/>
                      <a:pt x="1818" y="1900"/>
                    </a:cubicBezTo>
                    <a:cubicBezTo>
                      <a:pt x="1984" y="1194"/>
                      <a:pt x="2484" y="611"/>
                      <a:pt x="3177" y="362"/>
                    </a:cubicBezTo>
                    <a:cubicBezTo>
                      <a:pt x="3273" y="334"/>
                      <a:pt x="3316" y="223"/>
                      <a:pt x="3273" y="125"/>
                    </a:cubicBezTo>
                    <a:cubicBezTo>
                      <a:pt x="3251" y="48"/>
                      <a:pt x="3176" y="6"/>
                      <a:pt x="3098" y="6"/>
                    </a:cubicBezTo>
                    <a:cubicBezTo>
                      <a:pt x="3078" y="6"/>
                      <a:pt x="3058" y="9"/>
                      <a:pt x="3038" y="14"/>
                    </a:cubicBezTo>
                    <a:cubicBezTo>
                      <a:pt x="2650" y="153"/>
                      <a:pt x="2303" y="403"/>
                      <a:pt x="2025" y="722"/>
                    </a:cubicBezTo>
                    <a:cubicBezTo>
                      <a:pt x="1776" y="1000"/>
                      <a:pt x="1596" y="1332"/>
                      <a:pt x="1498" y="1693"/>
                    </a:cubicBezTo>
                    <a:cubicBezTo>
                      <a:pt x="653" y="1832"/>
                      <a:pt x="1" y="2581"/>
                      <a:pt x="1" y="3426"/>
                    </a:cubicBezTo>
                    <a:cubicBezTo>
                      <a:pt x="1" y="4397"/>
                      <a:pt x="792" y="5188"/>
                      <a:pt x="1762" y="5188"/>
                    </a:cubicBezTo>
                    <a:lnTo>
                      <a:pt x="2289" y="5188"/>
                    </a:lnTo>
                    <a:cubicBezTo>
                      <a:pt x="2317" y="5534"/>
                      <a:pt x="2428" y="5881"/>
                      <a:pt x="2608" y="6186"/>
                    </a:cubicBezTo>
                    <a:cubicBezTo>
                      <a:pt x="2469" y="6214"/>
                      <a:pt x="2330" y="6283"/>
                      <a:pt x="2206" y="6394"/>
                    </a:cubicBezTo>
                    <a:lnTo>
                      <a:pt x="542" y="8072"/>
                    </a:lnTo>
                    <a:cubicBezTo>
                      <a:pt x="250" y="8350"/>
                      <a:pt x="250" y="8807"/>
                      <a:pt x="542" y="9099"/>
                    </a:cubicBezTo>
                    <a:cubicBezTo>
                      <a:pt x="681" y="9237"/>
                      <a:pt x="868" y="9307"/>
                      <a:pt x="1055" y="9307"/>
                    </a:cubicBezTo>
                    <a:cubicBezTo>
                      <a:pt x="1242" y="9307"/>
                      <a:pt x="1430" y="9237"/>
                      <a:pt x="1568" y="9099"/>
                    </a:cubicBezTo>
                    <a:lnTo>
                      <a:pt x="3232" y="7420"/>
                    </a:lnTo>
                    <a:cubicBezTo>
                      <a:pt x="3343" y="7309"/>
                      <a:pt x="3412" y="7170"/>
                      <a:pt x="3440" y="7018"/>
                    </a:cubicBezTo>
                    <a:cubicBezTo>
                      <a:pt x="3815" y="7240"/>
                      <a:pt x="4244" y="7364"/>
                      <a:pt x="4675" y="7364"/>
                    </a:cubicBezTo>
                    <a:cubicBezTo>
                      <a:pt x="5285" y="7364"/>
                      <a:pt x="5895" y="7129"/>
                      <a:pt x="6367" y="6658"/>
                    </a:cubicBezTo>
                    <a:cubicBezTo>
                      <a:pt x="6783" y="6242"/>
                      <a:pt x="7004" y="5728"/>
                      <a:pt x="7060" y="5188"/>
                    </a:cubicBezTo>
                    <a:lnTo>
                      <a:pt x="8016" y="5188"/>
                    </a:lnTo>
                    <a:cubicBezTo>
                      <a:pt x="8821" y="5188"/>
                      <a:pt x="9473" y="4522"/>
                      <a:pt x="9473" y="3718"/>
                    </a:cubicBezTo>
                    <a:cubicBezTo>
                      <a:pt x="9473" y="2913"/>
                      <a:pt x="8821" y="2261"/>
                      <a:pt x="8016" y="2261"/>
                    </a:cubicBezTo>
                    <a:lnTo>
                      <a:pt x="8003" y="2261"/>
                    </a:lnTo>
                    <a:cubicBezTo>
                      <a:pt x="7670" y="1540"/>
                      <a:pt x="6935" y="1055"/>
                      <a:pt x="6130" y="1055"/>
                    </a:cubicBezTo>
                    <a:lnTo>
                      <a:pt x="6061" y="1055"/>
                    </a:lnTo>
                    <a:cubicBezTo>
                      <a:pt x="5770" y="569"/>
                      <a:pt x="5313" y="209"/>
                      <a:pt x="4786" y="14"/>
                    </a:cubicBezTo>
                    <a:cubicBezTo>
                      <a:pt x="4763" y="5"/>
                      <a:pt x="4740" y="1"/>
                      <a:pt x="47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47"/>
              <p:cNvSpPr/>
              <p:nvPr/>
            </p:nvSpPr>
            <p:spPr>
              <a:xfrm>
                <a:off x="6361570" y="1220827"/>
                <a:ext cx="19025" cy="17690"/>
              </a:xfrm>
              <a:custGeom>
                <a:avLst/>
                <a:gdLst/>
                <a:ahLst/>
                <a:cxnLst/>
                <a:rect l="l" t="t" r="r" b="b"/>
                <a:pathLst>
                  <a:path w="399" h="371" extrusionOk="0">
                    <a:moveTo>
                      <a:pt x="187" y="1"/>
                    </a:moveTo>
                    <a:cubicBezTo>
                      <a:pt x="174" y="1"/>
                      <a:pt x="161" y="2"/>
                      <a:pt x="149" y="4"/>
                    </a:cubicBezTo>
                    <a:cubicBezTo>
                      <a:pt x="79" y="32"/>
                      <a:pt x="24" y="101"/>
                      <a:pt x="11" y="171"/>
                    </a:cubicBezTo>
                    <a:cubicBezTo>
                      <a:pt x="1" y="288"/>
                      <a:pt x="101" y="370"/>
                      <a:pt x="200" y="370"/>
                    </a:cubicBezTo>
                    <a:cubicBezTo>
                      <a:pt x="241" y="370"/>
                      <a:pt x="283" y="356"/>
                      <a:pt x="316" y="323"/>
                    </a:cubicBezTo>
                    <a:cubicBezTo>
                      <a:pt x="385" y="267"/>
                      <a:pt x="399" y="156"/>
                      <a:pt x="357" y="88"/>
                    </a:cubicBezTo>
                    <a:cubicBezTo>
                      <a:pt x="323" y="30"/>
                      <a:pt x="250" y="1"/>
                      <a:pt x="1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5" name="Google Shape;1465;p47"/>
            <p:cNvGrpSpPr/>
            <p:nvPr/>
          </p:nvGrpSpPr>
          <p:grpSpPr>
            <a:xfrm>
              <a:off x="723837" y="1482615"/>
              <a:ext cx="267223" cy="233165"/>
              <a:chOff x="6908262" y="1240186"/>
              <a:chExt cx="472209" cy="412024"/>
            </a:xfrm>
          </p:grpSpPr>
          <p:sp>
            <p:nvSpPr>
              <p:cNvPr id="1466" name="Google Shape;1466;p47"/>
              <p:cNvSpPr/>
              <p:nvPr/>
            </p:nvSpPr>
            <p:spPr>
              <a:xfrm>
                <a:off x="7105958" y="1594618"/>
                <a:ext cx="76769" cy="17929"/>
              </a:xfrm>
              <a:custGeom>
                <a:avLst/>
                <a:gdLst/>
                <a:ahLst/>
                <a:cxnLst/>
                <a:rect l="l" t="t" r="r" b="b"/>
                <a:pathLst>
                  <a:path w="1610" h="376" extrusionOk="0">
                    <a:moveTo>
                      <a:pt x="181" y="0"/>
                    </a:moveTo>
                    <a:cubicBezTo>
                      <a:pt x="84" y="0"/>
                      <a:pt x="1" y="84"/>
                      <a:pt x="1" y="181"/>
                    </a:cubicBezTo>
                    <a:cubicBezTo>
                      <a:pt x="1" y="292"/>
                      <a:pt x="84" y="375"/>
                      <a:pt x="181" y="375"/>
                    </a:cubicBezTo>
                    <a:lnTo>
                      <a:pt x="1429" y="375"/>
                    </a:lnTo>
                    <a:cubicBezTo>
                      <a:pt x="1540" y="375"/>
                      <a:pt x="1609" y="292"/>
                      <a:pt x="1609" y="181"/>
                    </a:cubicBezTo>
                    <a:cubicBezTo>
                      <a:pt x="1609" y="84"/>
                      <a:pt x="1540" y="0"/>
                      <a:pt x="14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47"/>
              <p:cNvSpPr/>
              <p:nvPr/>
            </p:nvSpPr>
            <p:spPr>
              <a:xfrm>
                <a:off x="7080209" y="1365642"/>
                <a:ext cx="136229" cy="159593"/>
              </a:xfrm>
              <a:custGeom>
                <a:avLst/>
                <a:gdLst/>
                <a:ahLst/>
                <a:cxnLst/>
                <a:rect l="l" t="t" r="r" b="b"/>
                <a:pathLst>
                  <a:path w="2857" h="3347" extrusionOk="0">
                    <a:moveTo>
                      <a:pt x="1054" y="2237"/>
                    </a:moveTo>
                    <a:cubicBezTo>
                      <a:pt x="1262" y="2237"/>
                      <a:pt x="1415" y="2404"/>
                      <a:pt x="1415" y="2598"/>
                    </a:cubicBezTo>
                    <a:lnTo>
                      <a:pt x="1415" y="2611"/>
                    </a:lnTo>
                    <a:cubicBezTo>
                      <a:pt x="1415" y="2820"/>
                      <a:pt x="1262" y="2972"/>
                      <a:pt x="1054" y="2972"/>
                    </a:cubicBezTo>
                    <a:lnTo>
                      <a:pt x="735" y="2972"/>
                    </a:lnTo>
                    <a:cubicBezTo>
                      <a:pt x="541" y="2972"/>
                      <a:pt x="374" y="2820"/>
                      <a:pt x="374" y="2611"/>
                    </a:cubicBezTo>
                    <a:lnTo>
                      <a:pt x="374" y="2598"/>
                    </a:lnTo>
                    <a:cubicBezTo>
                      <a:pt x="374" y="2404"/>
                      <a:pt x="541" y="2237"/>
                      <a:pt x="735" y="2237"/>
                    </a:cubicBezTo>
                    <a:close/>
                    <a:moveTo>
                      <a:pt x="1594" y="1"/>
                    </a:moveTo>
                    <a:cubicBezTo>
                      <a:pt x="1580" y="1"/>
                      <a:pt x="1567" y="2"/>
                      <a:pt x="1553" y="4"/>
                    </a:cubicBezTo>
                    <a:cubicBezTo>
                      <a:pt x="1470" y="32"/>
                      <a:pt x="1415" y="102"/>
                      <a:pt x="1415" y="185"/>
                    </a:cubicBezTo>
                    <a:lnTo>
                      <a:pt x="1415" y="1960"/>
                    </a:lnTo>
                    <a:cubicBezTo>
                      <a:pt x="1317" y="1904"/>
                      <a:pt x="1193" y="1862"/>
                      <a:pt x="1054" y="1862"/>
                    </a:cubicBezTo>
                    <a:lnTo>
                      <a:pt x="735" y="1862"/>
                    </a:lnTo>
                    <a:cubicBezTo>
                      <a:pt x="333" y="1862"/>
                      <a:pt x="0" y="2195"/>
                      <a:pt x="0" y="2598"/>
                    </a:cubicBezTo>
                    <a:lnTo>
                      <a:pt x="0" y="2611"/>
                    </a:lnTo>
                    <a:cubicBezTo>
                      <a:pt x="0" y="3014"/>
                      <a:pt x="333" y="3347"/>
                      <a:pt x="735" y="3347"/>
                    </a:cubicBezTo>
                    <a:lnTo>
                      <a:pt x="1054" y="3347"/>
                    </a:lnTo>
                    <a:cubicBezTo>
                      <a:pt x="1456" y="3347"/>
                      <a:pt x="1789" y="3014"/>
                      <a:pt x="1789" y="2611"/>
                    </a:cubicBezTo>
                    <a:lnTo>
                      <a:pt x="1789" y="2598"/>
                    </a:lnTo>
                    <a:lnTo>
                      <a:pt x="1789" y="614"/>
                    </a:lnTo>
                    <a:cubicBezTo>
                      <a:pt x="1872" y="670"/>
                      <a:pt x="1983" y="725"/>
                      <a:pt x="2108" y="767"/>
                    </a:cubicBezTo>
                    <a:cubicBezTo>
                      <a:pt x="2399" y="850"/>
                      <a:pt x="2469" y="1058"/>
                      <a:pt x="2469" y="1058"/>
                    </a:cubicBezTo>
                    <a:lnTo>
                      <a:pt x="2482" y="1086"/>
                    </a:lnTo>
                    <a:cubicBezTo>
                      <a:pt x="2505" y="1154"/>
                      <a:pt x="2575" y="1204"/>
                      <a:pt x="2645" y="1204"/>
                    </a:cubicBezTo>
                    <a:cubicBezTo>
                      <a:pt x="2661" y="1204"/>
                      <a:pt x="2676" y="1202"/>
                      <a:pt x="2691" y="1197"/>
                    </a:cubicBezTo>
                    <a:cubicBezTo>
                      <a:pt x="2802" y="1183"/>
                      <a:pt x="2857" y="1072"/>
                      <a:pt x="2829" y="975"/>
                    </a:cubicBezTo>
                    <a:lnTo>
                      <a:pt x="2829" y="961"/>
                    </a:lnTo>
                    <a:cubicBezTo>
                      <a:pt x="2787" y="808"/>
                      <a:pt x="2607" y="531"/>
                      <a:pt x="2219" y="407"/>
                    </a:cubicBezTo>
                    <a:cubicBezTo>
                      <a:pt x="1914" y="309"/>
                      <a:pt x="1775" y="115"/>
                      <a:pt x="1761" y="87"/>
                    </a:cubicBezTo>
                    <a:cubicBezTo>
                      <a:pt x="1726" y="30"/>
                      <a:pt x="1663" y="1"/>
                      <a:pt x="15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Google Shape;1468;p47"/>
              <p:cNvSpPr/>
              <p:nvPr/>
            </p:nvSpPr>
            <p:spPr>
              <a:xfrm>
                <a:off x="7019365" y="1240186"/>
                <a:ext cx="249999" cy="412024"/>
              </a:xfrm>
              <a:custGeom>
                <a:avLst/>
                <a:gdLst/>
                <a:ahLst/>
                <a:cxnLst/>
                <a:rect l="l" t="t" r="r" b="b"/>
                <a:pathLst>
                  <a:path w="5243" h="8641" extrusionOk="0">
                    <a:moveTo>
                      <a:pt x="3578" y="361"/>
                    </a:moveTo>
                    <a:lnTo>
                      <a:pt x="3578" y="403"/>
                    </a:lnTo>
                    <a:lnTo>
                      <a:pt x="3578" y="666"/>
                    </a:lnTo>
                    <a:cubicBezTo>
                      <a:pt x="3578" y="736"/>
                      <a:pt x="3523" y="791"/>
                      <a:pt x="3453" y="791"/>
                    </a:cubicBezTo>
                    <a:lnTo>
                      <a:pt x="1803" y="791"/>
                    </a:lnTo>
                    <a:cubicBezTo>
                      <a:pt x="1720" y="791"/>
                      <a:pt x="1665" y="736"/>
                      <a:pt x="1665" y="666"/>
                    </a:cubicBezTo>
                    <a:lnTo>
                      <a:pt x="1665" y="403"/>
                    </a:lnTo>
                    <a:lnTo>
                      <a:pt x="1665" y="361"/>
                    </a:lnTo>
                    <a:close/>
                    <a:moveTo>
                      <a:pt x="832" y="0"/>
                    </a:moveTo>
                    <a:cubicBezTo>
                      <a:pt x="374" y="0"/>
                      <a:pt x="0" y="375"/>
                      <a:pt x="0" y="832"/>
                    </a:cubicBezTo>
                    <a:lnTo>
                      <a:pt x="0" y="1636"/>
                    </a:lnTo>
                    <a:cubicBezTo>
                      <a:pt x="0" y="1747"/>
                      <a:pt x="84" y="1831"/>
                      <a:pt x="180" y="1831"/>
                    </a:cubicBezTo>
                    <a:cubicBezTo>
                      <a:pt x="291" y="1831"/>
                      <a:pt x="374" y="1747"/>
                      <a:pt x="374" y="1636"/>
                    </a:cubicBezTo>
                    <a:lnTo>
                      <a:pt x="374" y="832"/>
                    </a:lnTo>
                    <a:cubicBezTo>
                      <a:pt x="374" y="569"/>
                      <a:pt x="568" y="361"/>
                      <a:pt x="832" y="361"/>
                    </a:cubicBezTo>
                    <a:lnTo>
                      <a:pt x="1262" y="361"/>
                    </a:lnTo>
                    <a:cubicBezTo>
                      <a:pt x="1276" y="361"/>
                      <a:pt x="1290" y="388"/>
                      <a:pt x="1290" y="403"/>
                    </a:cubicBezTo>
                    <a:lnTo>
                      <a:pt x="1290" y="666"/>
                    </a:lnTo>
                    <a:cubicBezTo>
                      <a:pt x="1290" y="943"/>
                      <a:pt x="1526" y="1165"/>
                      <a:pt x="1803" y="1165"/>
                    </a:cubicBezTo>
                    <a:lnTo>
                      <a:pt x="3453" y="1165"/>
                    </a:lnTo>
                    <a:cubicBezTo>
                      <a:pt x="3730" y="1165"/>
                      <a:pt x="3952" y="943"/>
                      <a:pt x="3952" y="666"/>
                    </a:cubicBezTo>
                    <a:lnTo>
                      <a:pt x="3952" y="403"/>
                    </a:lnTo>
                    <a:cubicBezTo>
                      <a:pt x="3952" y="388"/>
                      <a:pt x="3967" y="361"/>
                      <a:pt x="3994" y="361"/>
                    </a:cubicBezTo>
                    <a:lnTo>
                      <a:pt x="4410" y="361"/>
                    </a:lnTo>
                    <a:cubicBezTo>
                      <a:pt x="4673" y="361"/>
                      <a:pt x="4882" y="569"/>
                      <a:pt x="4882" y="832"/>
                    </a:cubicBezTo>
                    <a:lnTo>
                      <a:pt x="4882" y="7808"/>
                    </a:lnTo>
                    <a:cubicBezTo>
                      <a:pt x="4882" y="8058"/>
                      <a:pt x="4673" y="8265"/>
                      <a:pt x="4410" y="8265"/>
                    </a:cubicBezTo>
                    <a:lnTo>
                      <a:pt x="832" y="8265"/>
                    </a:lnTo>
                    <a:cubicBezTo>
                      <a:pt x="583" y="8265"/>
                      <a:pt x="374" y="8058"/>
                      <a:pt x="374" y="7808"/>
                    </a:cubicBezTo>
                    <a:lnTo>
                      <a:pt x="374" y="3273"/>
                    </a:lnTo>
                    <a:cubicBezTo>
                      <a:pt x="374" y="3162"/>
                      <a:pt x="291" y="3079"/>
                      <a:pt x="180" y="3079"/>
                    </a:cubicBezTo>
                    <a:cubicBezTo>
                      <a:pt x="84" y="3079"/>
                      <a:pt x="0" y="3162"/>
                      <a:pt x="0" y="3273"/>
                    </a:cubicBezTo>
                    <a:lnTo>
                      <a:pt x="0" y="7808"/>
                    </a:lnTo>
                    <a:cubicBezTo>
                      <a:pt x="0" y="8265"/>
                      <a:pt x="374" y="8640"/>
                      <a:pt x="832" y="8640"/>
                    </a:cubicBezTo>
                    <a:lnTo>
                      <a:pt x="4410" y="8640"/>
                    </a:lnTo>
                    <a:cubicBezTo>
                      <a:pt x="4882" y="8640"/>
                      <a:pt x="5242" y="8265"/>
                      <a:pt x="5242" y="7808"/>
                    </a:cubicBezTo>
                    <a:lnTo>
                      <a:pt x="5242" y="832"/>
                    </a:lnTo>
                    <a:cubicBezTo>
                      <a:pt x="5242" y="375"/>
                      <a:pt x="4882" y="0"/>
                      <a:pt x="44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Google Shape;1469;p47"/>
              <p:cNvSpPr/>
              <p:nvPr/>
            </p:nvSpPr>
            <p:spPr>
              <a:xfrm>
                <a:off x="6955183" y="1401691"/>
                <a:ext cx="41722" cy="97606"/>
              </a:xfrm>
              <a:custGeom>
                <a:avLst/>
                <a:gdLst/>
                <a:ahLst/>
                <a:cxnLst/>
                <a:rect l="l" t="t" r="r" b="b"/>
                <a:pathLst>
                  <a:path w="875" h="2047" extrusionOk="0">
                    <a:moveTo>
                      <a:pt x="668" y="1"/>
                    </a:moveTo>
                    <a:cubicBezTo>
                      <a:pt x="621" y="1"/>
                      <a:pt x="576" y="18"/>
                      <a:pt x="542" y="52"/>
                    </a:cubicBezTo>
                    <a:cubicBezTo>
                      <a:pt x="1" y="594"/>
                      <a:pt x="1" y="1454"/>
                      <a:pt x="542" y="1994"/>
                    </a:cubicBezTo>
                    <a:cubicBezTo>
                      <a:pt x="576" y="2029"/>
                      <a:pt x="625" y="2046"/>
                      <a:pt x="673" y="2046"/>
                    </a:cubicBezTo>
                    <a:cubicBezTo>
                      <a:pt x="722" y="2046"/>
                      <a:pt x="771" y="2029"/>
                      <a:pt x="805" y="1994"/>
                    </a:cubicBezTo>
                    <a:cubicBezTo>
                      <a:pt x="875" y="1911"/>
                      <a:pt x="875" y="1800"/>
                      <a:pt x="805" y="1731"/>
                    </a:cubicBezTo>
                    <a:cubicBezTo>
                      <a:pt x="417" y="1343"/>
                      <a:pt x="417" y="705"/>
                      <a:pt x="805" y="316"/>
                    </a:cubicBezTo>
                    <a:cubicBezTo>
                      <a:pt x="875" y="246"/>
                      <a:pt x="875" y="122"/>
                      <a:pt x="805" y="52"/>
                    </a:cubicBezTo>
                    <a:cubicBezTo>
                      <a:pt x="763" y="18"/>
                      <a:pt x="715" y="1"/>
                      <a:pt x="6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47"/>
              <p:cNvSpPr/>
              <p:nvPr/>
            </p:nvSpPr>
            <p:spPr>
              <a:xfrm>
                <a:off x="6908262" y="1371269"/>
                <a:ext cx="58220" cy="158592"/>
              </a:xfrm>
              <a:custGeom>
                <a:avLst/>
                <a:gdLst/>
                <a:ahLst/>
                <a:cxnLst/>
                <a:rect l="l" t="t" r="r" b="b"/>
                <a:pathLst>
                  <a:path w="1221" h="3326" extrusionOk="0">
                    <a:moveTo>
                      <a:pt x="1014" y="1"/>
                    </a:moveTo>
                    <a:cubicBezTo>
                      <a:pt x="967" y="1"/>
                      <a:pt x="922" y="18"/>
                      <a:pt x="888" y="52"/>
                    </a:cubicBezTo>
                    <a:cubicBezTo>
                      <a:pt x="1" y="940"/>
                      <a:pt x="1" y="2382"/>
                      <a:pt x="888" y="3270"/>
                    </a:cubicBezTo>
                    <a:cubicBezTo>
                      <a:pt x="916" y="3297"/>
                      <a:pt x="971" y="3325"/>
                      <a:pt x="1012" y="3325"/>
                    </a:cubicBezTo>
                    <a:cubicBezTo>
                      <a:pt x="1068" y="3325"/>
                      <a:pt x="1110" y="3297"/>
                      <a:pt x="1151" y="3270"/>
                    </a:cubicBezTo>
                    <a:cubicBezTo>
                      <a:pt x="1221" y="3201"/>
                      <a:pt x="1221" y="3076"/>
                      <a:pt x="1151" y="3007"/>
                    </a:cubicBezTo>
                    <a:cubicBezTo>
                      <a:pt x="402" y="2258"/>
                      <a:pt x="402" y="1051"/>
                      <a:pt x="1151" y="316"/>
                    </a:cubicBezTo>
                    <a:cubicBezTo>
                      <a:pt x="1221" y="247"/>
                      <a:pt x="1221" y="122"/>
                      <a:pt x="1151" y="52"/>
                    </a:cubicBezTo>
                    <a:cubicBezTo>
                      <a:pt x="1109" y="18"/>
                      <a:pt x="1061" y="1"/>
                      <a:pt x="10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47"/>
              <p:cNvSpPr/>
              <p:nvPr/>
            </p:nvSpPr>
            <p:spPr>
              <a:xfrm>
                <a:off x="7291781" y="1401691"/>
                <a:ext cx="41722" cy="97606"/>
              </a:xfrm>
              <a:custGeom>
                <a:avLst/>
                <a:gdLst/>
                <a:ahLst/>
                <a:cxnLst/>
                <a:rect l="l" t="t" r="r" b="b"/>
                <a:pathLst>
                  <a:path w="875" h="2047" extrusionOk="0">
                    <a:moveTo>
                      <a:pt x="210" y="1"/>
                    </a:moveTo>
                    <a:cubicBezTo>
                      <a:pt x="163" y="1"/>
                      <a:pt x="119" y="18"/>
                      <a:pt x="84" y="52"/>
                    </a:cubicBezTo>
                    <a:cubicBezTo>
                      <a:pt x="1" y="122"/>
                      <a:pt x="1" y="246"/>
                      <a:pt x="84" y="316"/>
                    </a:cubicBezTo>
                    <a:cubicBezTo>
                      <a:pt x="472" y="705"/>
                      <a:pt x="472" y="1343"/>
                      <a:pt x="84" y="1731"/>
                    </a:cubicBezTo>
                    <a:cubicBezTo>
                      <a:pt x="1" y="1800"/>
                      <a:pt x="1" y="1911"/>
                      <a:pt x="84" y="1994"/>
                    </a:cubicBezTo>
                    <a:cubicBezTo>
                      <a:pt x="119" y="2029"/>
                      <a:pt x="163" y="2046"/>
                      <a:pt x="210" y="2046"/>
                    </a:cubicBezTo>
                    <a:cubicBezTo>
                      <a:pt x="257" y="2046"/>
                      <a:pt x="305" y="2029"/>
                      <a:pt x="347" y="1994"/>
                    </a:cubicBezTo>
                    <a:cubicBezTo>
                      <a:pt x="874" y="1454"/>
                      <a:pt x="874" y="594"/>
                      <a:pt x="347" y="52"/>
                    </a:cubicBezTo>
                    <a:cubicBezTo>
                      <a:pt x="305" y="18"/>
                      <a:pt x="257" y="1"/>
                      <a:pt x="2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Google Shape;1472;p47"/>
              <p:cNvSpPr/>
              <p:nvPr/>
            </p:nvSpPr>
            <p:spPr>
              <a:xfrm>
                <a:off x="7322871" y="1371269"/>
                <a:ext cx="57600" cy="158449"/>
              </a:xfrm>
              <a:custGeom>
                <a:avLst/>
                <a:gdLst/>
                <a:ahLst/>
                <a:cxnLst/>
                <a:rect l="l" t="t" r="r" b="b"/>
                <a:pathLst>
                  <a:path w="1208" h="3323" extrusionOk="0">
                    <a:moveTo>
                      <a:pt x="196" y="1"/>
                    </a:moveTo>
                    <a:cubicBezTo>
                      <a:pt x="149" y="1"/>
                      <a:pt x="104" y="18"/>
                      <a:pt x="70" y="52"/>
                    </a:cubicBezTo>
                    <a:cubicBezTo>
                      <a:pt x="0" y="122"/>
                      <a:pt x="0" y="247"/>
                      <a:pt x="70" y="316"/>
                    </a:cubicBezTo>
                    <a:cubicBezTo>
                      <a:pt x="805" y="1051"/>
                      <a:pt x="805" y="2258"/>
                      <a:pt x="70" y="3007"/>
                    </a:cubicBezTo>
                    <a:cubicBezTo>
                      <a:pt x="0" y="3076"/>
                      <a:pt x="0" y="3201"/>
                      <a:pt x="70" y="3270"/>
                    </a:cubicBezTo>
                    <a:cubicBezTo>
                      <a:pt x="104" y="3305"/>
                      <a:pt x="149" y="3322"/>
                      <a:pt x="196" y="3322"/>
                    </a:cubicBezTo>
                    <a:cubicBezTo>
                      <a:pt x="243" y="3322"/>
                      <a:pt x="291" y="3305"/>
                      <a:pt x="333" y="3270"/>
                    </a:cubicBezTo>
                    <a:cubicBezTo>
                      <a:pt x="1207" y="2382"/>
                      <a:pt x="1207" y="940"/>
                      <a:pt x="333" y="52"/>
                    </a:cubicBezTo>
                    <a:cubicBezTo>
                      <a:pt x="291" y="18"/>
                      <a:pt x="243" y="1"/>
                      <a:pt x="1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Google Shape;1473;p47"/>
              <p:cNvSpPr/>
              <p:nvPr/>
            </p:nvSpPr>
            <p:spPr>
              <a:xfrm>
                <a:off x="7018030" y="1348476"/>
                <a:ext cx="19502" cy="17786"/>
              </a:xfrm>
              <a:custGeom>
                <a:avLst/>
                <a:gdLst/>
                <a:ahLst/>
                <a:cxnLst/>
                <a:rect l="l" t="t" r="r" b="b"/>
                <a:pathLst>
                  <a:path w="409" h="373" extrusionOk="0">
                    <a:moveTo>
                      <a:pt x="207" y="1"/>
                    </a:moveTo>
                    <a:cubicBezTo>
                      <a:pt x="168" y="1"/>
                      <a:pt x="128" y="14"/>
                      <a:pt x="97" y="46"/>
                    </a:cubicBezTo>
                    <a:cubicBezTo>
                      <a:pt x="14" y="101"/>
                      <a:pt x="1" y="212"/>
                      <a:pt x="56" y="295"/>
                    </a:cubicBezTo>
                    <a:cubicBezTo>
                      <a:pt x="93" y="348"/>
                      <a:pt x="148" y="373"/>
                      <a:pt x="204" y="373"/>
                    </a:cubicBezTo>
                    <a:cubicBezTo>
                      <a:pt x="292" y="373"/>
                      <a:pt x="380" y="309"/>
                      <a:pt x="389" y="198"/>
                    </a:cubicBezTo>
                    <a:cubicBezTo>
                      <a:pt x="409" y="88"/>
                      <a:pt x="307" y="1"/>
                      <a:pt x="2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74" name="Google Shape;1474;p47"/>
            <p:cNvCxnSpPr/>
            <p:nvPr/>
          </p:nvCxnSpPr>
          <p:spPr>
            <a:xfrm>
              <a:off x="729625" y="1355100"/>
              <a:ext cx="255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5" name="Google Shape;1475;p47"/>
            <p:cNvCxnSpPr/>
            <p:nvPr/>
          </p:nvCxnSpPr>
          <p:spPr>
            <a:xfrm>
              <a:off x="729625" y="1845525"/>
              <a:ext cx="255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aphicFrame>
        <p:nvGraphicFramePr>
          <p:cNvPr id="1476" name="Google Shape;1476;p47"/>
          <p:cNvGraphicFramePr/>
          <p:nvPr/>
        </p:nvGraphicFramePr>
        <p:xfrm>
          <a:off x="1397500" y="1056564"/>
          <a:ext cx="7026475" cy="3109820"/>
        </p:xfrm>
        <a:graphic>
          <a:graphicData uri="http://schemas.openxmlformats.org/drawingml/2006/table">
            <a:tbl>
              <a:tblPr>
                <a:noFill/>
                <a:tableStyleId>{22240428-C398-4949-BAB7-9F0D0C128908}</a:tableStyleId>
              </a:tblPr>
              <a:tblGrid>
                <a:gridCol w="3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6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6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4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9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 Deca Medium"/>
                          <a:ea typeface="Lexend Deca Medium"/>
                          <a:cs typeface="Lexend Deca Medium"/>
                          <a:sym typeface="Lexend Deca Medium"/>
                        </a:rPr>
                        <a:t>#</a:t>
                      </a:r>
                      <a:endParaRPr>
                        <a:solidFill>
                          <a:schemeClr val="dk1"/>
                        </a:solidFill>
                        <a:latin typeface="Lexend Deca Medium"/>
                        <a:ea typeface="Lexend Deca Medium"/>
                        <a:cs typeface="Lexend Deca Medium"/>
                        <a:sym typeface="Lexend Deca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 Deca Medium"/>
                          <a:ea typeface="Lexend Deca Medium"/>
                          <a:cs typeface="Lexend Deca Medium"/>
                          <a:sym typeface="Lexend Deca Medium"/>
                        </a:rPr>
                        <a:t>Track</a:t>
                      </a:r>
                      <a:endParaRPr>
                        <a:solidFill>
                          <a:schemeClr val="dk1"/>
                        </a:solidFill>
                        <a:latin typeface="Lexend Deca Medium"/>
                        <a:ea typeface="Lexend Deca Medium"/>
                        <a:cs typeface="Lexend Deca Medium"/>
                        <a:sym typeface="Lexend Deca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 Deca Medium"/>
                          <a:ea typeface="Lexend Deca Medium"/>
                          <a:cs typeface="Lexend Deca Medium"/>
                          <a:sym typeface="Lexend Deca Medium"/>
                        </a:rPr>
                        <a:t>Artist</a:t>
                      </a:r>
                      <a:endParaRPr>
                        <a:solidFill>
                          <a:schemeClr val="dk1"/>
                        </a:solidFill>
                        <a:latin typeface="Lexend Deca Medium"/>
                        <a:ea typeface="Lexend Deca Medium"/>
                        <a:cs typeface="Lexend Deca Medium"/>
                        <a:sym typeface="Lexend Deca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 Deca Medium"/>
                          <a:ea typeface="Lexend Deca Medium"/>
                          <a:cs typeface="Lexend Deca Medium"/>
                          <a:sym typeface="Lexend Deca Medium"/>
                        </a:rPr>
                        <a:t>Mood</a:t>
                      </a:r>
                      <a:endParaRPr>
                        <a:solidFill>
                          <a:schemeClr val="dk1"/>
                        </a:solidFill>
                        <a:latin typeface="Lexend Deca Medium"/>
                        <a:ea typeface="Lexend Deca Medium"/>
                        <a:cs typeface="Lexend Deca Medium"/>
                        <a:sym typeface="Lexend Deca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 Deca Medium"/>
                          <a:ea typeface="Lexend Deca Medium"/>
                          <a:cs typeface="Lexend Deca Medium"/>
                          <a:sym typeface="Lexend Deca Medium"/>
                        </a:rPr>
                        <a:t>Distance</a:t>
                      </a:r>
                      <a:endParaRPr>
                        <a:solidFill>
                          <a:schemeClr val="dk1"/>
                        </a:solidFill>
                        <a:latin typeface="Lexend Deca Medium"/>
                        <a:ea typeface="Lexend Deca Medium"/>
                        <a:cs typeface="Lexend Deca Medium"/>
                        <a:sym typeface="Lexend Deca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Do It Again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Steve Aoki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Upbeat / Hype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0.324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Lettin Go!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Janelle Monáe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Upbeat / Hype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0.328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Blah Blah Blah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Kesha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Upbeat / Hype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0.351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You Got That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Loud About Us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Upbeat / Hype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0.362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Where Is the Love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Alex Martura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Upbeat / Hype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0.392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6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As If It’s Your Last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BLACKPINK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Upbeat / Hype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0.393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2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Don’t Stop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Curbi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Upbeat / Hype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trophobic"/>
                          <a:ea typeface="Metrophobic"/>
                          <a:cs typeface="Metrophobic"/>
                          <a:sym typeface="Metrophobic"/>
                        </a:rPr>
                        <a:t>0.418</a:t>
                      </a:r>
                      <a:endParaRPr>
                        <a:solidFill>
                          <a:schemeClr val="dk1"/>
                        </a:solidFill>
                        <a:latin typeface="Metrophobic"/>
                        <a:ea typeface="Metrophobic"/>
                        <a:cs typeface="Metrophobic"/>
                        <a:sym typeface="Metrophobic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477" name="Google Shape;1477;p47"/>
          <p:cNvGrpSpPr/>
          <p:nvPr/>
        </p:nvGrpSpPr>
        <p:grpSpPr>
          <a:xfrm rot="10800000" flipH="1">
            <a:off x="1890375" y="1948039"/>
            <a:ext cx="193838" cy="144270"/>
            <a:chOff x="1778749" y="3476594"/>
            <a:chExt cx="452364" cy="336686"/>
          </a:xfrm>
        </p:grpSpPr>
        <p:sp>
          <p:nvSpPr>
            <p:cNvPr id="1478" name="Google Shape;1478;p47"/>
            <p:cNvSpPr/>
            <p:nvPr/>
          </p:nvSpPr>
          <p:spPr>
            <a:xfrm>
              <a:off x="1778749" y="3476594"/>
              <a:ext cx="452364" cy="336686"/>
            </a:xfrm>
            <a:custGeom>
              <a:avLst/>
              <a:gdLst/>
              <a:ahLst/>
              <a:cxnLst/>
              <a:rect l="l" t="t" r="r" b="b"/>
              <a:pathLst>
                <a:path w="9487" h="7061" extrusionOk="0">
                  <a:moveTo>
                    <a:pt x="8308" y="3759"/>
                  </a:moveTo>
                  <a:lnTo>
                    <a:pt x="8308" y="5368"/>
                  </a:lnTo>
                  <a:cubicBezTo>
                    <a:pt x="8308" y="5465"/>
                    <a:pt x="8391" y="5548"/>
                    <a:pt x="8502" y="5548"/>
                  </a:cubicBezTo>
                  <a:lnTo>
                    <a:pt x="8863" y="5548"/>
                  </a:lnTo>
                  <a:lnTo>
                    <a:pt x="7877" y="6602"/>
                  </a:lnTo>
                  <a:lnTo>
                    <a:pt x="7365" y="6062"/>
                  </a:lnTo>
                  <a:lnTo>
                    <a:pt x="6893" y="5548"/>
                  </a:lnTo>
                  <a:lnTo>
                    <a:pt x="7254" y="5548"/>
                  </a:lnTo>
                  <a:cubicBezTo>
                    <a:pt x="7350" y="5548"/>
                    <a:pt x="7434" y="5465"/>
                    <a:pt x="7434" y="5368"/>
                  </a:cubicBezTo>
                  <a:lnTo>
                    <a:pt x="7434" y="3759"/>
                  </a:lnTo>
                  <a:close/>
                  <a:moveTo>
                    <a:pt x="805" y="1"/>
                  </a:moveTo>
                  <a:cubicBezTo>
                    <a:pt x="361" y="1"/>
                    <a:pt x="0" y="361"/>
                    <a:pt x="0" y="805"/>
                  </a:cubicBezTo>
                  <a:lnTo>
                    <a:pt x="0" y="5562"/>
                  </a:lnTo>
                  <a:cubicBezTo>
                    <a:pt x="0" y="6006"/>
                    <a:pt x="361" y="6367"/>
                    <a:pt x="805" y="6367"/>
                  </a:cubicBezTo>
                  <a:lnTo>
                    <a:pt x="2940" y="6367"/>
                  </a:lnTo>
                  <a:cubicBezTo>
                    <a:pt x="3038" y="6367"/>
                    <a:pt x="3121" y="6283"/>
                    <a:pt x="3121" y="6186"/>
                  </a:cubicBezTo>
                  <a:cubicBezTo>
                    <a:pt x="3121" y="6075"/>
                    <a:pt x="3038" y="5992"/>
                    <a:pt x="2940" y="5992"/>
                  </a:cubicBezTo>
                  <a:lnTo>
                    <a:pt x="805" y="5992"/>
                  </a:lnTo>
                  <a:cubicBezTo>
                    <a:pt x="570" y="5992"/>
                    <a:pt x="375" y="5797"/>
                    <a:pt x="375" y="5562"/>
                  </a:cubicBezTo>
                  <a:lnTo>
                    <a:pt x="375" y="805"/>
                  </a:lnTo>
                  <a:cubicBezTo>
                    <a:pt x="375" y="570"/>
                    <a:pt x="570" y="376"/>
                    <a:pt x="805" y="376"/>
                  </a:cubicBezTo>
                  <a:lnTo>
                    <a:pt x="2400" y="376"/>
                  </a:lnTo>
                  <a:cubicBezTo>
                    <a:pt x="2539" y="376"/>
                    <a:pt x="2663" y="431"/>
                    <a:pt x="2746" y="542"/>
                  </a:cubicBezTo>
                  <a:lnTo>
                    <a:pt x="3051" y="944"/>
                  </a:lnTo>
                  <a:cubicBezTo>
                    <a:pt x="3205" y="1152"/>
                    <a:pt x="3440" y="1276"/>
                    <a:pt x="3689" y="1276"/>
                  </a:cubicBezTo>
                  <a:lnTo>
                    <a:pt x="7254" y="1276"/>
                  </a:lnTo>
                  <a:cubicBezTo>
                    <a:pt x="7489" y="1276"/>
                    <a:pt x="7683" y="1471"/>
                    <a:pt x="7683" y="1720"/>
                  </a:cubicBezTo>
                  <a:lnTo>
                    <a:pt x="7683" y="3399"/>
                  </a:lnTo>
                  <a:lnTo>
                    <a:pt x="7254" y="3399"/>
                  </a:lnTo>
                  <a:cubicBezTo>
                    <a:pt x="7143" y="3399"/>
                    <a:pt x="7060" y="3482"/>
                    <a:pt x="7060" y="3579"/>
                  </a:cubicBezTo>
                  <a:lnTo>
                    <a:pt x="7060" y="5187"/>
                  </a:lnTo>
                  <a:lnTo>
                    <a:pt x="6463" y="5187"/>
                  </a:lnTo>
                  <a:cubicBezTo>
                    <a:pt x="6311" y="5187"/>
                    <a:pt x="6228" y="5381"/>
                    <a:pt x="6339" y="5492"/>
                  </a:cubicBezTo>
                  <a:lnTo>
                    <a:pt x="6796" y="5992"/>
                  </a:lnTo>
                  <a:lnTo>
                    <a:pt x="4549" y="5992"/>
                  </a:lnTo>
                  <a:cubicBezTo>
                    <a:pt x="4453" y="5992"/>
                    <a:pt x="4369" y="6075"/>
                    <a:pt x="4369" y="6186"/>
                  </a:cubicBezTo>
                  <a:cubicBezTo>
                    <a:pt x="4369" y="6283"/>
                    <a:pt x="4453" y="6367"/>
                    <a:pt x="4549" y="6367"/>
                  </a:cubicBezTo>
                  <a:lnTo>
                    <a:pt x="7143" y="6367"/>
                  </a:lnTo>
                  <a:lnTo>
                    <a:pt x="7739" y="7005"/>
                  </a:lnTo>
                  <a:cubicBezTo>
                    <a:pt x="7781" y="7032"/>
                    <a:pt x="7822" y="7060"/>
                    <a:pt x="7877" y="7060"/>
                  </a:cubicBezTo>
                  <a:cubicBezTo>
                    <a:pt x="7933" y="7060"/>
                    <a:pt x="7975" y="7032"/>
                    <a:pt x="8016" y="7005"/>
                  </a:cubicBezTo>
                  <a:lnTo>
                    <a:pt x="9417" y="5492"/>
                  </a:lnTo>
                  <a:cubicBezTo>
                    <a:pt x="9473" y="5437"/>
                    <a:pt x="9486" y="5368"/>
                    <a:pt x="9458" y="5298"/>
                  </a:cubicBezTo>
                  <a:cubicBezTo>
                    <a:pt x="9417" y="5229"/>
                    <a:pt x="9362" y="5187"/>
                    <a:pt x="9279" y="5187"/>
                  </a:cubicBezTo>
                  <a:lnTo>
                    <a:pt x="8682" y="5187"/>
                  </a:lnTo>
                  <a:lnTo>
                    <a:pt x="8682" y="3579"/>
                  </a:lnTo>
                  <a:cubicBezTo>
                    <a:pt x="8682" y="3482"/>
                    <a:pt x="8599" y="3399"/>
                    <a:pt x="8502" y="3399"/>
                  </a:cubicBezTo>
                  <a:lnTo>
                    <a:pt x="8058" y="3399"/>
                  </a:lnTo>
                  <a:lnTo>
                    <a:pt x="8058" y="1720"/>
                  </a:lnTo>
                  <a:cubicBezTo>
                    <a:pt x="8058" y="1276"/>
                    <a:pt x="7698" y="903"/>
                    <a:pt x="7254" y="903"/>
                  </a:cubicBezTo>
                  <a:lnTo>
                    <a:pt x="3689" y="903"/>
                  </a:lnTo>
                  <a:cubicBezTo>
                    <a:pt x="3551" y="903"/>
                    <a:pt x="3426" y="847"/>
                    <a:pt x="3343" y="736"/>
                  </a:cubicBezTo>
                  <a:lnTo>
                    <a:pt x="3051" y="333"/>
                  </a:lnTo>
                  <a:cubicBezTo>
                    <a:pt x="2899" y="126"/>
                    <a:pt x="2650" y="1"/>
                    <a:pt x="24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47"/>
            <p:cNvSpPr/>
            <p:nvPr/>
          </p:nvSpPr>
          <p:spPr>
            <a:xfrm>
              <a:off x="1874640" y="3560994"/>
              <a:ext cx="165363" cy="177522"/>
            </a:xfrm>
            <a:custGeom>
              <a:avLst/>
              <a:gdLst/>
              <a:ahLst/>
              <a:cxnLst/>
              <a:rect l="l" t="t" r="r" b="b"/>
              <a:pathLst>
                <a:path w="3468" h="3723" extrusionOk="0">
                  <a:moveTo>
                    <a:pt x="3107" y="436"/>
                  </a:moveTo>
                  <a:lnTo>
                    <a:pt x="3107" y="782"/>
                  </a:lnTo>
                  <a:lnTo>
                    <a:pt x="1595" y="1226"/>
                  </a:lnTo>
                  <a:lnTo>
                    <a:pt x="1595" y="866"/>
                  </a:lnTo>
                  <a:lnTo>
                    <a:pt x="3107" y="436"/>
                  </a:lnTo>
                  <a:close/>
                  <a:moveTo>
                    <a:pt x="2816" y="2378"/>
                  </a:moveTo>
                  <a:cubicBezTo>
                    <a:pt x="2969" y="2378"/>
                    <a:pt x="3107" y="2516"/>
                    <a:pt x="3107" y="2668"/>
                  </a:cubicBezTo>
                  <a:cubicBezTo>
                    <a:pt x="3107" y="2835"/>
                    <a:pt x="2969" y="2960"/>
                    <a:pt x="2816" y="2960"/>
                  </a:cubicBezTo>
                  <a:lnTo>
                    <a:pt x="2553" y="2960"/>
                  </a:lnTo>
                  <a:cubicBezTo>
                    <a:pt x="2386" y="2960"/>
                    <a:pt x="2261" y="2835"/>
                    <a:pt x="2261" y="2668"/>
                  </a:cubicBezTo>
                  <a:cubicBezTo>
                    <a:pt x="2261" y="2516"/>
                    <a:pt x="2386" y="2378"/>
                    <a:pt x="2553" y="2378"/>
                  </a:cubicBezTo>
                  <a:close/>
                  <a:moveTo>
                    <a:pt x="929" y="2766"/>
                  </a:moveTo>
                  <a:cubicBezTo>
                    <a:pt x="1096" y="2766"/>
                    <a:pt x="1221" y="2890"/>
                    <a:pt x="1221" y="3057"/>
                  </a:cubicBezTo>
                  <a:cubicBezTo>
                    <a:pt x="1221" y="3223"/>
                    <a:pt x="1096" y="3348"/>
                    <a:pt x="929" y="3348"/>
                  </a:cubicBezTo>
                  <a:lnTo>
                    <a:pt x="667" y="3348"/>
                  </a:lnTo>
                  <a:cubicBezTo>
                    <a:pt x="513" y="3348"/>
                    <a:pt x="375" y="3223"/>
                    <a:pt x="375" y="3057"/>
                  </a:cubicBezTo>
                  <a:cubicBezTo>
                    <a:pt x="375" y="2890"/>
                    <a:pt x="513" y="2766"/>
                    <a:pt x="667" y="2766"/>
                  </a:cubicBezTo>
                  <a:close/>
                  <a:moveTo>
                    <a:pt x="3280" y="0"/>
                  </a:moveTo>
                  <a:cubicBezTo>
                    <a:pt x="3264" y="0"/>
                    <a:pt x="3248" y="2"/>
                    <a:pt x="3232" y="6"/>
                  </a:cubicBezTo>
                  <a:lnTo>
                    <a:pt x="1360" y="547"/>
                  </a:lnTo>
                  <a:cubicBezTo>
                    <a:pt x="1277" y="575"/>
                    <a:pt x="1221" y="644"/>
                    <a:pt x="1221" y="727"/>
                  </a:cubicBezTo>
                  <a:lnTo>
                    <a:pt x="1221" y="2461"/>
                  </a:lnTo>
                  <a:cubicBezTo>
                    <a:pt x="1138" y="2419"/>
                    <a:pt x="1040" y="2391"/>
                    <a:pt x="929" y="2391"/>
                  </a:cubicBezTo>
                  <a:lnTo>
                    <a:pt x="667" y="2391"/>
                  </a:lnTo>
                  <a:cubicBezTo>
                    <a:pt x="306" y="2391"/>
                    <a:pt x="1" y="2696"/>
                    <a:pt x="1" y="3057"/>
                  </a:cubicBezTo>
                  <a:cubicBezTo>
                    <a:pt x="1" y="3417"/>
                    <a:pt x="306" y="3722"/>
                    <a:pt x="667" y="3722"/>
                  </a:cubicBezTo>
                  <a:lnTo>
                    <a:pt x="929" y="3722"/>
                  </a:lnTo>
                  <a:cubicBezTo>
                    <a:pt x="1290" y="3722"/>
                    <a:pt x="1595" y="3417"/>
                    <a:pt x="1595" y="3057"/>
                  </a:cubicBezTo>
                  <a:lnTo>
                    <a:pt x="1595" y="1614"/>
                  </a:lnTo>
                  <a:lnTo>
                    <a:pt x="3107" y="1171"/>
                  </a:lnTo>
                  <a:lnTo>
                    <a:pt x="3107" y="2086"/>
                  </a:lnTo>
                  <a:cubicBezTo>
                    <a:pt x="3010" y="2045"/>
                    <a:pt x="2913" y="2017"/>
                    <a:pt x="2816" y="2017"/>
                  </a:cubicBezTo>
                  <a:lnTo>
                    <a:pt x="2553" y="2017"/>
                  </a:lnTo>
                  <a:cubicBezTo>
                    <a:pt x="2192" y="2017"/>
                    <a:pt x="1887" y="2308"/>
                    <a:pt x="1887" y="2668"/>
                  </a:cubicBezTo>
                  <a:cubicBezTo>
                    <a:pt x="1887" y="3043"/>
                    <a:pt x="2192" y="3334"/>
                    <a:pt x="2553" y="3334"/>
                  </a:cubicBezTo>
                  <a:lnTo>
                    <a:pt x="2816" y="3334"/>
                  </a:lnTo>
                  <a:cubicBezTo>
                    <a:pt x="3176" y="3334"/>
                    <a:pt x="3468" y="3043"/>
                    <a:pt x="3468" y="2668"/>
                  </a:cubicBezTo>
                  <a:lnTo>
                    <a:pt x="3468" y="187"/>
                  </a:lnTo>
                  <a:cubicBezTo>
                    <a:pt x="3468" y="78"/>
                    <a:pt x="3384" y="0"/>
                    <a:pt x="32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47"/>
            <p:cNvSpPr/>
            <p:nvPr/>
          </p:nvSpPr>
          <p:spPr>
            <a:xfrm>
              <a:off x="1945403" y="3762266"/>
              <a:ext cx="23651" cy="17738"/>
            </a:xfrm>
            <a:custGeom>
              <a:avLst/>
              <a:gdLst/>
              <a:ahLst/>
              <a:cxnLst/>
              <a:rect l="l" t="t" r="r" b="b"/>
              <a:pathLst>
                <a:path w="496" h="372" extrusionOk="0">
                  <a:moveTo>
                    <a:pt x="252" y="0"/>
                  </a:moveTo>
                  <a:cubicBezTo>
                    <a:pt x="247" y="0"/>
                    <a:pt x="242" y="0"/>
                    <a:pt x="236" y="1"/>
                  </a:cubicBezTo>
                  <a:cubicBezTo>
                    <a:pt x="56" y="28"/>
                    <a:pt x="0" y="250"/>
                    <a:pt x="153" y="348"/>
                  </a:cubicBezTo>
                  <a:cubicBezTo>
                    <a:pt x="180" y="364"/>
                    <a:pt x="212" y="372"/>
                    <a:pt x="244" y="372"/>
                  </a:cubicBezTo>
                  <a:cubicBezTo>
                    <a:pt x="293" y="372"/>
                    <a:pt x="342" y="354"/>
                    <a:pt x="375" y="320"/>
                  </a:cubicBezTo>
                  <a:cubicBezTo>
                    <a:pt x="496" y="199"/>
                    <a:pt x="409" y="0"/>
                    <a:pt x="2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1" name="Google Shape;1481;p47"/>
          <p:cNvGrpSpPr/>
          <p:nvPr/>
        </p:nvGrpSpPr>
        <p:grpSpPr>
          <a:xfrm rot="10800000" flipH="1">
            <a:off x="1890508" y="2305137"/>
            <a:ext cx="193572" cy="154997"/>
            <a:chOff x="2512742" y="3464053"/>
            <a:chExt cx="451744" cy="361719"/>
          </a:xfrm>
        </p:grpSpPr>
        <p:sp>
          <p:nvSpPr>
            <p:cNvPr id="1482" name="Google Shape;1482;p47"/>
            <p:cNvSpPr/>
            <p:nvPr/>
          </p:nvSpPr>
          <p:spPr>
            <a:xfrm>
              <a:off x="2512742" y="3464053"/>
              <a:ext cx="451744" cy="361719"/>
            </a:xfrm>
            <a:custGeom>
              <a:avLst/>
              <a:gdLst/>
              <a:ahLst/>
              <a:cxnLst/>
              <a:rect l="l" t="t" r="r" b="b"/>
              <a:pathLst>
                <a:path w="9474" h="7586" extrusionOk="0">
                  <a:moveTo>
                    <a:pt x="9098" y="361"/>
                  </a:moveTo>
                  <a:lnTo>
                    <a:pt x="9098" y="4827"/>
                  </a:lnTo>
                  <a:lnTo>
                    <a:pt x="376" y="4827"/>
                  </a:lnTo>
                  <a:lnTo>
                    <a:pt x="376" y="361"/>
                  </a:lnTo>
                  <a:close/>
                  <a:moveTo>
                    <a:pt x="5035" y="6393"/>
                  </a:moveTo>
                  <a:lnTo>
                    <a:pt x="5035" y="7212"/>
                  </a:lnTo>
                  <a:lnTo>
                    <a:pt x="4287" y="7212"/>
                  </a:lnTo>
                  <a:lnTo>
                    <a:pt x="4287" y="6393"/>
                  </a:lnTo>
                  <a:close/>
                  <a:moveTo>
                    <a:pt x="195" y="1"/>
                  </a:moveTo>
                  <a:cubicBezTo>
                    <a:pt x="84" y="1"/>
                    <a:pt x="1" y="84"/>
                    <a:pt x="1" y="180"/>
                  </a:cubicBezTo>
                  <a:lnTo>
                    <a:pt x="1" y="6214"/>
                  </a:lnTo>
                  <a:cubicBezTo>
                    <a:pt x="1" y="6310"/>
                    <a:pt x="84" y="6393"/>
                    <a:pt x="195" y="6393"/>
                  </a:cubicBezTo>
                  <a:lnTo>
                    <a:pt x="3912" y="6393"/>
                  </a:lnTo>
                  <a:lnTo>
                    <a:pt x="3912" y="7212"/>
                  </a:lnTo>
                  <a:lnTo>
                    <a:pt x="1957" y="7212"/>
                  </a:lnTo>
                  <a:cubicBezTo>
                    <a:pt x="1846" y="7212"/>
                    <a:pt x="1763" y="7295"/>
                    <a:pt x="1763" y="7406"/>
                  </a:cubicBezTo>
                  <a:cubicBezTo>
                    <a:pt x="1763" y="7503"/>
                    <a:pt x="1846" y="7586"/>
                    <a:pt x="1957" y="7586"/>
                  </a:cubicBezTo>
                  <a:lnTo>
                    <a:pt x="7393" y="7586"/>
                  </a:lnTo>
                  <a:cubicBezTo>
                    <a:pt x="7490" y="7586"/>
                    <a:pt x="7573" y="7503"/>
                    <a:pt x="7573" y="7406"/>
                  </a:cubicBezTo>
                  <a:cubicBezTo>
                    <a:pt x="7573" y="7295"/>
                    <a:pt x="7490" y="7212"/>
                    <a:pt x="7393" y="7212"/>
                  </a:cubicBezTo>
                  <a:lnTo>
                    <a:pt x="5409" y="7212"/>
                  </a:lnTo>
                  <a:lnTo>
                    <a:pt x="5409" y="6393"/>
                  </a:lnTo>
                  <a:lnTo>
                    <a:pt x="6561" y="6393"/>
                  </a:lnTo>
                  <a:cubicBezTo>
                    <a:pt x="6657" y="6393"/>
                    <a:pt x="6741" y="6310"/>
                    <a:pt x="6741" y="6214"/>
                  </a:cubicBezTo>
                  <a:cubicBezTo>
                    <a:pt x="6741" y="6116"/>
                    <a:pt x="6657" y="6033"/>
                    <a:pt x="6561" y="6033"/>
                  </a:cubicBezTo>
                  <a:lnTo>
                    <a:pt x="376" y="6033"/>
                  </a:lnTo>
                  <a:lnTo>
                    <a:pt x="376" y="5187"/>
                  </a:lnTo>
                  <a:lnTo>
                    <a:pt x="9098" y="5187"/>
                  </a:lnTo>
                  <a:lnTo>
                    <a:pt x="9098" y="6033"/>
                  </a:lnTo>
                  <a:lnTo>
                    <a:pt x="8183" y="6033"/>
                  </a:lnTo>
                  <a:cubicBezTo>
                    <a:pt x="8086" y="6033"/>
                    <a:pt x="8003" y="6116"/>
                    <a:pt x="8003" y="6214"/>
                  </a:cubicBezTo>
                  <a:cubicBezTo>
                    <a:pt x="8003" y="6310"/>
                    <a:pt x="8086" y="6393"/>
                    <a:pt x="8183" y="6393"/>
                  </a:cubicBezTo>
                  <a:lnTo>
                    <a:pt x="9292" y="6393"/>
                  </a:lnTo>
                  <a:cubicBezTo>
                    <a:pt x="9390" y="6393"/>
                    <a:pt x="9473" y="6310"/>
                    <a:pt x="9473" y="6214"/>
                  </a:cubicBezTo>
                  <a:lnTo>
                    <a:pt x="9473" y="180"/>
                  </a:lnTo>
                  <a:cubicBezTo>
                    <a:pt x="9473" y="84"/>
                    <a:pt x="9390" y="1"/>
                    <a:pt x="92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47"/>
            <p:cNvSpPr/>
            <p:nvPr/>
          </p:nvSpPr>
          <p:spPr>
            <a:xfrm>
              <a:off x="2659560" y="3502534"/>
              <a:ext cx="151487" cy="168510"/>
            </a:xfrm>
            <a:custGeom>
              <a:avLst/>
              <a:gdLst/>
              <a:ahLst/>
              <a:cxnLst/>
              <a:rect l="l" t="t" r="r" b="b"/>
              <a:pathLst>
                <a:path w="3177" h="3534" extrusionOk="0">
                  <a:moveTo>
                    <a:pt x="2802" y="427"/>
                  </a:moveTo>
                  <a:lnTo>
                    <a:pt x="2802" y="858"/>
                  </a:lnTo>
                  <a:lnTo>
                    <a:pt x="1471" y="1246"/>
                  </a:lnTo>
                  <a:lnTo>
                    <a:pt x="1471" y="816"/>
                  </a:lnTo>
                  <a:lnTo>
                    <a:pt x="2802" y="427"/>
                  </a:lnTo>
                  <a:close/>
                  <a:moveTo>
                    <a:pt x="2552" y="2341"/>
                  </a:moveTo>
                  <a:cubicBezTo>
                    <a:pt x="2691" y="2341"/>
                    <a:pt x="2802" y="2439"/>
                    <a:pt x="2802" y="2577"/>
                  </a:cubicBezTo>
                  <a:cubicBezTo>
                    <a:pt x="2802" y="2716"/>
                    <a:pt x="2691" y="2827"/>
                    <a:pt x="2552" y="2827"/>
                  </a:cubicBezTo>
                  <a:lnTo>
                    <a:pt x="2317" y="2827"/>
                  </a:lnTo>
                  <a:cubicBezTo>
                    <a:pt x="2178" y="2827"/>
                    <a:pt x="2067" y="2716"/>
                    <a:pt x="2067" y="2577"/>
                  </a:cubicBezTo>
                  <a:cubicBezTo>
                    <a:pt x="2067" y="2439"/>
                    <a:pt x="2178" y="2341"/>
                    <a:pt x="2317" y="2341"/>
                  </a:cubicBezTo>
                  <a:close/>
                  <a:moveTo>
                    <a:pt x="860" y="2674"/>
                  </a:moveTo>
                  <a:cubicBezTo>
                    <a:pt x="986" y="2674"/>
                    <a:pt x="1097" y="2785"/>
                    <a:pt x="1097" y="2924"/>
                  </a:cubicBezTo>
                  <a:cubicBezTo>
                    <a:pt x="1097" y="3062"/>
                    <a:pt x="986" y="3173"/>
                    <a:pt x="860" y="3173"/>
                  </a:cubicBezTo>
                  <a:lnTo>
                    <a:pt x="625" y="3173"/>
                  </a:lnTo>
                  <a:cubicBezTo>
                    <a:pt x="486" y="3173"/>
                    <a:pt x="376" y="3062"/>
                    <a:pt x="376" y="2924"/>
                  </a:cubicBezTo>
                  <a:cubicBezTo>
                    <a:pt x="376" y="2785"/>
                    <a:pt x="486" y="2674"/>
                    <a:pt x="625" y="2674"/>
                  </a:cubicBezTo>
                  <a:close/>
                  <a:moveTo>
                    <a:pt x="2994" y="1"/>
                  </a:moveTo>
                  <a:cubicBezTo>
                    <a:pt x="2976" y="1"/>
                    <a:pt x="2958" y="4"/>
                    <a:pt x="2941" y="11"/>
                  </a:cubicBezTo>
                  <a:lnTo>
                    <a:pt x="1235" y="497"/>
                  </a:lnTo>
                  <a:cubicBezTo>
                    <a:pt x="1152" y="511"/>
                    <a:pt x="1097" y="594"/>
                    <a:pt x="1097" y="677"/>
                  </a:cubicBezTo>
                  <a:lnTo>
                    <a:pt x="1097" y="2356"/>
                  </a:lnTo>
                  <a:cubicBezTo>
                    <a:pt x="1027" y="2328"/>
                    <a:pt x="944" y="2313"/>
                    <a:pt x="860" y="2313"/>
                  </a:cubicBezTo>
                  <a:lnTo>
                    <a:pt x="625" y="2313"/>
                  </a:lnTo>
                  <a:cubicBezTo>
                    <a:pt x="278" y="2313"/>
                    <a:pt x="1" y="2591"/>
                    <a:pt x="1" y="2924"/>
                  </a:cubicBezTo>
                  <a:cubicBezTo>
                    <a:pt x="1" y="3271"/>
                    <a:pt x="278" y="3534"/>
                    <a:pt x="625" y="3534"/>
                  </a:cubicBezTo>
                  <a:lnTo>
                    <a:pt x="860" y="3534"/>
                  </a:lnTo>
                  <a:cubicBezTo>
                    <a:pt x="1193" y="3534"/>
                    <a:pt x="1471" y="3271"/>
                    <a:pt x="1471" y="2924"/>
                  </a:cubicBezTo>
                  <a:lnTo>
                    <a:pt x="1471" y="1634"/>
                  </a:lnTo>
                  <a:lnTo>
                    <a:pt x="2802" y="1246"/>
                  </a:lnTo>
                  <a:lnTo>
                    <a:pt x="2802" y="2023"/>
                  </a:lnTo>
                  <a:cubicBezTo>
                    <a:pt x="2719" y="1981"/>
                    <a:pt x="2635" y="1967"/>
                    <a:pt x="2552" y="1967"/>
                  </a:cubicBezTo>
                  <a:lnTo>
                    <a:pt x="2317" y="1967"/>
                  </a:lnTo>
                  <a:cubicBezTo>
                    <a:pt x="1984" y="1967"/>
                    <a:pt x="1707" y="2245"/>
                    <a:pt x="1707" y="2577"/>
                  </a:cubicBezTo>
                  <a:cubicBezTo>
                    <a:pt x="1707" y="2924"/>
                    <a:pt x="1984" y="3201"/>
                    <a:pt x="2317" y="3201"/>
                  </a:cubicBezTo>
                  <a:lnTo>
                    <a:pt x="2552" y="3201"/>
                  </a:lnTo>
                  <a:cubicBezTo>
                    <a:pt x="2899" y="3201"/>
                    <a:pt x="3177" y="2924"/>
                    <a:pt x="3177" y="2577"/>
                  </a:cubicBezTo>
                  <a:lnTo>
                    <a:pt x="3177" y="178"/>
                  </a:lnTo>
                  <a:cubicBezTo>
                    <a:pt x="3177" y="178"/>
                    <a:pt x="3162" y="164"/>
                    <a:pt x="3162" y="150"/>
                  </a:cubicBezTo>
                  <a:cubicBezTo>
                    <a:pt x="3152" y="71"/>
                    <a:pt x="3075" y="1"/>
                    <a:pt x="29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47"/>
            <p:cNvSpPr/>
            <p:nvPr/>
          </p:nvSpPr>
          <p:spPr>
            <a:xfrm>
              <a:off x="2843380" y="3541587"/>
              <a:ext cx="41055" cy="97606"/>
            </a:xfrm>
            <a:custGeom>
              <a:avLst/>
              <a:gdLst/>
              <a:ahLst/>
              <a:cxnLst/>
              <a:rect l="l" t="t" r="r" b="b"/>
              <a:pathLst>
                <a:path w="861" h="2047" extrusionOk="0">
                  <a:moveTo>
                    <a:pt x="202" y="1"/>
                  </a:moveTo>
                  <a:cubicBezTo>
                    <a:pt x="154" y="1"/>
                    <a:pt x="105" y="18"/>
                    <a:pt x="71" y="52"/>
                  </a:cubicBezTo>
                  <a:cubicBezTo>
                    <a:pt x="1" y="135"/>
                    <a:pt x="1" y="246"/>
                    <a:pt x="71" y="316"/>
                  </a:cubicBezTo>
                  <a:cubicBezTo>
                    <a:pt x="459" y="705"/>
                    <a:pt x="459" y="1342"/>
                    <a:pt x="71" y="1731"/>
                  </a:cubicBezTo>
                  <a:cubicBezTo>
                    <a:pt x="1" y="1800"/>
                    <a:pt x="1" y="1925"/>
                    <a:pt x="71" y="1994"/>
                  </a:cubicBezTo>
                  <a:cubicBezTo>
                    <a:pt x="105" y="2029"/>
                    <a:pt x="154" y="2046"/>
                    <a:pt x="202" y="2046"/>
                  </a:cubicBezTo>
                  <a:cubicBezTo>
                    <a:pt x="251" y="2046"/>
                    <a:pt x="299" y="2029"/>
                    <a:pt x="334" y="1994"/>
                  </a:cubicBezTo>
                  <a:cubicBezTo>
                    <a:pt x="861" y="1453"/>
                    <a:pt x="861" y="594"/>
                    <a:pt x="334" y="52"/>
                  </a:cubicBezTo>
                  <a:cubicBezTo>
                    <a:pt x="299" y="18"/>
                    <a:pt x="251" y="1"/>
                    <a:pt x="2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47"/>
            <p:cNvSpPr/>
            <p:nvPr/>
          </p:nvSpPr>
          <p:spPr>
            <a:xfrm>
              <a:off x="2873802" y="3511165"/>
              <a:ext cx="47683" cy="158449"/>
            </a:xfrm>
            <a:custGeom>
              <a:avLst/>
              <a:gdLst/>
              <a:ahLst/>
              <a:cxnLst/>
              <a:rect l="l" t="t" r="r" b="b"/>
              <a:pathLst>
                <a:path w="1000" h="3323" extrusionOk="0">
                  <a:moveTo>
                    <a:pt x="202" y="1"/>
                  </a:moveTo>
                  <a:cubicBezTo>
                    <a:pt x="154" y="1"/>
                    <a:pt x="105" y="18"/>
                    <a:pt x="71" y="52"/>
                  </a:cubicBezTo>
                  <a:cubicBezTo>
                    <a:pt x="1" y="122"/>
                    <a:pt x="1" y="246"/>
                    <a:pt x="71" y="316"/>
                  </a:cubicBezTo>
                  <a:cubicBezTo>
                    <a:pt x="431" y="677"/>
                    <a:pt x="625" y="1148"/>
                    <a:pt x="625" y="1661"/>
                  </a:cubicBezTo>
                  <a:cubicBezTo>
                    <a:pt x="625" y="2175"/>
                    <a:pt x="431" y="2646"/>
                    <a:pt x="71" y="3007"/>
                  </a:cubicBezTo>
                  <a:cubicBezTo>
                    <a:pt x="1" y="3075"/>
                    <a:pt x="1" y="3201"/>
                    <a:pt x="71" y="3270"/>
                  </a:cubicBezTo>
                  <a:cubicBezTo>
                    <a:pt x="105" y="3305"/>
                    <a:pt x="154" y="3322"/>
                    <a:pt x="202" y="3322"/>
                  </a:cubicBezTo>
                  <a:cubicBezTo>
                    <a:pt x="251" y="3322"/>
                    <a:pt x="299" y="3305"/>
                    <a:pt x="334" y="3270"/>
                  </a:cubicBezTo>
                  <a:cubicBezTo>
                    <a:pt x="764" y="2840"/>
                    <a:pt x="999" y="2271"/>
                    <a:pt x="999" y="1661"/>
                  </a:cubicBezTo>
                  <a:cubicBezTo>
                    <a:pt x="999" y="1051"/>
                    <a:pt x="764" y="483"/>
                    <a:pt x="334" y="52"/>
                  </a:cubicBezTo>
                  <a:cubicBezTo>
                    <a:pt x="299" y="18"/>
                    <a:pt x="251" y="1"/>
                    <a:pt x="2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47"/>
            <p:cNvSpPr/>
            <p:nvPr/>
          </p:nvSpPr>
          <p:spPr>
            <a:xfrm>
              <a:off x="2592803" y="3541587"/>
              <a:ext cx="41675" cy="97606"/>
            </a:xfrm>
            <a:custGeom>
              <a:avLst/>
              <a:gdLst/>
              <a:ahLst/>
              <a:cxnLst/>
              <a:rect l="l" t="t" r="r" b="b"/>
              <a:pathLst>
                <a:path w="874" h="2047" extrusionOk="0">
                  <a:moveTo>
                    <a:pt x="664" y="1"/>
                  </a:moveTo>
                  <a:cubicBezTo>
                    <a:pt x="618" y="1"/>
                    <a:pt x="569" y="18"/>
                    <a:pt x="527" y="52"/>
                  </a:cubicBezTo>
                  <a:cubicBezTo>
                    <a:pt x="0" y="594"/>
                    <a:pt x="0" y="1453"/>
                    <a:pt x="527" y="1994"/>
                  </a:cubicBezTo>
                  <a:cubicBezTo>
                    <a:pt x="569" y="2029"/>
                    <a:pt x="618" y="2046"/>
                    <a:pt x="664" y="2046"/>
                  </a:cubicBezTo>
                  <a:cubicBezTo>
                    <a:pt x="711" y="2046"/>
                    <a:pt x="756" y="2029"/>
                    <a:pt x="790" y="1994"/>
                  </a:cubicBezTo>
                  <a:cubicBezTo>
                    <a:pt x="874" y="1925"/>
                    <a:pt x="874" y="1800"/>
                    <a:pt x="790" y="1731"/>
                  </a:cubicBezTo>
                  <a:cubicBezTo>
                    <a:pt x="402" y="1342"/>
                    <a:pt x="402" y="705"/>
                    <a:pt x="790" y="316"/>
                  </a:cubicBezTo>
                  <a:cubicBezTo>
                    <a:pt x="874" y="246"/>
                    <a:pt x="874" y="135"/>
                    <a:pt x="790" y="52"/>
                  </a:cubicBezTo>
                  <a:cubicBezTo>
                    <a:pt x="756" y="18"/>
                    <a:pt x="711" y="1"/>
                    <a:pt x="6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47"/>
            <p:cNvSpPr/>
            <p:nvPr/>
          </p:nvSpPr>
          <p:spPr>
            <a:xfrm>
              <a:off x="2555753" y="3511165"/>
              <a:ext cx="47683" cy="158449"/>
            </a:xfrm>
            <a:custGeom>
              <a:avLst/>
              <a:gdLst/>
              <a:ahLst/>
              <a:cxnLst/>
              <a:rect l="l" t="t" r="r" b="b"/>
              <a:pathLst>
                <a:path w="1000" h="3323" extrusionOk="0">
                  <a:moveTo>
                    <a:pt x="803" y="1"/>
                  </a:moveTo>
                  <a:cubicBezTo>
                    <a:pt x="757" y="1"/>
                    <a:pt x="708" y="18"/>
                    <a:pt x="666" y="52"/>
                  </a:cubicBezTo>
                  <a:cubicBezTo>
                    <a:pt x="236" y="483"/>
                    <a:pt x="1" y="1051"/>
                    <a:pt x="1" y="1661"/>
                  </a:cubicBezTo>
                  <a:cubicBezTo>
                    <a:pt x="1" y="2271"/>
                    <a:pt x="236" y="2840"/>
                    <a:pt x="666" y="3270"/>
                  </a:cubicBezTo>
                  <a:cubicBezTo>
                    <a:pt x="708" y="3305"/>
                    <a:pt x="757" y="3322"/>
                    <a:pt x="803" y="3322"/>
                  </a:cubicBezTo>
                  <a:cubicBezTo>
                    <a:pt x="850" y="3322"/>
                    <a:pt x="895" y="3305"/>
                    <a:pt x="929" y="3270"/>
                  </a:cubicBezTo>
                  <a:cubicBezTo>
                    <a:pt x="999" y="3201"/>
                    <a:pt x="999" y="3075"/>
                    <a:pt x="929" y="3007"/>
                  </a:cubicBezTo>
                  <a:cubicBezTo>
                    <a:pt x="569" y="2646"/>
                    <a:pt x="375" y="2175"/>
                    <a:pt x="375" y="1661"/>
                  </a:cubicBezTo>
                  <a:cubicBezTo>
                    <a:pt x="375" y="1148"/>
                    <a:pt x="569" y="677"/>
                    <a:pt x="929" y="316"/>
                  </a:cubicBezTo>
                  <a:cubicBezTo>
                    <a:pt x="999" y="246"/>
                    <a:pt x="999" y="122"/>
                    <a:pt x="929" y="52"/>
                  </a:cubicBezTo>
                  <a:cubicBezTo>
                    <a:pt x="895" y="18"/>
                    <a:pt x="850" y="1"/>
                    <a:pt x="8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47"/>
            <p:cNvSpPr/>
            <p:nvPr/>
          </p:nvSpPr>
          <p:spPr>
            <a:xfrm>
              <a:off x="2855301" y="3751633"/>
              <a:ext cx="19884" cy="17356"/>
            </a:xfrm>
            <a:custGeom>
              <a:avLst/>
              <a:gdLst/>
              <a:ahLst/>
              <a:cxnLst/>
              <a:rect l="l" t="t" r="r" b="b"/>
              <a:pathLst>
                <a:path w="417" h="364" extrusionOk="0">
                  <a:moveTo>
                    <a:pt x="207" y="1"/>
                  </a:moveTo>
                  <a:cubicBezTo>
                    <a:pt x="174" y="1"/>
                    <a:pt x="141" y="10"/>
                    <a:pt x="111" y="29"/>
                  </a:cubicBezTo>
                  <a:cubicBezTo>
                    <a:pt x="28" y="85"/>
                    <a:pt x="0" y="196"/>
                    <a:pt x="56" y="279"/>
                  </a:cubicBezTo>
                  <a:cubicBezTo>
                    <a:pt x="92" y="333"/>
                    <a:pt x="151" y="363"/>
                    <a:pt x="210" y="363"/>
                  </a:cubicBezTo>
                  <a:cubicBezTo>
                    <a:pt x="243" y="363"/>
                    <a:pt x="276" y="354"/>
                    <a:pt x="306" y="335"/>
                  </a:cubicBezTo>
                  <a:cubicBezTo>
                    <a:pt x="389" y="279"/>
                    <a:pt x="416" y="168"/>
                    <a:pt x="361" y="85"/>
                  </a:cubicBezTo>
                  <a:cubicBezTo>
                    <a:pt x="325" y="31"/>
                    <a:pt x="266" y="1"/>
                    <a:pt x="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9" name="Google Shape;1489;p47"/>
          <p:cNvGrpSpPr/>
          <p:nvPr/>
        </p:nvGrpSpPr>
        <p:grpSpPr>
          <a:xfrm rot="10800000" flipH="1">
            <a:off x="1891507" y="2672962"/>
            <a:ext cx="191574" cy="193531"/>
            <a:chOff x="3250741" y="3419088"/>
            <a:chExt cx="447081" cy="451649"/>
          </a:xfrm>
        </p:grpSpPr>
        <p:sp>
          <p:nvSpPr>
            <p:cNvPr id="1490" name="Google Shape;1490;p47"/>
            <p:cNvSpPr/>
            <p:nvPr/>
          </p:nvSpPr>
          <p:spPr>
            <a:xfrm>
              <a:off x="3250741" y="3419088"/>
              <a:ext cx="439108" cy="451649"/>
            </a:xfrm>
            <a:custGeom>
              <a:avLst/>
              <a:gdLst/>
              <a:ahLst/>
              <a:cxnLst/>
              <a:rect l="l" t="t" r="r" b="b"/>
              <a:pathLst>
                <a:path w="9209" h="9472" extrusionOk="0">
                  <a:moveTo>
                    <a:pt x="4286" y="3662"/>
                  </a:moveTo>
                  <a:cubicBezTo>
                    <a:pt x="4425" y="3980"/>
                    <a:pt x="4619" y="4272"/>
                    <a:pt x="4869" y="4507"/>
                  </a:cubicBezTo>
                  <a:lnTo>
                    <a:pt x="2663" y="5160"/>
                  </a:lnTo>
                  <a:lnTo>
                    <a:pt x="2663" y="4133"/>
                  </a:lnTo>
                  <a:lnTo>
                    <a:pt x="4286" y="3662"/>
                  </a:lnTo>
                  <a:close/>
                  <a:moveTo>
                    <a:pt x="5132" y="7031"/>
                  </a:moveTo>
                  <a:cubicBezTo>
                    <a:pt x="5520" y="7031"/>
                    <a:pt x="5839" y="7351"/>
                    <a:pt x="5839" y="7739"/>
                  </a:cubicBezTo>
                  <a:lnTo>
                    <a:pt x="5839" y="7752"/>
                  </a:lnTo>
                  <a:cubicBezTo>
                    <a:pt x="5839" y="8141"/>
                    <a:pt x="5520" y="8460"/>
                    <a:pt x="5132" y="8460"/>
                  </a:cubicBezTo>
                  <a:lnTo>
                    <a:pt x="4619" y="8460"/>
                  </a:lnTo>
                  <a:cubicBezTo>
                    <a:pt x="4231" y="8460"/>
                    <a:pt x="3911" y="8141"/>
                    <a:pt x="3911" y="7752"/>
                  </a:cubicBezTo>
                  <a:cubicBezTo>
                    <a:pt x="3911" y="7364"/>
                    <a:pt x="4216" y="7031"/>
                    <a:pt x="4619" y="7031"/>
                  </a:cubicBezTo>
                  <a:close/>
                  <a:moveTo>
                    <a:pt x="1596" y="7669"/>
                  </a:moveTo>
                  <a:cubicBezTo>
                    <a:pt x="1984" y="7669"/>
                    <a:pt x="2289" y="7989"/>
                    <a:pt x="2289" y="8377"/>
                  </a:cubicBezTo>
                  <a:lnTo>
                    <a:pt x="2289" y="8390"/>
                  </a:lnTo>
                  <a:lnTo>
                    <a:pt x="2289" y="8405"/>
                  </a:lnTo>
                  <a:cubicBezTo>
                    <a:pt x="2289" y="8779"/>
                    <a:pt x="1984" y="9098"/>
                    <a:pt x="1596" y="9098"/>
                  </a:cubicBezTo>
                  <a:lnTo>
                    <a:pt x="1069" y="9098"/>
                  </a:lnTo>
                  <a:cubicBezTo>
                    <a:pt x="694" y="9098"/>
                    <a:pt x="375" y="8779"/>
                    <a:pt x="375" y="8405"/>
                  </a:cubicBezTo>
                  <a:lnTo>
                    <a:pt x="375" y="8377"/>
                  </a:lnTo>
                  <a:cubicBezTo>
                    <a:pt x="375" y="7989"/>
                    <a:pt x="694" y="7669"/>
                    <a:pt x="1069" y="7669"/>
                  </a:cubicBezTo>
                  <a:close/>
                  <a:moveTo>
                    <a:pt x="6699" y="1"/>
                  </a:moveTo>
                  <a:cubicBezTo>
                    <a:pt x="5243" y="1"/>
                    <a:pt x="4064" y="1179"/>
                    <a:pt x="4064" y="2636"/>
                  </a:cubicBezTo>
                  <a:cubicBezTo>
                    <a:pt x="4064" y="2857"/>
                    <a:pt x="4105" y="3093"/>
                    <a:pt x="4161" y="3315"/>
                  </a:cubicBezTo>
                  <a:lnTo>
                    <a:pt x="2428" y="3814"/>
                  </a:lnTo>
                  <a:cubicBezTo>
                    <a:pt x="2345" y="3842"/>
                    <a:pt x="2289" y="3911"/>
                    <a:pt x="2289" y="3995"/>
                  </a:cubicBezTo>
                  <a:lnTo>
                    <a:pt x="2289" y="7573"/>
                  </a:lnTo>
                  <a:cubicBezTo>
                    <a:pt x="2108" y="7406"/>
                    <a:pt x="1859" y="7309"/>
                    <a:pt x="1596" y="7309"/>
                  </a:cubicBezTo>
                  <a:lnTo>
                    <a:pt x="1069" y="7309"/>
                  </a:lnTo>
                  <a:cubicBezTo>
                    <a:pt x="486" y="7309"/>
                    <a:pt x="0" y="7780"/>
                    <a:pt x="0" y="8377"/>
                  </a:cubicBezTo>
                  <a:lnTo>
                    <a:pt x="0" y="8405"/>
                  </a:lnTo>
                  <a:cubicBezTo>
                    <a:pt x="0" y="8987"/>
                    <a:pt x="486" y="9472"/>
                    <a:pt x="1069" y="9472"/>
                  </a:cubicBezTo>
                  <a:lnTo>
                    <a:pt x="1596" y="9472"/>
                  </a:lnTo>
                  <a:cubicBezTo>
                    <a:pt x="2178" y="9472"/>
                    <a:pt x="2663" y="8987"/>
                    <a:pt x="2663" y="8405"/>
                  </a:cubicBezTo>
                  <a:lnTo>
                    <a:pt x="2663" y="8390"/>
                  </a:lnTo>
                  <a:lnTo>
                    <a:pt x="2663" y="8377"/>
                  </a:lnTo>
                  <a:lnTo>
                    <a:pt x="2663" y="5548"/>
                  </a:lnTo>
                  <a:lnTo>
                    <a:pt x="4896" y="4882"/>
                  </a:lnTo>
                  <a:lnTo>
                    <a:pt x="4896" y="5506"/>
                  </a:lnTo>
                  <a:cubicBezTo>
                    <a:pt x="4896" y="5613"/>
                    <a:pt x="4987" y="5695"/>
                    <a:pt x="5086" y="5695"/>
                  </a:cubicBezTo>
                  <a:cubicBezTo>
                    <a:pt x="5115" y="5695"/>
                    <a:pt x="5145" y="5688"/>
                    <a:pt x="5174" y="5672"/>
                  </a:cubicBezTo>
                  <a:lnTo>
                    <a:pt x="5839" y="5339"/>
                  </a:lnTo>
                  <a:lnTo>
                    <a:pt x="5839" y="6920"/>
                  </a:lnTo>
                  <a:cubicBezTo>
                    <a:pt x="5645" y="6768"/>
                    <a:pt x="5409" y="6657"/>
                    <a:pt x="5132" y="6657"/>
                  </a:cubicBezTo>
                  <a:lnTo>
                    <a:pt x="4619" y="6657"/>
                  </a:lnTo>
                  <a:cubicBezTo>
                    <a:pt x="4022" y="6657"/>
                    <a:pt x="3537" y="7170"/>
                    <a:pt x="3551" y="7752"/>
                  </a:cubicBezTo>
                  <a:cubicBezTo>
                    <a:pt x="3551" y="8349"/>
                    <a:pt x="4022" y="8834"/>
                    <a:pt x="4619" y="8834"/>
                  </a:cubicBezTo>
                  <a:lnTo>
                    <a:pt x="5132" y="8834"/>
                  </a:lnTo>
                  <a:cubicBezTo>
                    <a:pt x="5728" y="8834"/>
                    <a:pt x="6213" y="8335"/>
                    <a:pt x="6213" y="7752"/>
                  </a:cubicBezTo>
                  <a:lnTo>
                    <a:pt x="6213" y="5215"/>
                  </a:lnTo>
                  <a:cubicBezTo>
                    <a:pt x="6366" y="5243"/>
                    <a:pt x="6533" y="5256"/>
                    <a:pt x="6699" y="5256"/>
                  </a:cubicBezTo>
                  <a:cubicBezTo>
                    <a:pt x="7809" y="5256"/>
                    <a:pt x="8807" y="4549"/>
                    <a:pt x="9181" y="3495"/>
                  </a:cubicBezTo>
                  <a:cubicBezTo>
                    <a:pt x="9209" y="3398"/>
                    <a:pt x="9153" y="3287"/>
                    <a:pt x="9057" y="3259"/>
                  </a:cubicBezTo>
                  <a:cubicBezTo>
                    <a:pt x="9038" y="3250"/>
                    <a:pt x="9017" y="3245"/>
                    <a:pt x="8997" y="3245"/>
                  </a:cubicBezTo>
                  <a:cubicBezTo>
                    <a:pt x="8927" y="3245"/>
                    <a:pt x="8856" y="3295"/>
                    <a:pt x="8835" y="3370"/>
                  </a:cubicBezTo>
                  <a:cubicBezTo>
                    <a:pt x="8515" y="4272"/>
                    <a:pt x="7656" y="4882"/>
                    <a:pt x="6699" y="4882"/>
                  </a:cubicBezTo>
                  <a:cubicBezTo>
                    <a:pt x="6518" y="4882"/>
                    <a:pt x="6324" y="4868"/>
                    <a:pt x="6158" y="4812"/>
                  </a:cubicBezTo>
                  <a:cubicBezTo>
                    <a:pt x="6102" y="4812"/>
                    <a:pt x="6061" y="4812"/>
                    <a:pt x="6019" y="4827"/>
                  </a:cubicBezTo>
                  <a:lnTo>
                    <a:pt x="5270" y="5215"/>
                  </a:lnTo>
                  <a:lnTo>
                    <a:pt x="5270" y="4466"/>
                  </a:lnTo>
                  <a:cubicBezTo>
                    <a:pt x="5270" y="4411"/>
                    <a:pt x="5243" y="4355"/>
                    <a:pt x="5202" y="4327"/>
                  </a:cubicBezTo>
                  <a:cubicBezTo>
                    <a:pt x="4730" y="3897"/>
                    <a:pt x="4438" y="3274"/>
                    <a:pt x="4438" y="2621"/>
                  </a:cubicBezTo>
                  <a:cubicBezTo>
                    <a:pt x="4438" y="1387"/>
                    <a:pt x="5451" y="375"/>
                    <a:pt x="6699" y="375"/>
                  </a:cubicBezTo>
                  <a:cubicBezTo>
                    <a:pt x="7656" y="375"/>
                    <a:pt x="8515" y="985"/>
                    <a:pt x="8835" y="1887"/>
                  </a:cubicBezTo>
                  <a:cubicBezTo>
                    <a:pt x="8856" y="1961"/>
                    <a:pt x="8927" y="2011"/>
                    <a:pt x="9003" y="2011"/>
                  </a:cubicBezTo>
                  <a:cubicBezTo>
                    <a:pt x="9025" y="2011"/>
                    <a:pt x="9048" y="2007"/>
                    <a:pt x="9070" y="1998"/>
                  </a:cubicBezTo>
                  <a:cubicBezTo>
                    <a:pt x="9153" y="1970"/>
                    <a:pt x="9209" y="1859"/>
                    <a:pt x="9181" y="1761"/>
                  </a:cubicBezTo>
                  <a:cubicBezTo>
                    <a:pt x="8807" y="707"/>
                    <a:pt x="7809" y="1"/>
                    <a:pt x="66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47"/>
            <p:cNvSpPr/>
            <p:nvPr/>
          </p:nvSpPr>
          <p:spPr>
            <a:xfrm>
              <a:off x="3508614" y="3490518"/>
              <a:ext cx="27227" cy="17881"/>
            </a:xfrm>
            <a:custGeom>
              <a:avLst/>
              <a:gdLst/>
              <a:ahLst/>
              <a:cxnLst/>
              <a:rect l="l" t="t" r="r" b="b"/>
              <a:pathLst>
                <a:path w="571" h="375" extrusionOk="0">
                  <a:moveTo>
                    <a:pt x="182" y="0"/>
                  </a:moveTo>
                  <a:cubicBezTo>
                    <a:pt x="84" y="0"/>
                    <a:pt x="1" y="84"/>
                    <a:pt x="1" y="180"/>
                  </a:cubicBezTo>
                  <a:cubicBezTo>
                    <a:pt x="1" y="291"/>
                    <a:pt x="84" y="374"/>
                    <a:pt x="182" y="374"/>
                  </a:cubicBezTo>
                  <a:lnTo>
                    <a:pt x="389" y="374"/>
                  </a:lnTo>
                  <a:cubicBezTo>
                    <a:pt x="487" y="374"/>
                    <a:pt x="570" y="291"/>
                    <a:pt x="570" y="180"/>
                  </a:cubicBezTo>
                  <a:cubicBezTo>
                    <a:pt x="570" y="84"/>
                    <a:pt x="487" y="0"/>
                    <a:pt x="3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47"/>
            <p:cNvSpPr/>
            <p:nvPr/>
          </p:nvSpPr>
          <p:spPr>
            <a:xfrm>
              <a:off x="3555630" y="3490518"/>
              <a:ext cx="76054" cy="17881"/>
            </a:xfrm>
            <a:custGeom>
              <a:avLst/>
              <a:gdLst/>
              <a:ahLst/>
              <a:cxnLst/>
              <a:rect l="l" t="t" r="r" b="b"/>
              <a:pathLst>
                <a:path w="1595" h="375" extrusionOk="0">
                  <a:moveTo>
                    <a:pt x="180" y="0"/>
                  </a:moveTo>
                  <a:cubicBezTo>
                    <a:pt x="83" y="0"/>
                    <a:pt x="0" y="84"/>
                    <a:pt x="0" y="180"/>
                  </a:cubicBezTo>
                  <a:cubicBezTo>
                    <a:pt x="0" y="291"/>
                    <a:pt x="83" y="374"/>
                    <a:pt x="180" y="374"/>
                  </a:cubicBezTo>
                  <a:lnTo>
                    <a:pt x="1400" y="374"/>
                  </a:lnTo>
                  <a:cubicBezTo>
                    <a:pt x="1511" y="374"/>
                    <a:pt x="1594" y="291"/>
                    <a:pt x="1594" y="180"/>
                  </a:cubicBezTo>
                  <a:cubicBezTo>
                    <a:pt x="1594" y="84"/>
                    <a:pt x="1511" y="0"/>
                    <a:pt x="14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47"/>
            <p:cNvSpPr/>
            <p:nvPr/>
          </p:nvSpPr>
          <p:spPr>
            <a:xfrm>
              <a:off x="3508614" y="3534816"/>
              <a:ext cx="27227" cy="17213"/>
            </a:xfrm>
            <a:custGeom>
              <a:avLst/>
              <a:gdLst/>
              <a:ahLst/>
              <a:cxnLst/>
              <a:rect l="l" t="t" r="r" b="b"/>
              <a:pathLst>
                <a:path w="571" h="361" extrusionOk="0">
                  <a:moveTo>
                    <a:pt x="182" y="0"/>
                  </a:moveTo>
                  <a:cubicBezTo>
                    <a:pt x="84" y="0"/>
                    <a:pt x="1" y="83"/>
                    <a:pt x="1" y="181"/>
                  </a:cubicBezTo>
                  <a:cubicBezTo>
                    <a:pt x="1" y="277"/>
                    <a:pt x="84" y="361"/>
                    <a:pt x="182" y="361"/>
                  </a:cubicBezTo>
                  <a:lnTo>
                    <a:pt x="389" y="361"/>
                  </a:lnTo>
                  <a:cubicBezTo>
                    <a:pt x="487" y="361"/>
                    <a:pt x="570" y="277"/>
                    <a:pt x="570" y="181"/>
                  </a:cubicBezTo>
                  <a:cubicBezTo>
                    <a:pt x="570" y="83"/>
                    <a:pt x="487" y="0"/>
                    <a:pt x="3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47"/>
            <p:cNvSpPr/>
            <p:nvPr/>
          </p:nvSpPr>
          <p:spPr>
            <a:xfrm>
              <a:off x="3555630" y="3534816"/>
              <a:ext cx="76054" cy="17213"/>
            </a:xfrm>
            <a:custGeom>
              <a:avLst/>
              <a:gdLst/>
              <a:ahLst/>
              <a:cxnLst/>
              <a:rect l="l" t="t" r="r" b="b"/>
              <a:pathLst>
                <a:path w="1595" h="361" extrusionOk="0">
                  <a:moveTo>
                    <a:pt x="180" y="0"/>
                  </a:moveTo>
                  <a:cubicBezTo>
                    <a:pt x="83" y="0"/>
                    <a:pt x="0" y="83"/>
                    <a:pt x="0" y="181"/>
                  </a:cubicBezTo>
                  <a:cubicBezTo>
                    <a:pt x="0" y="277"/>
                    <a:pt x="83" y="361"/>
                    <a:pt x="180" y="361"/>
                  </a:cubicBezTo>
                  <a:lnTo>
                    <a:pt x="1400" y="361"/>
                  </a:lnTo>
                  <a:cubicBezTo>
                    <a:pt x="1511" y="361"/>
                    <a:pt x="1594" y="277"/>
                    <a:pt x="1594" y="181"/>
                  </a:cubicBezTo>
                  <a:cubicBezTo>
                    <a:pt x="1594" y="83"/>
                    <a:pt x="1511" y="0"/>
                    <a:pt x="14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47"/>
            <p:cNvSpPr/>
            <p:nvPr/>
          </p:nvSpPr>
          <p:spPr>
            <a:xfrm>
              <a:off x="3508614" y="3578446"/>
              <a:ext cx="27227" cy="17929"/>
            </a:xfrm>
            <a:custGeom>
              <a:avLst/>
              <a:gdLst/>
              <a:ahLst/>
              <a:cxnLst/>
              <a:rect l="l" t="t" r="r" b="b"/>
              <a:pathLst>
                <a:path w="571" h="376" extrusionOk="0">
                  <a:moveTo>
                    <a:pt x="182" y="0"/>
                  </a:moveTo>
                  <a:cubicBezTo>
                    <a:pt x="84" y="0"/>
                    <a:pt x="1" y="84"/>
                    <a:pt x="1" y="194"/>
                  </a:cubicBezTo>
                  <a:cubicBezTo>
                    <a:pt x="1" y="292"/>
                    <a:pt x="84" y="375"/>
                    <a:pt x="182" y="375"/>
                  </a:cubicBezTo>
                  <a:lnTo>
                    <a:pt x="389" y="375"/>
                  </a:lnTo>
                  <a:cubicBezTo>
                    <a:pt x="487" y="375"/>
                    <a:pt x="570" y="292"/>
                    <a:pt x="570" y="194"/>
                  </a:cubicBezTo>
                  <a:cubicBezTo>
                    <a:pt x="570" y="84"/>
                    <a:pt x="487" y="0"/>
                    <a:pt x="3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47"/>
            <p:cNvSpPr/>
            <p:nvPr/>
          </p:nvSpPr>
          <p:spPr>
            <a:xfrm>
              <a:off x="3555630" y="3578446"/>
              <a:ext cx="76054" cy="17929"/>
            </a:xfrm>
            <a:custGeom>
              <a:avLst/>
              <a:gdLst/>
              <a:ahLst/>
              <a:cxnLst/>
              <a:rect l="l" t="t" r="r" b="b"/>
              <a:pathLst>
                <a:path w="1595" h="376" extrusionOk="0">
                  <a:moveTo>
                    <a:pt x="180" y="0"/>
                  </a:moveTo>
                  <a:cubicBezTo>
                    <a:pt x="83" y="0"/>
                    <a:pt x="0" y="84"/>
                    <a:pt x="0" y="194"/>
                  </a:cubicBezTo>
                  <a:cubicBezTo>
                    <a:pt x="0" y="292"/>
                    <a:pt x="83" y="375"/>
                    <a:pt x="180" y="375"/>
                  </a:cubicBezTo>
                  <a:lnTo>
                    <a:pt x="1400" y="375"/>
                  </a:lnTo>
                  <a:cubicBezTo>
                    <a:pt x="1511" y="375"/>
                    <a:pt x="1594" y="292"/>
                    <a:pt x="1594" y="194"/>
                  </a:cubicBezTo>
                  <a:cubicBezTo>
                    <a:pt x="1594" y="84"/>
                    <a:pt x="1511" y="0"/>
                    <a:pt x="14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47"/>
            <p:cNvSpPr/>
            <p:nvPr/>
          </p:nvSpPr>
          <p:spPr>
            <a:xfrm>
              <a:off x="3674839" y="3535435"/>
              <a:ext cx="22983" cy="17738"/>
            </a:xfrm>
            <a:custGeom>
              <a:avLst/>
              <a:gdLst/>
              <a:ahLst/>
              <a:cxnLst/>
              <a:rect l="l" t="t" r="r" b="b"/>
              <a:pathLst>
                <a:path w="482" h="372" extrusionOk="0">
                  <a:moveTo>
                    <a:pt x="256" y="1"/>
                  </a:moveTo>
                  <a:cubicBezTo>
                    <a:pt x="100" y="1"/>
                    <a:pt x="0" y="186"/>
                    <a:pt x="107" y="307"/>
                  </a:cubicBezTo>
                  <a:cubicBezTo>
                    <a:pt x="142" y="350"/>
                    <a:pt x="198" y="371"/>
                    <a:pt x="252" y="371"/>
                  </a:cubicBezTo>
                  <a:cubicBezTo>
                    <a:pt x="285" y="371"/>
                    <a:pt x="317" y="363"/>
                    <a:pt x="343" y="348"/>
                  </a:cubicBezTo>
                  <a:cubicBezTo>
                    <a:pt x="481" y="251"/>
                    <a:pt x="426" y="29"/>
                    <a:pt x="274" y="1"/>
                  </a:cubicBezTo>
                  <a:cubicBezTo>
                    <a:pt x="268" y="1"/>
                    <a:pt x="262" y="1"/>
                    <a:pt x="2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98" name="Google Shape;1498;p47"/>
          <p:cNvGrpSpPr/>
          <p:nvPr/>
        </p:nvGrpSpPr>
        <p:grpSpPr>
          <a:xfrm rot="10800000" flipH="1">
            <a:off x="1890528" y="3079322"/>
            <a:ext cx="193532" cy="170975"/>
            <a:chOff x="3981492" y="3445314"/>
            <a:chExt cx="451651" cy="399007"/>
          </a:xfrm>
        </p:grpSpPr>
        <p:sp>
          <p:nvSpPr>
            <p:cNvPr id="1499" name="Google Shape;1499;p47"/>
            <p:cNvSpPr/>
            <p:nvPr/>
          </p:nvSpPr>
          <p:spPr>
            <a:xfrm>
              <a:off x="4064795" y="3453372"/>
              <a:ext cx="368347" cy="390949"/>
            </a:xfrm>
            <a:custGeom>
              <a:avLst/>
              <a:gdLst/>
              <a:ahLst/>
              <a:cxnLst/>
              <a:rect l="l" t="t" r="r" b="b"/>
              <a:pathLst>
                <a:path w="7725" h="8199" extrusionOk="0">
                  <a:moveTo>
                    <a:pt x="2469" y="2000"/>
                  </a:moveTo>
                  <a:lnTo>
                    <a:pt x="2469" y="2000"/>
                  </a:lnTo>
                  <a:cubicBezTo>
                    <a:pt x="2344" y="2152"/>
                    <a:pt x="2247" y="2333"/>
                    <a:pt x="2149" y="2527"/>
                  </a:cubicBezTo>
                  <a:cubicBezTo>
                    <a:pt x="2081" y="2679"/>
                    <a:pt x="2011" y="2845"/>
                    <a:pt x="1955" y="3012"/>
                  </a:cubicBezTo>
                  <a:cubicBezTo>
                    <a:pt x="1692" y="2956"/>
                    <a:pt x="1443" y="2873"/>
                    <a:pt x="1221" y="2762"/>
                  </a:cubicBezTo>
                  <a:cubicBezTo>
                    <a:pt x="1567" y="2416"/>
                    <a:pt x="1997" y="2152"/>
                    <a:pt x="2469" y="2000"/>
                  </a:cubicBezTo>
                  <a:close/>
                  <a:moveTo>
                    <a:pt x="3356" y="1861"/>
                  </a:moveTo>
                  <a:cubicBezTo>
                    <a:pt x="3412" y="1861"/>
                    <a:pt x="3467" y="1874"/>
                    <a:pt x="3523" y="1902"/>
                  </a:cubicBezTo>
                  <a:cubicBezTo>
                    <a:pt x="3523" y="2263"/>
                    <a:pt x="3619" y="2638"/>
                    <a:pt x="3800" y="2956"/>
                  </a:cubicBezTo>
                  <a:lnTo>
                    <a:pt x="3773" y="3150"/>
                  </a:lnTo>
                  <a:cubicBezTo>
                    <a:pt x="3634" y="3165"/>
                    <a:pt x="3495" y="3165"/>
                    <a:pt x="3356" y="3165"/>
                  </a:cubicBezTo>
                  <a:cubicBezTo>
                    <a:pt x="2996" y="3165"/>
                    <a:pt x="2649" y="3137"/>
                    <a:pt x="2330" y="3082"/>
                  </a:cubicBezTo>
                  <a:cubicBezTo>
                    <a:pt x="2371" y="2943"/>
                    <a:pt x="2427" y="2817"/>
                    <a:pt x="2482" y="2693"/>
                  </a:cubicBezTo>
                  <a:cubicBezTo>
                    <a:pt x="2719" y="2166"/>
                    <a:pt x="3037" y="1861"/>
                    <a:pt x="3356" y="1861"/>
                  </a:cubicBezTo>
                  <a:close/>
                  <a:moveTo>
                    <a:pt x="971" y="3054"/>
                  </a:moveTo>
                  <a:cubicBezTo>
                    <a:pt x="1234" y="3192"/>
                    <a:pt x="1539" y="3289"/>
                    <a:pt x="1859" y="3372"/>
                  </a:cubicBezTo>
                  <a:cubicBezTo>
                    <a:pt x="1776" y="3775"/>
                    <a:pt x="1720" y="4204"/>
                    <a:pt x="1706" y="4662"/>
                  </a:cubicBezTo>
                  <a:lnTo>
                    <a:pt x="374" y="4662"/>
                  </a:lnTo>
                  <a:cubicBezTo>
                    <a:pt x="416" y="4080"/>
                    <a:pt x="624" y="3525"/>
                    <a:pt x="971" y="3054"/>
                  </a:cubicBezTo>
                  <a:close/>
                  <a:moveTo>
                    <a:pt x="2233" y="3442"/>
                  </a:moveTo>
                  <a:cubicBezTo>
                    <a:pt x="2580" y="3511"/>
                    <a:pt x="2968" y="3539"/>
                    <a:pt x="3356" y="3539"/>
                  </a:cubicBezTo>
                  <a:cubicBezTo>
                    <a:pt x="3481" y="3539"/>
                    <a:pt x="3606" y="3539"/>
                    <a:pt x="3745" y="3525"/>
                  </a:cubicBezTo>
                  <a:lnTo>
                    <a:pt x="3745" y="3525"/>
                  </a:lnTo>
                  <a:lnTo>
                    <a:pt x="3717" y="3775"/>
                  </a:lnTo>
                  <a:cubicBezTo>
                    <a:pt x="3704" y="3886"/>
                    <a:pt x="3792" y="3987"/>
                    <a:pt x="3900" y="3987"/>
                  </a:cubicBezTo>
                  <a:cubicBezTo>
                    <a:pt x="3913" y="3987"/>
                    <a:pt x="3926" y="3985"/>
                    <a:pt x="3939" y="3982"/>
                  </a:cubicBezTo>
                  <a:lnTo>
                    <a:pt x="4562" y="3844"/>
                  </a:lnTo>
                  <a:cubicBezTo>
                    <a:pt x="4605" y="4108"/>
                    <a:pt x="4618" y="4385"/>
                    <a:pt x="4632" y="4662"/>
                  </a:cubicBezTo>
                  <a:lnTo>
                    <a:pt x="2081" y="4662"/>
                  </a:lnTo>
                  <a:cubicBezTo>
                    <a:pt x="2081" y="4232"/>
                    <a:pt x="2136" y="3816"/>
                    <a:pt x="2233" y="3442"/>
                  </a:cubicBezTo>
                  <a:close/>
                  <a:moveTo>
                    <a:pt x="4937" y="3914"/>
                  </a:moveTo>
                  <a:lnTo>
                    <a:pt x="4937" y="3914"/>
                  </a:lnTo>
                  <a:cubicBezTo>
                    <a:pt x="5159" y="3982"/>
                    <a:pt x="5395" y="4025"/>
                    <a:pt x="5631" y="4025"/>
                  </a:cubicBezTo>
                  <a:cubicBezTo>
                    <a:pt x="5811" y="4025"/>
                    <a:pt x="6005" y="3997"/>
                    <a:pt x="6199" y="3955"/>
                  </a:cubicBezTo>
                  <a:cubicBezTo>
                    <a:pt x="6269" y="4177"/>
                    <a:pt x="6310" y="4426"/>
                    <a:pt x="6324" y="4662"/>
                  </a:cubicBezTo>
                  <a:lnTo>
                    <a:pt x="5006" y="4662"/>
                  </a:lnTo>
                  <a:cubicBezTo>
                    <a:pt x="4993" y="4413"/>
                    <a:pt x="4978" y="4163"/>
                    <a:pt x="4937" y="3914"/>
                  </a:cubicBezTo>
                  <a:close/>
                  <a:moveTo>
                    <a:pt x="4632" y="5036"/>
                  </a:moveTo>
                  <a:cubicBezTo>
                    <a:pt x="4618" y="5467"/>
                    <a:pt x="4562" y="5883"/>
                    <a:pt x="4479" y="6257"/>
                  </a:cubicBezTo>
                  <a:cubicBezTo>
                    <a:pt x="4119" y="6188"/>
                    <a:pt x="3745" y="6160"/>
                    <a:pt x="3356" y="6160"/>
                  </a:cubicBezTo>
                  <a:cubicBezTo>
                    <a:pt x="2968" y="6160"/>
                    <a:pt x="2580" y="6188"/>
                    <a:pt x="2233" y="6257"/>
                  </a:cubicBezTo>
                  <a:cubicBezTo>
                    <a:pt x="2136" y="5883"/>
                    <a:pt x="2081" y="5467"/>
                    <a:pt x="2081" y="5036"/>
                  </a:cubicBezTo>
                  <a:close/>
                  <a:moveTo>
                    <a:pt x="1706" y="5036"/>
                  </a:moveTo>
                  <a:cubicBezTo>
                    <a:pt x="1720" y="5495"/>
                    <a:pt x="1776" y="5924"/>
                    <a:pt x="1859" y="6327"/>
                  </a:cubicBezTo>
                  <a:cubicBezTo>
                    <a:pt x="1539" y="6410"/>
                    <a:pt x="1234" y="6506"/>
                    <a:pt x="971" y="6645"/>
                  </a:cubicBezTo>
                  <a:cubicBezTo>
                    <a:pt x="624" y="6188"/>
                    <a:pt x="416" y="5633"/>
                    <a:pt x="374" y="5036"/>
                  </a:cubicBezTo>
                  <a:close/>
                  <a:moveTo>
                    <a:pt x="6324" y="5036"/>
                  </a:moveTo>
                  <a:cubicBezTo>
                    <a:pt x="6296" y="5633"/>
                    <a:pt x="6075" y="6188"/>
                    <a:pt x="5742" y="6645"/>
                  </a:cubicBezTo>
                  <a:cubicBezTo>
                    <a:pt x="5478" y="6506"/>
                    <a:pt x="5173" y="6410"/>
                    <a:pt x="4840" y="6327"/>
                  </a:cubicBezTo>
                  <a:cubicBezTo>
                    <a:pt x="4937" y="5924"/>
                    <a:pt x="4993" y="5495"/>
                    <a:pt x="5006" y="5036"/>
                  </a:cubicBezTo>
                  <a:close/>
                  <a:moveTo>
                    <a:pt x="1955" y="6687"/>
                  </a:moveTo>
                  <a:cubicBezTo>
                    <a:pt x="2011" y="6854"/>
                    <a:pt x="2081" y="7020"/>
                    <a:pt x="2149" y="7172"/>
                  </a:cubicBezTo>
                  <a:cubicBezTo>
                    <a:pt x="2247" y="7381"/>
                    <a:pt x="2344" y="7547"/>
                    <a:pt x="2469" y="7699"/>
                  </a:cubicBezTo>
                  <a:cubicBezTo>
                    <a:pt x="1983" y="7547"/>
                    <a:pt x="1554" y="7283"/>
                    <a:pt x="1221" y="6937"/>
                  </a:cubicBezTo>
                  <a:cubicBezTo>
                    <a:pt x="1443" y="6826"/>
                    <a:pt x="1692" y="6743"/>
                    <a:pt x="1955" y="6687"/>
                  </a:cubicBezTo>
                  <a:close/>
                  <a:moveTo>
                    <a:pt x="4743" y="6687"/>
                  </a:moveTo>
                  <a:cubicBezTo>
                    <a:pt x="5021" y="6743"/>
                    <a:pt x="5270" y="6826"/>
                    <a:pt x="5492" y="6937"/>
                  </a:cubicBezTo>
                  <a:cubicBezTo>
                    <a:pt x="5145" y="7283"/>
                    <a:pt x="4716" y="7547"/>
                    <a:pt x="4244" y="7699"/>
                  </a:cubicBezTo>
                  <a:cubicBezTo>
                    <a:pt x="4355" y="7547"/>
                    <a:pt x="4466" y="7381"/>
                    <a:pt x="4562" y="7172"/>
                  </a:cubicBezTo>
                  <a:cubicBezTo>
                    <a:pt x="4632" y="7020"/>
                    <a:pt x="4688" y="6854"/>
                    <a:pt x="4743" y="6687"/>
                  </a:cubicBezTo>
                  <a:close/>
                  <a:moveTo>
                    <a:pt x="3356" y="6534"/>
                  </a:moveTo>
                  <a:cubicBezTo>
                    <a:pt x="3703" y="6534"/>
                    <a:pt x="4050" y="6562"/>
                    <a:pt x="4383" y="6617"/>
                  </a:cubicBezTo>
                  <a:cubicBezTo>
                    <a:pt x="4327" y="6756"/>
                    <a:pt x="4285" y="6881"/>
                    <a:pt x="4216" y="7006"/>
                  </a:cubicBezTo>
                  <a:cubicBezTo>
                    <a:pt x="3980" y="7533"/>
                    <a:pt x="3662" y="7838"/>
                    <a:pt x="3356" y="7838"/>
                  </a:cubicBezTo>
                  <a:cubicBezTo>
                    <a:pt x="3037" y="7838"/>
                    <a:pt x="2719" y="7533"/>
                    <a:pt x="2482" y="7006"/>
                  </a:cubicBezTo>
                  <a:cubicBezTo>
                    <a:pt x="2427" y="6881"/>
                    <a:pt x="2371" y="6756"/>
                    <a:pt x="2330" y="6617"/>
                  </a:cubicBezTo>
                  <a:cubicBezTo>
                    <a:pt x="2649" y="6562"/>
                    <a:pt x="2996" y="6534"/>
                    <a:pt x="3356" y="6534"/>
                  </a:cubicBezTo>
                  <a:close/>
                  <a:moveTo>
                    <a:pt x="4832" y="0"/>
                  </a:moveTo>
                  <a:cubicBezTo>
                    <a:pt x="4807" y="0"/>
                    <a:pt x="4782" y="5"/>
                    <a:pt x="4757" y="16"/>
                  </a:cubicBezTo>
                  <a:cubicBezTo>
                    <a:pt x="4133" y="293"/>
                    <a:pt x="3703" y="863"/>
                    <a:pt x="3564" y="1501"/>
                  </a:cubicBezTo>
                  <a:cubicBezTo>
                    <a:pt x="3494" y="1496"/>
                    <a:pt x="3425" y="1494"/>
                    <a:pt x="3355" y="1494"/>
                  </a:cubicBezTo>
                  <a:cubicBezTo>
                    <a:pt x="2364" y="1494"/>
                    <a:pt x="1425" y="1955"/>
                    <a:pt x="777" y="2707"/>
                  </a:cubicBezTo>
                  <a:cubicBezTo>
                    <a:pt x="278" y="3303"/>
                    <a:pt x="0" y="4066"/>
                    <a:pt x="0" y="4857"/>
                  </a:cubicBezTo>
                  <a:cubicBezTo>
                    <a:pt x="0" y="6382"/>
                    <a:pt x="1082" y="7769"/>
                    <a:pt x="2580" y="8115"/>
                  </a:cubicBezTo>
                  <a:cubicBezTo>
                    <a:pt x="2836" y="8171"/>
                    <a:pt x="3096" y="8198"/>
                    <a:pt x="3354" y="8198"/>
                  </a:cubicBezTo>
                  <a:cubicBezTo>
                    <a:pt x="3612" y="8198"/>
                    <a:pt x="3869" y="8171"/>
                    <a:pt x="4119" y="8115"/>
                  </a:cubicBezTo>
                  <a:cubicBezTo>
                    <a:pt x="4771" y="7963"/>
                    <a:pt x="5520" y="7519"/>
                    <a:pt x="5949" y="6978"/>
                  </a:cubicBezTo>
                  <a:cubicBezTo>
                    <a:pt x="6407" y="6382"/>
                    <a:pt x="6713" y="5661"/>
                    <a:pt x="6713" y="4857"/>
                  </a:cubicBezTo>
                  <a:cubicBezTo>
                    <a:pt x="6713" y="4496"/>
                    <a:pt x="6657" y="4149"/>
                    <a:pt x="6546" y="3816"/>
                  </a:cubicBezTo>
                  <a:cubicBezTo>
                    <a:pt x="7240" y="3470"/>
                    <a:pt x="7724" y="2762"/>
                    <a:pt x="7724" y="1930"/>
                  </a:cubicBezTo>
                  <a:cubicBezTo>
                    <a:pt x="7724" y="1112"/>
                    <a:pt x="7240" y="363"/>
                    <a:pt x="6504" y="16"/>
                  </a:cubicBezTo>
                  <a:cubicBezTo>
                    <a:pt x="6479" y="5"/>
                    <a:pt x="6453" y="0"/>
                    <a:pt x="6427" y="0"/>
                  </a:cubicBezTo>
                  <a:cubicBezTo>
                    <a:pt x="6354" y="0"/>
                    <a:pt x="6286" y="42"/>
                    <a:pt x="6254" y="114"/>
                  </a:cubicBezTo>
                  <a:cubicBezTo>
                    <a:pt x="6213" y="210"/>
                    <a:pt x="6254" y="321"/>
                    <a:pt x="6352" y="363"/>
                  </a:cubicBezTo>
                  <a:cubicBezTo>
                    <a:pt x="6962" y="641"/>
                    <a:pt x="7350" y="1251"/>
                    <a:pt x="7350" y="1930"/>
                  </a:cubicBezTo>
                  <a:cubicBezTo>
                    <a:pt x="7350" y="2665"/>
                    <a:pt x="6879" y="3303"/>
                    <a:pt x="6227" y="3553"/>
                  </a:cubicBezTo>
                  <a:cubicBezTo>
                    <a:pt x="6032" y="3622"/>
                    <a:pt x="5825" y="3664"/>
                    <a:pt x="5631" y="3664"/>
                  </a:cubicBezTo>
                  <a:cubicBezTo>
                    <a:pt x="5339" y="3664"/>
                    <a:pt x="5062" y="3594"/>
                    <a:pt x="4812" y="3455"/>
                  </a:cubicBezTo>
                  <a:cubicBezTo>
                    <a:pt x="4788" y="3439"/>
                    <a:pt x="4764" y="3433"/>
                    <a:pt x="4740" y="3433"/>
                  </a:cubicBezTo>
                  <a:cubicBezTo>
                    <a:pt x="4722" y="3433"/>
                    <a:pt x="4705" y="3436"/>
                    <a:pt x="4688" y="3442"/>
                  </a:cubicBezTo>
                  <a:lnTo>
                    <a:pt x="4105" y="3566"/>
                  </a:lnTo>
                  <a:lnTo>
                    <a:pt x="4174" y="2943"/>
                  </a:lnTo>
                  <a:cubicBezTo>
                    <a:pt x="4174" y="2901"/>
                    <a:pt x="4161" y="2860"/>
                    <a:pt x="4146" y="2817"/>
                  </a:cubicBezTo>
                  <a:cubicBezTo>
                    <a:pt x="4063" y="2693"/>
                    <a:pt x="4008" y="2555"/>
                    <a:pt x="3967" y="2401"/>
                  </a:cubicBezTo>
                  <a:cubicBezTo>
                    <a:pt x="3897" y="2194"/>
                    <a:pt x="3883" y="1958"/>
                    <a:pt x="3911" y="1736"/>
                  </a:cubicBezTo>
                  <a:cubicBezTo>
                    <a:pt x="3967" y="1140"/>
                    <a:pt x="4355" y="613"/>
                    <a:pt x="4910" y="349"/>
                  </a:cubicBezTo>
                  <a:cubicBezTo>
                    <a:pt x="5006" y="308"/>
                    <a:pt x="5048" y="197"/>
                    <a:pt x="4993" y="114"/>
                  </a:cubicBezTo>
                  <a:cubicBezTo>
                    <a:pt x="4962" y="42"/>
                    <a:pt x="4901" y="0"/>
                    <a:pt x="48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47"/>
            <p:cNvSpPr/>
            <p:nvPr/>
          </p:nvSpPr>
          <p:spPr>
            <a:xfrm>
              <a:off x="4283663" y="3483460"/>
              <a:ext cx="101230" cy="116870"/>
            </a:xfrm>
            <a:custGeom>
              <a:avLst/>
              <a:gdLst/>
              <a:ahLst/>
              <a:cxnLst/>
              <a:rect l="l" t="t" r="r" b="b"/>
              <a:pathLst>
                <a:path w="2123" h="2451" extrusionOk="0">
                  <a:moveTo>
                    <a:pt x="805" y="1674"/>
                  </a:moveTo>
                  <a:cubicBezTo>
                    <a:pt x="915" y="1674"/>
                    <a:pt x="999" y="1757"/>
                    <a:pt x="999" y="1881"/>
                  </a:cubicBezTo>
                  <a:cubicBezTo>
                    <a:pt x="999" y="1992"/>
                    <a:pt x="915" y="2076"/>
                    <a:pt x="805" y="2076"/>
                  </a:cubicBezTo>
                  <a:lnTo>
                    <a:pt x="583" y="2076"/>
                  </a:lnTo>
                  <a:cubicBezTo>
                    <a:pt x="472" y="2076"/>
                    <a:pt x="388" y="1992"/>
                    <a:pt x="388" y="1881"/>
                  </a:cubicBezTo>
                  <a:cubicBezTo>
                    <a:pt x="388" y="1757"/>
                    <a:pt x="472" y="1674"/>
                    <a:pt x="583" y="1674"/>
                  </a:cubicBezTo>
                  <a:close/>
                  <a:moveTo>
                    <a:pt x="1191" y="1"/>
                  </a:moveTo>
                  <a:cubicBezTo>
                    <a:pt x="1173" y="1"/>
                    <a:pt x="1155" y="4"/>
                    <a:pt x="1137" y="10"/>
                  </a:cubicBezTo>
                  <a:cubicBezTo>
                    <a:pt x="1054" y="23"/>
                    <a:pt x="999" y="106"/>
                    <a:pt x="999" y="189"/>
                  </a:cubicBezTo>
                  <a:lnTo>
                    <a:pt x="999" y="1341"/>
                  </a:lnTo>
                  <a:cubicBezTo>
                    <a:pt x="943" y="1313"/>
                    <a:pt x="874" y="1299"/>
                    <a:pt x="805" y="1299"/>
                  </a:cubicBezTo>
                  <a:lnTo>
                    <a:pt x="597" y="1299"/>
                  </a:lnTo>
                  <a:cubicBezTo>
                    <a:pt x="292" y="1299"/>
                    <a:pt x="28" y="1549"/>
                    <a:pt x="15" y="1854"/>
                  </a:cubicBezTo>
                  <a:cubicBezTo>
                    <a:pt x="0" y="2186"/>
                    <a:pt x="264" y="2451"/>
                    <a:pt x="583" y="2451"/>
                  </a:cubicBezTo>
                  <a:lnTo>
                    <a:pt x="805" y="2451"/>
                  </a:lnTo>
                  <a:cubicBezTo>
                    <a:pt x="1124" y="2451"/>
                    <a:pt x="1374" y="2186"/>
                    <a:pt x="1374" y="1881"/>
                  </a:cubicBezTo>
                  <a:lnTo>
                    <a:pt x="1374" y="578"/>
                  </a:lnTo>
                  <a:cubicBezTo>
                    <a:pt x="1415" y="606"/>
                    <a:pt x="1470" y="620"/>
                    <a:pt x="1526" y="648"/>
                  </a:cubicBezTo>
                  <a:cubicBezTo>
                    <a:pt x="1692" y="689"/>
                    <a:pt x="1734" y="814"/>
                    <a:pt x="1734" y="814"/>
                  </a:cubicBezTo>
                  <a:lnTo>
                    <a:pt x="1748" y="827"/>
                  </a:lnTo>
                  <a:cubicBezTo>
                    <a:pt x="1770" y="905"/>
                    <a:pt x="1836" y="947"/>
                    <a:pt x="1910" y="947"/>
                  </a:cubicBezTo>
                  <a:cubicBezTo>
                    <a:pt x="1930" y="947"/>
                    <a:pt x="1950" y="944"/>
                    <a:pt x="1969" y="938"/>
                  </a:cubicBezTo>
                  <a:cubicBezTo>
                    <a:pt x="2067" y="911"/>
                    <a:pt x="2123" y="800"/>
                    <a:pt x="2080" y="703"/>
                  </a:cubicBezTo>
                  <a:cubicBezTo>
                    <a:pt x="2067" y="633"/>
                    <a:pt x="2025" y="578"/>
                    <a:pt x="1997" y="537"/>
                  </a:cubicBezTo>
                  <a:cubicBezTo>
                    <a:pt x="1914" y="411"/>
                    <a:pt x="1790" y="328"/>
                    <a:pt x="1637" y="287"/>
                  </a:cubicBezTo>
                  <a:cubicBezTo>
                    <a:pt x="1442" y="232"/>
                    <a:pt x="1359" y="106"/>
                    <a:pt x="1346" y="93"/>
                  </a:cubicBezTo>
                  <a:cubicBezTo>
                    <a:pt x="1313" y="38"/>
                    <a:pt x="1254" y="1"/>
                    <a:pt x="11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47"/>
            <p:cNvSpPr/>
            <p:nvPr/>
          </p:nvSpPr>
          <p:spPr>
            <a:xfrm>
              <a:off x="4015872" y="3633473"/>
              <a:ext cx="32424" cy="102279"/>
            </a:xfrm>
            <a:custGeom>
              <a:avLst/>
              <a:gdLst/>
              <a:ahLst/>
              <a:cxnLst/>
              <a:rect l="l" t="t" r="r" b="b"/>
              <a:pathLst>
                <a:path w="680" h="2145" extrusionOk="0">
                  <a:moveTo>
                    <a:pt x="461" y="0"/>
                  </a:moveTo>
                  <a:cubicBezTo>
                    <a:pt x="394" y="0"/>
                    <a:pt x="333" y="37"/>
                    <a:pt x="305" y="94"/>
                  </a:cubicBezTo>
                  <a:cubicBezTo>
                    <a:pt x="0" y="649"/>
                    <a:pt x="0" y="1496"/>
                    <a:pt x="305" y="2050"/>
                  </a:cubicBezTo>
                  <a:cubicBezTo>
                    <a:pt x="333" y="2107"/>
                    <a:pt x="394" y="2145"/>
                    <a:pt x="461" y="2145"/>
                  </a:cubicBezTo>
                  <a:cubicBezTo>
                    <a:pt x="492" y="2145"/>
                    <a:pt x="524" y="2137"/>
                    <a:pt x="555" y="2119"/>
                  </a:cubicBezTo>
                  <a:cubicBezTo>
                    <a:pt x="638" y="2078"/>
                    <a:pt x="679" y="1967"/>
                    <a:pt x="624" y="1870"/>
                  </a:cubicBezTo>
                  <a:cubicBezTo>
                    <a:pt x="389" y="1440"/>
                    <a:pt x="389" y="705"/>
                    <a:pt x="624" y="275"/>
                  </a:cubicBezTo>
                  <a:cubicBezTo>
                    <a:pt x="679" y="178"/>
                    <a:pt x="638" y="67"/>
                    <a:pt x="555" y="26"/>
                  </a:cubicBezTo>
                  <a:cubicBezTo>
                    <a:pt x="524" y="8"/>
                    <a:pt x="492" y="0"/>
                    <a:pt x="4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47"/>
            <p:cNvSpPr/>
            <p:nvPr/>
          </p:nvSpPr>
          <p:spPr>
            <a:xfrm>
              <a:off x="3981492" y="3601048"/>
              <a:ext cx="35714" cy="167127"/>
            </a:xfrm>
            <a:custGeom>
              <a:avLst/>
              <a:gdLst/>
              <a:ahLst/>
              <a:cxnLst/>
              <a:rect l="l" t="t" r="r" b="b"/>
              <a:pathLst>
                <a:path w="749" h="3505" extrusionOk="0">
                  <a:moveTo>
                    <a:pt x="537" y="0"/>
                  </a:moveTo>
                  <a:cubicBezTo>
                    <a:pt x="471" y="0"/>
                    <a:pt x="403" y="38"/>
                    <a:pt x="374" y="95"/>
                  </a:cubicBezTo>
                  <a:cubicBezTo>
                    <a:pt x="139" y="539"/>
                    <a:pt x="0" y="1135"/>
                    <a:pt x="0" y="1760"/>
                  </a:cubicBezTo>
                  <a:cubicBezTo>
                    <a:pt x="0" y="2370"/>
                    <a:pt x="139" y="2966"/>
                    <a:pt x="374" y="3409"/>
                  </a:cubicBezTo>
                  <a:cubicBezTo>
                    <a:pt x="403" y="3467"/>
                    <a:pt x="471" y="3504"/>
                    <a:pt x="537" y="3504"/>
                  </a:cubicBezTo>
                  <a:cubicBezTo>
                    <a:pt x="568" y="3504"/>
                    <a:pt x="598" y="3497"/>
                    <a:pt x="624" y="3479"/>
                  </a:cubicBezTo>
                  <a:cubicBezTo>
                    <a:pt x="721" y="3437"/>
                    <a:pt x="749" y="3326"/>
                    <a:pt x="693" y="3230"/>
                  </a:cubicBezTo>
                  <a:cubicBezTo>
                    <a:pt x="485" y="2841"/>
                    <a:pt x="374" y="2314"/>
                    <a:pt x="374" y="1760"/>
                  </a:cubicBezTo>
                  <a:cubicBezTo>
                    <a:pt x="374" y="1190"/>
                    <a:pt x="485" y="663"/>
                    <a:pt x="693" y="275"/>
                  </a:cubicBezTo>
                  <a:cubicBezTo>
                    <a:pt x="749" y="179"/>
                    <a:pt x="721" y="68"/>
                    <a:pt x="624" y="26"/>
                  </a:cubicBezTo>
                  <a:cubicBezTo>
                    <a:pt x="598" y="8"/>
                    <a:pt x="568" y="0"/>
                    <a:pt x="5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47"/>
            <p:cNvSpPr/>
            <p:nvPr/>
          </p:nvSpPr>
          <p:spPr>
            <a:xfrm>
              <a:off x="4322668" y="3445314"/>
              <a:ext cx="20551" cy="17547"/>
            </a:xfrm>
            <a:custGeom>
              <a:avLst/>
              <a:gdLst/>
              <a:ahLst/>
              <a:cxnLst/>
              <a:rect l="l" t="t" r="r" b="b"/>
              <a:pathLst>
                <a:path w="431" h="368" extrusionOk="0">
                  <a:moveTo>
                    <a:pt x="220" y="1"/>
                  </a:moveTo>
                  <a:cubicBezTo>
                    <a:pt x="182" y="1"/>
                    <a:pt x="144" y="12"/>
                    <a:pt x="112" y="33"/>
                  </a:cubicBezTo>
                  <a:cubicBezTo>
                    <a:pt x="29" y="89"/>
                    <a:pt x="1" y="200"/>
                    <a:pt x="56" y="283"/>
                  </a:cubicBezTo>
                  <a:cubicBezTo>
                    <a:pt x="92" y="336"/>
                    <a:pt x="157" y="367"/>
                    <a:pt x="220" y="367"/>
                  </a:cubicBezTo>
                  <a:cubicBezTo>
                    <a:pt x="255" y="367"/>
                    <a:pt x="290" y="358"/>
                    <a:pt x="319" y="338"/>
                  </a:cubicBezTo>
                  <a:cubicBezTo>
                    <a:pt x="403" y="283"/>
                    <a:pt x="430" y="172"/>
                    <a:pt x="375" y="89"/>
                  </a:cubicBezTo>
                  <a:cubicBezTo>
                    <a:pt x="341" y="29"/>
                    <a:pt x="281" y="1"/>
                    <a:pt x="2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04" name="Google Shape;1504;p47"/>
          <p:cNvGrpSpPr/>
          <p:nvPr/>
        </p:nvGrpSpPr>
        <p:grpSpPr>
          <a:xfrm rot="10800000" flipH="1">
            <a:off x="1890660" y="3463125"/>
            <a:ext cx="193268" cy="184524"/>
            <a:chOff x="4716105" y="3429578"/>
            <a:chExt cx="451035" cy="430628"/>
          </a:xfrm>
        </p:grpSpPr>
        <p:sp>
          <p:nvSpPr>
            <p:cNvPr id="1505" name="Google Shape;1505;p47"/>
            <p:cNvSpPr/>
            <p:nvPr/>
          </p:nvSpPr>
          <p:spPr>
            <a:xfrm>
              <a:off x="4716105" y="3435252"/>
              <a:ext cx="283759" cy="278132"/>
            </a:xfrm>
            <a:custGeom>
              <a:avLst/>
              <a:gdLst/>
              <a:ahLst/>
              <a:cxnLst/>
              <a:rect l="l" t="t" r="r" b="b"/>
              <a:pathLst>
                <a:path w="5951" h="5833" extrusionOk="0">
                  <a:moveTo>
                    <a:pt x="2160" y="1"/>
                  </a:moveTo>
                  <a:cubicBezTo>
                    <a:pt x="2143" y="1"/>
                    <a:pt x="2126" y="3"/>
                    <a:pt x="2109" y="8"/>
                  </a:cubicBezTo>
                  <a:cubicBezTo>
                    <a:pt x="1513" y="189"/>
                    <a:pt x="972" y="563"/>
                    <a:pt x="598" y="1062"/>
                  </a:cubicBezTo>
                  <a:cubicBezTo>
                    <a:pt x="209" y="1589"/>
                    <a:pt x="1" y="2213"/>
                    <a:pt x="1" y="2865"/>
                  </a:cubicBezTo>
                  <a:cubicBezTo>
                    <a:pt x="1" y="4501"/>
                    <a:pt x="1332" y="5832"/>
                    <a:pt x="2969" y="5832"/>
                  </a:cubicBezTo>
                  <a:cubicBezTo>
                    <a:pt x="4619" y="5832"/>
                    <a:pt x="5951" y="4501"/>
                    <a:pt x="5951" y="2865"/>
                  </a:cubicBezTo>
                  <a:cubicBezTo>
                    <a:pt x="5951" y="2213"/>
                    <a:pt x="5742" y="1589"/>
                    <a:pt x="5354" y="1062"/>
                  </a:cubicBezTo>
                  <a:cubicBezTo>
                    <a:pt x="4966" y="563"/>
                    <a:pt x="4425" y="189"/>
                    <a:pt x="3828" y="8"/>
                  </a:cubicBezTo>
                  <a:cubicBezTo>
                    <a:pt x="3812" y="3"/>
                    <a:pt x="3795" y="1"/>
                    <a:pt x="3778" y="1"/>
                  </a:cubicBezTo>
                  <a:cubicBezTo>
                    <a:pt x="3700" y="1"/>
                    <a:pt x="3629" y="53"/>
                    <a:pt x="3606" y="133"/>
                  </a:cubicBezTo>
                  <a:cubicBezTo>
                    <a:pt x="3565" y="230"/>
                    <a:pt x="3621" y="327"/>
                    <a:pt x="3717" y="355"/>
                  </a:cubicBezTo>
                  <a:cubicBezTo>
                    <a:pt x="4244" y="521"/>
                    <a:pt x="4730" y="854"/>
                    <a:pt x="5063" y="1284"/>
                  </a:cubicBezTo>
                  <a:cubicBezTo>
                    <a:pt x="5396" y="1742"/>
                    <a:pt x="5576" y="2282"/>
                    <a:pt x="5576" y="2865"/>
                  </a:cubicBezTo>
                  <a:cubicBezTo>
                    <a:pt x="5576" y="4294"/>
                    <a:pt x="4411" y="5472"/>
                    <a:pt x="2969" y="5472"/>
                  </a:cubicBezTo>
                  <a:cubicBezTo>
                    <a:pt x="1541" y="5472"/>
                    <a:pt x="361" y="4294"/>
                    <a:pt x="361" y="2865"/>
                  </a:cubicBezTo>
                  <a:cubicBezTo>
                    <a:pt x="361" y="2282"/>
                    <a:pt x="542" y="1742"/>
                    <a:pt x="888" y="1284"/>
                  </a:cubicBezTo>
                  <a:cubicBezTo>
                    <a:pt x="1221" y="854"/>
                    <a:pt x="1693" y="521"/>
                    <a:pt x="2220" y="368"/>
                  </a:cubicBezTo>
                  <a:cubicBezTo>
                    <a:pt x="2317" y="327"/>
                    <a:pt x="2373" y="230"/>
                    <a:pt x="2345" y="133"/>
                  </a:cubicBezTo>
                  <a:cubicBezTo>
                    <a:pt x="2322" y="53"/>
                    <a:pt x="2242" y="1"/>
                    <a:pt x="21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47"/>
            <p:cNvSpPr/>
            <p:nvPr/>
          </p:nvSpPr>
          <p:spPr>
            <a:xfrm>
              <a:off x="4776329" y="3483651"/>
              <a:ext cx="148817" cy="166269"/>
            </a:xfrm>
            <a:custGeom>
              <a:avLst/>
              <a:gdLst/>
              <a:ahLst/>
              <a:cxnLst/>
              <a:rect l="l" t="t" r="r" b="b"/>
              <a:pathLst>
                <a:path w="3121" h="3487" extrusionOk="0">
                  <a:moveTo>
                    <a:pt x="2746" y="435"/>
                  </a:moveTo>
                  <a:lnTo>
                    <a:pt x="2746" y="838"/>
                  </a:lnTo>
                  <a:lnTo>
                    <a:pt x="1443" y="1226"/>
                  </a:lnTo>
                  <a:lnTo>
                    <a:pt x="1443" y="810"/>
                  </a:lnTo>
                  <a:lnTo>
                    <a:pt x="2746" y="435"/>
                  </a:lnTo>
                  <a:close/>
                  <a:moveTo>
                    <a:pt x="2510" y="2308"/>
                  </a:moveTo>
                  <a:cubicBezTo>
                    <a:pt x="2635" y="2308"/>
                    <a:pt x="2746" y="2404"/>
                    <a:pt x="2746" y="2543"/>
                  </a:cubicBezTo>
                  <a:cubicBezTo>
                    <a:pt x="2746" y="2668"/>
                    <a:pt x="2635" y="2779"/>
                    <a:pt x="2510" y="2779"/>
                  </a:cubicBezTo>
                  <a:lnTo>
                    <a:pt x="2275" y="2779"/>
                  </a:lnTo>
                  <a:cubicBezTo>
                    <a:pt x="2136" y="2779"/>
                    <a:pt x="2038" y="2668"/>
                    <a:pt x="2038" y="2543"/>
                  </a:cubicBezTo>
                  <a:cubicBezTo>
                    <a:pt x="2038" y="2404"/>
                    <a:pt x="2136" y="2308"/>
                    <a:pt x="2275" y="2308"/>
                  </a:cubicBezTo>
                  <a:close/>
                  <a:moveTo>
                    <a:pt x="832" y="2641"/>
                  </a:moveTo>
                  <a:cubicBezTo>
                    <a:pt x="971" y="2641"/>
                    <a:pt x="1082" y="2752"/>
                    <a:pt x="1082" y="2876"/>
                  </a:cubicBezTo>
                  <a:cubicBezTo>
                    <a:pt x="1082" y="3015"/>
                    <a:pt x="971" y="3112"/>
                    <a:pt x="832" y="3112"/>
                  </a:cubicBezTo>
                  <a:lnTo>
                    <a:pt x="611" y="3112"/>
                  </a:lnTo>
                  <a:cubicBezTo>
                    <a:pt x="472" y="3112"/>
                    <a:pt x="361" y="3015"/>
                    <a:pt x="361" y="2876"/>
                  </a:cubicBezTo>
                  <a:cubicBezTo>
                    <a:pt x="361" y="2752"/>
                    <a:pt x="472" y="2641"/>
                    <a:pt x="611" y="2641"/>
                  </a:cubicBezTo>
                  <a:close/>
                  <a:moveTo>
                    <a:pt x="2929" y="0"/>
                  </a:moveTo>
                  <a:cubicBezTo>
                    <a:pt x="2914" y="0"/>
                    <a:pt x="2899" y="2"/>
                    <a:pt x="2885" y="6"/>
                  </a:cubicBezTo>
                  <a:lnTo>
                    <a:pt x="1206" y="491"/>
                  </a:lnTo>
                  <a:cubicBezTo>
                    <a:pt x="1123" y="505"/>
                    <a:pt x="1082" y="588"/>
                    <a:pt x="1082" y="671"/>
                  </a:cubicBezTo>
                  <a:lnTo>
                    <a:pt x="1082" y="2321"/>
                  </a:lnTo>
                  <a:cubicBezTo>
                    <a:pt x="999" y="2293"/>
                    <a:pt x="916" y="2266"/>
                    <a:pt x="832" y="2266"/>
                  </a:cubicBezTo>
                  <a:lnTo>
                    <a:pt x="596" y="2266"/>
                  </a:lnTo>
                  <a:cubicBezTo>
                    <a:pt x="263" y="2266"/>
                    <a:pt x="0" y="2543"/>
                    <a:pt x="0" y="2876"/>
                  </a:cubicBezTo>
                  <a:cubicBezTo>
                    <a:pt x="0" y="3209"/>
                    <a:pt x="263" y="3486"/>
                    <a:pt x="596" y="3486"/>
                  </a:cubicBezTo>
                  <a:lnTo>
                    <a:pt x="832" y="3486"/>
                  </a:lnTo>
                  <a:cubicBezTo>
                    <a:pt x="1179" y="3486"/>
                    <a:pt x="1443" y="3209"/>
                    <a:pt x="1443" y="2876"/>
                  </a:cubicBezTo>
                  <a:lnTo>
                    <a:pt x="1443" y="1614"/>
                  </a:lnTo>
                  <a:lnTo>
                    <a:pt x="2746" y="1226"/>
                  </a:lnTo>
                  <a:lnTo>
                    <a:pt x="2746" y="1975"/>
                  </a:lnTo>
                  <a:cubicBezTo>
                    <a:pt x="2676" y="1947"/>
                    <a:pt x="2593" y="1933"/>
                    <a:pt x="2510" y="1933"/>
                  </a:cubicBezTo>
                  <a:lnTo>
                    <a:pt x="2275" y="1933"/>
                  </a:lnTo>
                  <a:cubicBezTo>
                    <a:pt x="1942" y="1933"/>
                    <a:pt x="1665" y="2210"/>
                    <a:pt x="1665" y="2543"/>
                  </a:cubicBezTo>
                  <a:cubicBezTo>
                    <a:pt x="1665" y="2876"/>
                    <a:pt x="1942" y="3153"/>
                    <a:pt x="2275" y="3153"/>
                  </a:cubicBezTo>
                  <a:lnTo>
                    <a:pt x="2510" y="3153"/>
                  </a:lnTo>
                  <a:cubicBezTo>
                    <a:pt x="2843" y="3153"/>
                    <a:pt x="3120" y="2876"/>
                    <a:pt x="3120" y="2543"/>
                  </a:cubicBezTo>
                  <a:lnTo>
                    <a:pt x="3120" y="185"/>
                  </a:lnTo>
                  <a:cubicBezTo>
                    <a:pt x="3120" y="77"/>
                    <a:pt x="3026" y="0"/>
                    <a:pt x="29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47"/>
            <p:cNvSpPr/>
            <p:nvPr/>
          </p:nvSpPr>
          <p:spPr>
            <a:xfrm>
              <a:off x="5042165" y="3665039"/>
              <a:ext cx="62178" cy="122496"/>
            </a:xfrm>
            <a:custGeom>
              <a:avLst/>
              <a:gdLst/>
              <a:ahLst/>
              <a:cxnLst/>
              <a:rect l="l" t="t" r="r" b="b"/>
              <a:pathLst>
                <a:path w="1304" h="2569" extrusionOk="0">
                  <a:moveTo>
                    <a:pt x="630" y="0"/>
                  </a:moveTo>
                  <a:cubicBezTo>
                    <a:pt x="530" y="0"/>
                    <a:pt x="457" y="91"/>
                    <a:pt x="457" y="181"/>
                  </a:cubicBezTo>
                  <a:lnTo>
                    <a:pt x="457" y="320"/>
                  </a:lnTo>
                  <a:cubicBezTo>
                    <a:pt x="263" y="375"/>
                    <a:pt x="125" y="542"/>
                    <a:pt x="83" y="750"/>
                  </a:cubicBezTo>
                  <a:cubicBezTo>
                    <a:pt x="56" y="930"/>
                    <a:pt x="111" y="1111"/>
                    <a:pt x="250" y="1222"/>
                  </a:cubicBezTo>
                  <a:cubicBezTo>
                    <a:pt x="374" y="1318"/>
                    <a:pt x="568" y="1402"/>
                    <a:pt x="749" y="1457"/>
                  </a:cubicBezTo>
                  <a:cubicBezTo>
                    <a:pt x="901" y="1513"/>
                    <a:pt x="901" y="1624"/>
                    <a:pt x="901" y="1693"/>
                  </a:cubicBezTo>
                  <a:cubicBezTo>
                    <a:pt x="873" y="1790"/>
                    <a:pt x="790" y="1915"/>
                    <a:pt x="638" y="1915"/>
                  </a:cubicBezTo>
                  <a:cubicBezTo>
                    <a:pt x="485" y="1915"/>
                    <a:pt x="430" y="1901"/>
                    <a:pt x="319" y="1832"/>
                  </a:cubicBezTo>
                  <a:cubicBezTo>
                    <a:pt x="285" y="1810"/>
                    <a:pt x="247" y="1799"/>
                    <a:pt x="210" y="1799"/>
                  </a:cubicBezTo>
                  <a:cubicBezTo>
                    <a:pt x="155" y="1799"/>
                    <a:pt x="102" y="1823"/>
                    <a:pt x="69" y="1873"/>
                  </a:cubicBezTo>
                  <a:cubicBezTo>
                    <a:pt x="0" y="1956"/>
                    <a:pt x="28" y="2082"/>
                    <a:pt x="111" y="2137"/>
                  </a:cubicBezTo>
                  <a:cubicBezTo>
                    <a:pt x="235" y="2220"/>
                    <a:pt x="333" y="2262"/>
                    <a:pt x="457" y="2276"/>
                  </a:cubicBezTo>
                  <a:lnTo>
                    <a:pt x="457" y="2387"/>
                  </a:lnTo>
                  <a:cubicBezTo>
                    <a:pt x="457" y="2483"/>
                    <a:pt x="527" y="2567"/>
                    <a:pt x="624" y="2567"/>
                  </a:cubicBezTo>
                  <a:cubicBezTo>
                    <a:pt x="632" y="2568"/>
                    <a:pt x="640" y="2568"/>
                    <a:pt x="649" y="2568"/>
                  </a:cubicBezTo>
                  <a:cubicBezTo>
                    <a:pt x="747" y="2568"/>
                    <a:pt x="818" y="2489"/>
                    <a:pt x="818" y="2387"/>
                  </a:cubicBezTo>
                  <a:lnTo>
                    <a:pt x="818" y="2248"/>
                  </a:lnTo>
                  <a:cubicBezTo>
                    <a:pt x="1068" y="2178"/>
                    <a:pt x="1221" y="1956"/>
                    <a:pt x="1262" y="1749"/>
                  </a:cubicBezTo>
                  <a:cubicBezTo>
                    <a:pt x="1304" y="1472"/>
                    <a:pt x="1151" y="1208"/>
                    <a:pt x="873" y="1111"/>
                  </a:cubicBezTo>
                  <a:cubicBezTo>
                    <a:pt x="735" y="1056"/>
                    <a:pt x="568" y="1000"/>
                    <a:pt x="472" y="930"/>
                  </a:cubicBezTo>
                  <a:cubicBezTo>
                    <a:pt x="444" y="902"/>
                    <a:pt x="444" y="861"/>
                    <a:pt x="444" y="819"/>
                  </a:cubicBezTo>
                  <a:cubicBezTo>
                    <a:pt x="457" y="791"/>
                    <a:pt x="472" y="708"/>
                    <a:pt x="555" y="681"/>
                  </a:cubicBezTo>
                  <a:cubicBezTo>
                    <a:pt x="596" y="667"/>
                    <a:pt x="633" y="662"/>
                    <a:pt x="667" y="662"/>
                  </a:cubicBezTo>
                  <a:cubicBezTo>
                    <a:pt x="770" y="662"/>
                    <a:pt x="836" y="712"/>
                    <a:pt x="846" y="723"/>
                  </a:cubicBezTo>
                  <a:cubicBezTo>
                    <a:pt x="879" y="755"/>
                    <a:pt x="925" y="773"/>
                    <a:pt x="971" y="773"/>
                  </a:cubicBezTo>
                  <a:cubicBezTo>
                    <a:pt x="1022" y="773"/>
                    <a:pt x="1073" y="752"/>
                    <a:pt x="1110" y="708"/>
                  </a:cubicBezTo>
                  <a:cubicBezTo>
                    <a:pt x="1178" y="640"/>
                    <a:pt x="1165" y="529"/>
                    <a:pt x="1095" y="459"/>
                  </a:cubicBezTo>
                  <a:lnTo>
                    <a:pt x="1095" y="445"/>
                  </a:lnTo>
                  <a:cubicBezTo>
                    <a:pt x="1040" y="403"/>
                    <a:pt x="943" y="348"/>
                    <a:pt x="818" y="320"/>
                  </a:cubicBezTo>
                  <a:lnTo>
                    <a:pt x="818" y="196"/>
                  </a:lnTo>
                  <a:cubicBezTo>
                    <a:pt x="818" y="98"/>
                    <a:pt x="749" y="2"/>
                    <a:pt x="651" y="2"/>
                  </a:cubicBezTo>
                  <a:cubicBezTo>
                    <a:pt x="644" y="1"/>
                    <a:pt x="637" y="0"/>
                    <a:pt x="6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47"/>
            <p:cNvSpPr/>
            <p:nvPr/>
          </p:nvSpPr>
          <p:spPr>
            <a:xfrm>
              <a:off x="4977983" y="3633330"/>
              <a:ext cx="189156" cy="189824"/>
            </a:xfrm>
            <a:custGeom>
              <a:avLst/>
              <a:gdLst/>
              <a:ahLst/>
              <a:cxnLst/>
              <a:rect l="l" t="t" r="r" b="b"/>
              <a:pathLst>
                <a:path w="3967" h="3981" extrusionOk="0">
                  <a:moveTo>
                    <a:pt x="1984" y="375"/>
                  </a:moveTo>
                  <a:cubicBezTo>
                    <a:pt x="2872" y="375"/>
                    <a:pt x="3606" y="1096"/>
                    <a:pt x="3606" y="1998"/>
                  </a:cubicBezTo>
                  <a:cubicBezTo>
                    <a:pt x="3606" y="2885"/>
                    <a:pt x="2872" y="3607"/>
                    <a:pt x="1984" y="3607"/>
                  </a:cubicBezTo>
                  <a:cubicBezTo>
                    <a:pt x="1097" y="3607"/>
                    <a:pt x="361" y="2885"/>
                    <a:pt x="361" y="1998"/>
                  </a:cubicBezTo>
                  <a:cubicBezTo>
                    <a:pt x="361" y="1096"/>
                    <a:pt x="1097" y="375"/>
                    <a:pt x="1984" y="375"/>
                  </a:cubicBezTo>
                  <a:close/>
                  <a:moveTo>
                    <a:pt x="1984" y="1"/>
                  </a:moveTo>
                  <a:cubicBezTo>
                    <a:pt x="888" y="1"/>
                    <a:pt x="1" y="902"/>
                    <a:pt x="1" y="1998"/>
                  </a:cubicBezTo>
                  <a:cubicBezTo>
                    <a:pt x="1" y="3093"/>
                    <a:pt x="888" y="3980"/>
                    <a:pt x="1984" y="3980"/>
                  </a:cubicBezTo>
                  <a:cubicBezTo>
                    <a:pt x="3079" y="3980"/>
                    <a:pt x="3967" y="3093"/>
                    <a:pt x="3967" y="1998"/>
                  </a:cubicBezTo>
                  <a:cubicBezTo>
                    <a:pt x="3967" y="902"/>
                    <a:pt x="3079" y="1"/>
                    <a:pt x="19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47"/>
            <p:cNvSpPr/>
            <p:nvPr/>
          </p:nvSpPr>
          <p:spPr>
            <a:xfrm>
              <a:off x="5002493" y="3436921"/>
              <a:ext cx="160690" cy="183244"/>
            </a:xfrm>
            <a:custGeom>
              <a:avLst/>
              <a:gdLst/>
              <a:ahLst/>
              <a:cxnLst/>
              <a:rect l="l" t="t" r="r" b="b"/>
              <a:pathLst>
                <a:path w="3370" h="3843" extrusionOk="0">
                  <a:moveTo>
                    <a:pt x="1110" y="611"/>
                  </a:moveTo>
                  <a:lnTo>
                    <a:pt x="1110" y="764"/>
                  </a:lnTo>
                  <a:cubicBezTo>
                    <a:pt x="1110" y="860"/>
                    <a:pt x="1193" y="944"/>
                    <a:pt x="1304" y="944"/>
                  </a:cubicBezTo>
                  <a:lnTo>
                    <a:pt x="1415" y="944"/>
                  </a:lnTo>
                  <a:cubicBezTo>
                    <a:pt x="2247" y="944"/>
                    <a:pt x="2996" y="1498"/>
                    <a:pt x="2996" y="2386"/>
                  </a:cubicBezTo>
                  <a:lnTo>
                    <a:pt x="2996" y="3468"/>
                  </a:lnTo>
                  <a:lnTo>
                    <a:pt x="2469" y="3468"/>
                  </a:lnTo>
                  <a:lnTo>
                    <a:pt x="2469" y="2525"/>
                  </a:lnTo>
                  <a:cubicBezTo>
                    <a:pt x="2469" y="1859"/>
                    <a:pt x="2038" y="1457"/>
                    <a:pt x="1317" y="1457"/>
                  </a:cubicBezTo>
                  <a:lnTo>
                    <a:pt x="1304" y="1457"/>
                  </a:lnTo>
                  <a:cubicBezTo>
                    <a:pt x="1193" y="1457"/>
                    <a:pt x="1110" y="1540"/>
                    <a:pt x="1110" y="1637"/>
                  </a:cubicBezTo>
                  <a:lnTo>
                    <a:pt x="1110" y="1846"/>
                  </a:lnTo>
                  <a:lnTo>
                    <a:pt x="457" y="1235"/>
                  </a:lnTo>
                  <a:lnTo>
                    <a:pt x="1110" y="611"/>
                  </a:lnTo>
                  <a:close/>
                  <a:moveTo>
                    <a:pt x="1299" y="0"/>
                  </a:moveTo>
                  <a:cubicBezTo>
                    <a:pt x="1256" y="0"/>
                    <a:pt x="1214" y="16"/>
                    <a:pt x="1178" y="43"/>
                  </a:cubicBezTo>
                  <a:lnTo>
                    <a:pt x="56" y="1097"/>
                  </a:lnTo>
                  <a:cubicBezTo>
                    <a:pt x="13" y="1124"/>
                    <a:pt x="0" y="1180"/>
                    <a:pt x="0" y="1235"/>
                  </a:cubicBezTo>
                  <a:cubicBezTo>
                    <a:pt x="0" y="1276"/>
                    <a:pt x="13" y="1332"/>
                    <a:pt x="56" y="1360"/>
                  </a:cubicBezTo>
                  <a:lnTo>
                    <a:pt x="1178" y="2414"/>
                  </a:lnTo>
                  <a:cubicBezTo>
                    <a:pt x="1214" y="2441"/>
                    <a:pt x="1256" y="2456"/>
                    <a:pt x="1299" y="2456"/>
                  </a:cubicBezTo>
                  <a:cubicBezTo>
                    <a:pt x="1323" y="2456"/>
                    <a:pt x="1348" y="2451"/>
                    <a:pt x="1373" y="2441"/>
                  </a:cubicBezTo>
                  <a:cubicBezTo>
                    <a:pt x="1442" y="2414"/>
                    <a:pt x="1483" y="2345"/>
                    <a:pt x="1483" y="2275"/>
                  </a:cubicBezTo>
                  <a:lnTo>
                    <a:pt x="1483" y="1831"/>
                  </a:lnTo>
                  <a:cubicBezTo>
                    <a:pt x="1886" y="1873"/>
                    <a:pt x="2094" y="2108"/>
                    <a:pt x="2094" y="2525"/>
                  </a:cubicBezTo>
                  <a:lnTo>
                    <a:pt x="2094" y="3648"/>
                  </a:lnTo>
                  <a:cubicBezTo>
                    <a:pt x="2094" y="3759"/>
                    <a:pt x="2177" y="3843"/>
                    <a:pt x="2275" y="3843"/>
                  </a:cubicBezTo>
                  <a:lnTo>
                    <a:pt x="3175" y="3843"/>
                  </a:lnTo>
                  <a:cubicBezTo>
                    <a:pt x="3286" y="3843"/>
                    <a:pt x="3370" y="3759"/>
                    <a:pt x="3370" y="3648"/>
                  </a:cubicBezTo>
                  <a:lnTo>
                    <a:pt x="3370" y="2386"/>
                  </a:lnTo>
                  <a:cubicBezTo>
                    <a:pt x="3370" y="1332"/>
                    <a:pt x="2496" y="611"/>
                    <a:pt x="1483" y="583"/>
                  </a:cubicBezTo>
                  <a:lnTo>
                    <a:pt x="1483" y="181"/>
                  </a:lnTo>
                  <a:cubicBezTo>
                    <a:pt x="1483" y="112"/>
                    <a:pt x="1442" y="43"/>
                    <a:pt x="1373" y="15"/>
                  </a:cubicBezTo>
                  <a:cubicBezTo>
                    <a:pt x="1348" y="5"/>
                    <a:pt x="1323" y="0"/>
                    <a:pt x="12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47"/>
            <p:cNvSpPr/>
            <p:nvPr/>
          </p:nvSpPr>
          <p:spPr>
            <a:xfrm>
              <a:off x="4820580" y="3737852"/>
              <a:ext cx="160785" cy="122353"/>
            </a:xfrm>
            <a:custGeom>
              <a:avLst/>
              <a:gdLst/>
              <a:ahLst/>
              <a:cxnLst/>
              <a:rect l="l" t="t" r="r" b="b"/>
              <a:pathLst>
                <a:path w="3372" h="2566" extrusionOk="0">
                  <a:moveTo>
                    <a:pt x="916" y="361"/>
                  </a:moveTo>
                  <a:cubicBezTo>
                    <a:pt x="944" y="624"/>
                    <a:pt x="1055" y="804"/>
                    <a:pt x="1236" y="929"/>
                  </a:cubicBezTo>
                  <a:cubicBezTo>
                    <a:pt x="1430" y="1054"/>
                    <a:pt x="1680" y="1109"/>
                    <a:pt x="2053" y="1109"/>
                  </a:cubicBezTo>
                  <a:lnTo>
                    <a:pt x="2068" y="1109"/>
                  </a:lnTo>
                  <a:cubicBezTo>
                    <a:pt x="2164" y="1109"/>
                    <a:pt x="2248" y="1026"/>
                    <a:pt x="2248" y="929"/>
                  </a:cubicBezTo>
                  <a:lnTo>
                    <a:pt x="2248" y="721"/>
                  </a:lnTo>
                  <a:lnTo>
                    <a:pt x="2913" y="1331"/>
                  </a:lnTo>
                  <a:lnTo>
                    <a:pt x="2248" y="1955"/>
                  </a:lnTo>
                  <a:lnTo>
                    <a:pt x="2248" y="1803"/>
                  </a:lnTo>
                  <a:cubicBezTo>
                    <a:pt x="2248" y="1692"/>
                    <a:pt x="2164" y="1609"/>
                    <a:pt x="2068" y="1609"/>
                  </a:cubicBezTo>
                  <a:lnTo>
                    <a:pt x="1957" y="1609"/>
                  </a:lnTo>
                  <a:cubicBezTo>
                    <a:pt x="1526" y="1609"/>
                    <a:pt x="1125" y="1483"/>
                    <a:pt x="833" y="1234"/>
                  </a:cubicBezTo>
                  <a:cubicBezTo>
                    <a:pt x="570" y="1012"/>
                    <a:pt x="417" y="721"/>
                    <a:pt x="376" y="361"/>
                  </a:cubicBezTo>
                  <a:close/>
                  <a:moveTo>
                    <a:pt x="182" y="0"/>
                  </a:moveTo>
                  <a:cubicBezTo>
                    <a:pt x="84" y="0"/>
                    <a:pt x="1" y="83"/>
                    <a:pt x="1" y="180"/>
                  </a:cubicBezTo>
                  <a:cubicBezTo>
                    <a:pt x="1" y="721"/>
                    <a:pt x="210" y="1193"/>
                    <a:pt x="598" y="1526"/>
                  </a:cubicBezTo>
                  <a:cubicBezTo>
                    <a:pt x="931" y="1803"/>
                    <a:pt x="1388" y="1969"/>
                    <a:pt x="1874" y="1983"/>
                  </a:cubicBezTo>
                  <a:lnTo>
                    <a:pt x="1874" y="2385"/>
                  </a:lnTo>
                  <a:cubicBezTo>
                    <a:pt x="1874" y="2454"/>
                    <a:pt x="1929" y="2524"/>
                    <a:pt x="1985" y="2552"/>
                  </a:cubicBezTo>
                  <a:cubicBezTo>
                    <a:pt x="2007" y="2561"/>
                    <a:pt x="2032" y="2565"/>
                    <a:pt x="2056" y="2565"/>
                  </a:cubicBezTo>
                  <a:cubicBezTo>
                    <a:pt x="2105" y="2565"/>
                    <a:pt x="2155" y="2547"/>
                    <a:pt x="2192" y="2510"/>
                  </a:cubicBezTo>
                  <a:lnTo>
                    <a:pt x="3316" y="1470"/>
                  </a:lnTo>
                  <a:cubicBezTo>
                    <a:pt x="3344" y="1428"/>
                    <a:pt x="3371" y="1387"/>
                    <a:pt x="3371" y="1331"/>
                  </a:cubicBezTo>
                  <a:cubicBezTo>
                    <a:pt x="3371" y="1289"/>
                    <a:pt x="3344" y="1234"/>
                    <a:pt x="3316" y="1206"/>
                  </a:cubicBezTo>
                  <a:lnTo>
                    <a:pt x="2192" y="152"/>
                  </a:lnTo>
                  <a:cubicBezTo>
                    <a:pt x="2159" y="118"/>
                    <a:pt x="2115" y="100"/>
                    <a:pt x="2070" y="100"/>
                  </a:cubicBezTo>
                  <a:cubicBezTo>
                    <a:pt x="2041" y="100"/>
                    <a:pt x="2012" y="108"/>
                    <a:pt x="1985" y="124"/>
                  </a:cubicBezTo>
                  <a:cubicBezTo>
                    <a:pt x="1929" y="152"/>
                    <a:pt x="1874" y="208"/>
                    <a:pt x="1874" y="291"/>
                  </a:cubicBezTo>
                  <a:lnTo>
                    <a:pt x="1874" y="735"/>
                  </a:lnTo>
                  <a:cubicBezTo>
                    <a:pt x="1485" y="721"/>
                    <a:pt x="1263" y="596"/>
                    <a:pt x="1263" y="180"/>
                  </a:cubicBezTo>
                  <a:cubicBezTo>
                    <a:pt x="1263" y="83"/>
                    <a:pt x="1180" y="0"/>
                    <a:pt x="10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47"/>
            <p:cNvSpPr/>
            <p:nvPr/>
          </p:nvSpPr>
          <p:spPr>
            <a:xfrm>
              <a:off x="4847759" y="3429578"/>
              <a:ext cx="19884" cy="17738"/>
            </a:xfrm>
            <a:custGeom>
              <a:avLst/>
              <a:gdLst/>
              <a:ahLst/>
              <a:cxnLst/>
              <a:rect l="l" t="t" r="r" b="b"/>
              <a:pathLst>
                <a:path w="417" h="372" extrusionOk="0">
                  <a:moveTo>
                    <a:pt x="216" y="0"/>
                  </a:moveTo>
                  <a:cubicBezTo>
                    <a:pt x="190" y="0"/>
                    <a:pt x="164" y="5"/>
                    <a:pt x="139" y="16"/>
                  </a:cubicBezTo>
                  <a:cubicBezTo>
                    <a:pt x="56" y="58"/>
                    <a:pt x="0" y="169"/>
                    <a:pt x="41" y="252"/>
                  </a:cubicBezTo>
                  <a:cubicBezTo>
                    <a:pt x="75" y="329"/>
                    <a:pt x="152" y="372"/>
                    <a:pt x="224" y="372"/>
                  </a:cubicBezTo>
                  <a:cubicBezTo>
                    <a:pt x="243" y="372"/>
                    <a:pt x="261" y="369"/>
                    <a:pt x="277" y="363"/>
                  </a:cubicBezTo>
                  <a:cubicBezTo>
                    <a:pt x="374" y="321"/>
                    <a:pt x="416" y="210"/>
                    <a:pt x="388" y="114"/>
                  </a:cubicBezTo>
                  <a:cubicBezTo>
                    <a:pt x="357" y="41"/>
                    <a:pt x="288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2" name="Google Shape;1512;p47"/>
          <p:cNvGrpSpPr/>
          <p:nvPr/>
        </p:nvGrpSpPr>
        <p:grpSpPr>
          <a:xfrm rot="10800000" flipH="1">
            <a:off x="1890518" y="3887024"/>
            <a:ext cx="193552" cy="96664"/>
            <a:chOff x="5450146" y="3532145"/>
            <a:chExt cx="451696" cy="225586"/>
          </a:xfrm>
        </p:grpSpPr>
        <p:sp>
          <p:nvSpPr>
            <p:cNvPr id="1513" name="Google Shape;1513;p47"/>
            <p:cNvSpPr/>
            <p:nvPr/>
          </p:nvSpPr>
          <p:spPr>
            <a:xfrm>
              <a:off x="5450146" y="3532145"/>
              <a:ext cx="451696" cy="225586"/>
            </a:xfrm>
            <a:custGeom>
              <a:avLst/>
              <a:gdLst/>
              <a:ahLst/>
              <a:cxnLst/>
              <a:rect l="l" t="t" r="r" b="b"/>
              <a:pathLst>
                <a:path w="9473" h="4731" extrusionOk="0">
                  <a:moveTo>
                    <a:pt x="2358" y="1"/>
                  </a:moveTo>
                  <a:cubicBezTo>
                    <a:pt x="2039" y="1"/>
                    <a:pt x="1734" y="70"/>
                    <a:pt x="1442" y="195"/>
                  </a:cubicBezTo>
                  <a:cubicBezTo>
                    <a:pt x="1346" y="237"/>
                    <a:pt x="1304" y="348"/>
                    <a:pt x="1346" y="431"/>
                  </a:cubicBezTo>
                  <a:cubicBezTo>
                    <a:pt x="1366" y="502"/>
                    <a:pt x="1432" y="544"/>
                    <a:pt x="1504" y="544"/>
                  </a:cubicBezTo>
                  <a:cubicBezTo>
                    <a:pt x="1530" y="544"/>
                    <a:pt x="1556" y="539"/>
                    <a:pt x="1581" y="528"/>
                  </a:cubicBezTo>
                  <a:cubicBezTo>
                    <a:pt x="1831" y="431"/>
                    <a:pt x="2095" y="376"/>
                    <a:pt x="2358" y="376"/>
                  </a:cubicBezTo>
                  <a:cubicBezTo>
                    <a:pt x="3439" y="376"/>
                    <a:pt x="4355" y="1276"/>
                    <a:pt x="4355" y="2358"/>
                  </a:cubicBezTo>
                  <a:cubicBezTo>
                    <a:pt x="4355" y="3454"/>
                    <a:pt x="3439" y="4355"/>
                    <a:pt x="2358" y="4355"/>
                  </a:cubicBezTo>
                  <a:cubicBezTo>
                    <a:pt x="1263" y="4355"/>
                    <a:pt x="375" y="3468"/>
                    <a:pt x="375" y="2358"/>
                  </a:cubicBezTo>
                  <a:cubicBezTo>
                    <a:pt x="375" y="2081"/>
                    <a:pt x="431" y="1818"/>
                    <a:pt x="542" y="1554"/>
                  </a:cubicBezTo>
                  <a:cubicBezTo>
                    <a:pt x="583" y="1471"/>
                    <a:pt x="542" y="1360"/>
                    <a:pt x="444" y="1319"/>
                  </a:cubicBezTo>
                  <a:cubicBezTo>
                    <a:pt x="419" y="1308"/>
                    <a:pt x="392" y="1302"/>
                    <a:pt x="367" y="1302"/>
                  </a:cubicBezTo>
                  <a:cubicBezTo>
                    <a:pt x="295" y="1302"/>
                    <a:pt x="229" y="1344"/>
                    <a:pt x="209" y="1415"/>
                  </a:cubicBezTo>
                  <a:cubicBezTo>
                    <a:pt x="70" y="1707"/>
                    <a:pt x="0" y="2040"/>
                    <a:pt x="0" y="2358"/>
                  </a:cubicBezTo>
                  <a:cubicBezTo>
                    <a:pt x="0" y="3662"/>
                    <a:pt x="1054" y="4730"/>
                    <a:pt x="2358" y="4730"/>
                  </a:cubicBezTo>
                  <a:cubicBezTo>
                    <a:pt x="2899" y="4730"/>
                    <a:pt x="3384" y="4549"/>
                    <a:pt x="3787" y="4244"/>
                  </a:cubicBezTo>
                  <a:cubicBezTo>
                    <a:pt x="3854" y="4215"/>
                    <a:pt x="3931" y="4202"/>
                    <a:pt x="4010" y="4202"/>
                  </a:cubicBezTo>
                  <a:cubicBezTo>
                    <a:pt x="4159" y="4202"/>
                    <a:pt x="4316" y="4251"/>
                    <a:pt x="4425" y="4342"/>
                  </a:cubicBezTo>
                  <a:cubicBezTo>
                    <a:pt x="4605" y="4501"/>
                    <a:pt x="4834" y="4581"/>
                    <a:pt x="5063" y="4581"/>
                  </a:cubicBezTo>
                  <a:cubicBezTo>
                    <a:pt x="5291" y="4581"/>
                    <a:pt x="5520" y="4501"/>
                    <a:pt x="5700" y="4342"/>
                  </a:cubicBezTo>
                  <a:cubicBezTo>
                    <a:pt x="5818" y="4245"/>
                    <a:pt x="5964" y="4196"/>
                    <a:pt x="6108" y="4196"/>
                  </a:cubicBezTo>
                  <a:cubicBezTo>
                    <a:pt x="6252" y="4196"/>
                    <a:pt x="6394" y="4245"/>
                    <a:pt x="6505" y="4342"/>
                  </a:cubicBezTo>
                  <a:cubicBezTo>
                    <a:pt x="6685" y="4501"/>
                    <a:pt x="6914" y="4581"/>
                    <a:pt x="7143" y="4581"/>
                  </a:cubicBezTo>
                  <a:cubicBezTo>
                    <a:pt x="7372" y="4581"/>
                    <a:pt x="7600" y="4501"/>
                    <a:pt x="7781" y="4342"/>
                  </a:cubicBezTo>
                  <a:cubicBezTo>
                    <a:pt x="7898" y="4245"/>
                    <a:pt x="8040" y="4196"/>
                    <a:pt x="8182" y="4196"/>
                  </a:cubicBezTo>
                  <a:cubicBezTo>
                    <a:pt x="8325" y="4196"/>
                    <a:pt x="8467" y="4245"/>
                    <a:pt x="8585" y="4342"/>
                  </a:cubicBezTo>
                  <a:cubicBezTo>
                    <a:pt x="8765" y="4496"/>
                    <a:pt x="9003" y="4579"/>
                    <a:pt x="9236" y="4579"/>
                  </a:cubicBezTo>
                  <a:cubicBezTo>
                    <a:pt x="9255" y="4579"/>
                    <a:pt x="9273" y="4578"/>
                    <a:pt x="9292" y="4577"/>
                  </a:cubicBezTo>
                  <a:cubicBezTo>
                    <a:pt x="9403" y="4577"/>
                    <a:pt x="9473" y="4480"/>
                    <a:pt x="9473" y="4383"/>
                  </a:cubicBezTo>
                  <a:cubicBezTo>
                    <a:pt x="9458" y="4272"/>
                    <a:pt x="9375" y="4203"/>
                    <a:pt x="9264" y="4203"/>
                  </a:cubicBezTo>
                  <a:cubicBezTo>
                    <a:pt x="9248" y="4204"/>
                    <a:pt x="9231" y="4205"/>
                    <a:pt x="9215" y="4205"/>
                  </a:cubicBezTo>
                  <a:cubicBezTo>
                    <a:pt x="9068" y="4205"/>
                    <a:pt x="8933" y="4151"/>
                    <a:pt x="8820" y="4064"/>
                  </a:cubicBezTo>
                  <a:cubicBezTo>
                    <a:pt x="8633" y="3905"/>
                    <a:pt x="8408" y="3825"/>
                    <a:pt x="8183" y="3825"/>
                  </a:cubicBezTo>
                  <a:cubicBezTo>
                    <a:pt x="7957" y="3825"/>
                    <a:pt x="7732" y="3905"/>
                    <a:pt x="7544" y="4064"/>
                  </a:cubicBezTo>
                  <a:cubicBezTo>
                    <a:pt x="7433" y="4162"/>
                    <a:pt x="7291" y="4210"/>
                    <a:pt x="7148" y="4210"/>
                  </a:cubicBezTo>
                  <a:cubicBezTo>
                    <a:pt x="7004" y="4210"/>
                    <a:pt x="6858" y="4162"/>
                    <a:pt x="6740" y="4064"/>
                  </a:cubicBezTo>
                  <a:cubicBezTo>
                    <a:pt x="6560" y="3905"/>
                    <a:pt x="6331" y="3825"/>
                    <a:pt x="6102" y="3825"/>
                  </a:cubicBezTo>
                  <a:cubicBezTo>
                    <a:pt x="5873" y="3825"/>
                    <a:pt x="5644" y="3905"/>
                    <a:pt x="5464" y="4064"/>
                  </a:cubicBezTo>
                  <a:cubicBezTo>
                    <a:pt x="5353" y="4162"/>
                    <a:pt x="5211" y="4210"/>
                    <a:pt x="5067" y="4210"/>
                  </a:cubicBezTo>
                  <a:cubicBezTo>
                    <a:pt x="4924" y="4210"/>
                    <a:pt x="4778" y="4162"/>
                    <a:pt x="4660" y="4064"/>
                  </a:cubicBezTo>
                  <a:cubicBezTo>
                    <a:pt x="4536" y="3953"/>
                    <a:pt x="4369" y="3870"/>
                    <a:pt x="4203" y="3843"/>
                  </a:cubicBezTo>
                  <a:cubicBezTo>
                    <a:pt x="4521" y="3440"/>
                    <a:pt x="4702" y="2941"/>
                    <a:pt x="4715" y="2428"/>
                  </a:cubicBezTo>
                  <a:cubicBezTo>
                    <a:pt x="4730" y="1873"/>
                    <a:pt x="4549" y="1319"/>
                    <a:pt x="4203" y="888"/>
                  </a:cubicBezTo>
                  <a:cubicBezTo>
                    <a:pt x="4369" y="860"/>
                    <a:pt x="4536" y="777"/>
                    <a:pt x="4660" y="666"/>
                  </a:cubicBezTo>
                  <a:cubicBezTo>
                    <a:pt x="4778" y="569"/>
                    <a:pt x="4924" y="521"/>
                    <a:pt x="5067" y="521"/>
                  </a:cubicBezTo>
                  <a:cubicBezTo>
                    <a:pt x="5211" y="521"/>
                    <a:pt x="5353" y="569"/>
                    <a:pt x="5464" y="666"/>
                  </a:cubicBezTo>
                  <a:cubicBezTo>
                    <a:pt x="5644" y="826"/>
                    <a:pt x="5873" y="906"/>
                    <a:pt x="6102" y="906"/>
                  </a:cubicBezTo>
                  <a:cubicBezTo>
                    <a:pt x="6331" y="906"/>
                    <a:pt x="6560" y="826"/>
                    <a:pt x="6740" y="666"/>
                  </a:cubicBezTo>
                  <a:cubicBezTo>
                    <a:pt x="6858" y="569"/>
                    <a:pt x="7004" y="521"/>
                    <a:pt x="7148" y="521"/>
                  </a:cubicBezTo>
                  <a:cubicBezTo>
                    <a:pt x="7291" y="521"/>
                    <a:pt x="7433" y="569"/>
                    <a:pt x="7544" y="666"/>
                  </a:cubicBezTo>
                  <a:cubicBezTo>
                    <a:pt x="7725" y="826"/>
                    <a:pt x="7953" y="906"/>
                    <a:pt x="8182" y="906"/>
                  </a:cubicBezTo>
                  <a:cubicBezTo>
                    <a:pt x="8411" y="906"/>
                    <a:pt x="8640" y="826"/>
                    <a:pt x="8820" y="666"/>
                  </a:cubicBezTo>
                  <a:cubicBezTo>
                    <a:pt x="8933" y="579"/>
                    <a:pt x="9080" y="526"/>
                    <a:pt x="9219" y="526"/>
                  </a:cubicBezTo>
                  <a:cubicBezTo>
                    <a:pt x="9234" y="526"/>
                    <a:pt x="9249" y="526"/>
                    <a:pt x="9264" y="528"/>
                  </a:cubicBezTo>
                  <a:cubicBezTo>
                    <a:pt x="9375" y="528"/>
                    <a:pt x="9458" y="459"/>
                    <a:pt x="9473" y="348"/>
                  </a:cubicBezTo>
                  <a:cubicBezTo>
                    <a:pt x="9473" y="250"/>
                    <a:pt x="9403" y="167"/>
                    <a:pt x="9292" y="154"/>
                  </a:cubicBezTo>
                  <a:cubicBezTo>
                    <a:pt x="9273" y="153"/>
                    <a:pt x="9255" y="152"/>
                    <a:pt x="9236" y="152"/>
                  </a:cubicBezTo>
                  <a:cubicBezTo>
                    <a:pt x="9003" y="152"/>
                    <a:pt x="8765" y="235"/>
                    <a:pt x="8585" y="389"/>
                  </a:cubicBezTo>
                  <a:cubicBezTo>
                    <a:pt x="8474" y="486"/>
                    <a:pt x="8332" y="534"/>
                    <a:pt x="8188" y="534"/>
                  </a:cubicBezTo>
                  <a:cubicBezTo>
                    <a:pt x="8044" y="534"/>
                    <a:pt x="7898" y="486"/>
                    <a:pt x="7781" y="389"/>
                  </a:cubicBezTo>
                  <a:cubicBezTo>
                    <a:pt x="7600" y="230"/>
                    <a:pt x="7372" y="150"/>
                    <a:pt x="7143" y="150"/>
                  </a:cubicBezTo>
                  <a:cubicBezTo>
                    <a:pt x="6914" y="150"/>
                    <a:pt x="6685" y="230"/>
                    <a:pt x="6505" y="389"/>
                  </a:cubicBezTo>
                  <a:cubicBezTo>
                    <a:pt x="6394" y="486"/>
                    <a:pt x="6252" y="534"/>
                    <a:pt x="6108" y="534"/>
                  </a:cubicBezTo>
                  <a:cubicBezTo>
                    <a:pt x="5964" y="534"/>
                    <a:pt x="5818" y="486"/>
                    <a:pt x="5700" y="389"/>
                  </a:cubicBezTo>
                  <a:cubicBezTo>
                    <a:pt x="5520" y="230"/>
                    <a:pt x="5291" y="150"/>
                    <a:pt x="5063" y="150"/>
                  </a:cubicBezTo>
                  <a:cubicBezTo>
                    <a:pt x="4834" y="150"/>
                    <a:pt x="4605" y="230"/>
                    <a:pt x="4425" y="389"/>
                  </a:cubicBezTo>
                  <a:cubicBezTo>
                    <a:pt x="4314" y="486"/>
                    <a:pt x="4175" y="542"/>
                    <a:pt x="4022" y="542"/>
                  </a:cubicBezTo>
                  <a:cubicBezTo>
                    <a:pt x="3939" y="542"/>
                    <a:pt x="3856" y="514"/>
                    <a:pt x="3787" y="486"/>
                  </a:cubicBezTo>
                  <a:cubicBezTo>
                    <a:pt x="3384" y="181"/>
                    <a:pt x="2899" y="1"/>
                    <a:pt x="23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47"/>
            <p:cNvSpPr/>
            <p:nvPr/>
          </p:nvSpPr>
          <p:spPr>
            <a:xfrm>
              <a:off x="5505030" y="3571675"/>
              <a:ext cx="118396" cy="138422"/>
            </a:xfrm>
            <a:custGeom>
              <a:avLst/>
              <a:gdLst/>
              <a:ahLst/>
              <a:cxnLst/>
              <a:rect l="l" t="t" r="r" b="b"/>
              <a:pathLst>
                <a:path w="2483" h="2903" extrusionOk="0">
                  <a:moveTo>
                    <a:pt x="929" y="1960"/>
                  </a:moveTo>
                  <a:cubicBezTo>
                    <a:pt x="1083" y="1960"/>
                    <a:pt x="1207" y="2084"/>
                    <a:pt x="1207" y="2250"/>
                  </a:cubicBezTo>
                  <a:cubicBezTo>
                    <a:pt x="1207" y="2403"/>
                    <a:pt x="1083" y="2528"/>
                    <a:pt x="929" y="2528"/>
                  </a:cubicBezTo>
                  <a:lnTo>
                    <a:pt x="666" y="2528"/>
                  </a:lnTo>
                  <a:cubicBezTo>
                    <a:pt x="500" y="2528"/>
                    <a:pt x="375" y="2403"/>
                    <a:pt x="375" y="2250"/>
                  </a:cubicBezTo>
                  <a:cubicBezTo>
                    <a:pt x="375" y="2084"/>
                    <a:pt x="500" y="1960"/>
                    <a:pt x="666" y="1960"/>
                  </a:cubicBezTo>
                  <a:close/>
                  <a:moveTo>
                    <a:pt x="1385" y="0"/>
                  </a:moveTo>
                  <a:cubicBezTo>
                    <a:pt x="1372" y="0"/>
                    <a:pt x="1359" y="2"/>
                    <a:pt x="1345" y="4"/>
                  </a:cubicBezTo>
                  <a:cubicBezTo>
                    <a:pt x="1262" y="31"/>
                    <a:pt x="1207" y="101"/>
                    <a:pt x="1207" y="198"/>
                  </a:cubicBezTo>
                  <a:lnTo>
                    <a:pt x="1207" y="1654"/>
                  </a:lnTo>
                  <a:cubicBezTo>
                    <a:pt x="1124" y="1612"/>
                    <a:pt x="1027" y="1585"/>
                    <a:pt x="929" y="1585"/>
                  </a:cubicBezTo>
                  <a:lnTo>
                    <a:pt x="680" y="1585"/>
                  </a:lnTo>
                  <a:cubicBezTo>
                    <a:pt x="319" y="1585"/>
                    <a:pt x="14" y="1876"/>
                    <a:pt x="1" y="2223"/>
                  </a:cubicBezTo>
                  <a:cubicBezTo>
                    <a:pt x="1" y="2598"/>
                    <a:pt x="291" y="2903"/>
                    <a:pt x="666" y="2903"/>
                  </a:cubicBezTo>
                  <a:lnTo>
                    <a:pt x="929" y="2903"/>
                  </a:lnTo>
                  <a:cubicBezTo>
                    <a:pt x="1290" y="2903"/>
                    <a:pt x="1582" y="2611"/>
                    <a:pt x="1582" y="2250"/>
                  </a:cubicBezTo>
                  <a:lnTo>
                    <a:pt x="1582" y="601"/>
                  </a:lnTo>
                  <a:cubicBezTo>
                    <a:pt x="1651" y="642"/>
                    <a:pt x="1720" y="669"/>
                    <a:pt x="1817" y="697"/>
                  </a:cubicBezTo>
                  <a:cubicBezTo>
                    <a:pt x="2039" y="780"/>
                    <a:pt x="2094" y="933"/>
                    <a:pt x="2094" y="947"/>
                  </a:cubicBezTo>
                  <a:lnTo>
                    <a:pt x="2109" y="947"/>
                  </a:lnTo>
                  <a:cubicBezTo>
                    <a:pt x="2121" y="1034"/>
                    <a:pt x="2200" y="1088"/>
                    <a:pt x="2286" y="1088"/>
                  </a:cubicBezTo>
                  <a:cubicBezTo>
                    <a:pt x="2296" y="1088"/>
                    <a:pt x="2306" y="1087"/>
                    <a:pt x="2316" y="1085"/>
                  </a:cubicBezTo>
                  <a:cubicBezTo>
                    <a:pt x="2414" y="1058"/>
                    <a:pt x="2483" y="961"/>
                    <a:pt x="2455" y="863"/>
                  </a:cubicBezTo>
                  <a:lnTo>
                    <a:pt x="2455" y="836"/>
                  </a:lnTo>
                  <a:cubicBezTo>
                    <a:pt x="2414" y="711"/>
                    <a:pt x="2261" y="462"/>
                    <a:pt x="1928" y="351"/>
                  </a:cubicBezTo>
                  <a:cubicBezTo>
                    <a:pt x="1678" y="268"/>
                    <a:pt x="1567" y="115"/>
                    <a:pt x="1554" y="101"/>
                  </a:cubicBezTo>
                  <a:cubicBezTo>
                    <a:pt x="1519" y="31"/>
                    <a:pt x="1454" y="0"/>
                    <a:pt x="13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47"/>
            <p:cNvSpPr/>
            <p:nvPr/>
          </p:nvSpPr>
          <p:spPr>
            <a:xfrm>
              <a:off x="5695859" y="3634665"/>
              <a:ext cx="19502" cy="17356"/>
            </a:xfrm>
            <a:custGeom>
              <a:avLst/>
              <a:gdLst/>
              <a:ahLst/>
              <a:cxnLst/>
              <a:rect l="l" t="t" r="r" b="b"/>
              <a:pathLst>
                <a:path w="409" h="364" extrusionOk="0">
                  <a:moveTo>
                    <a:pt x="203" y="0"/>
                  </a:moveTo>
                  <a:cubicBezTo>
                    <a:pt x="120" y="0"/>
                    <a:pt x="37" y="55"/>
                    <a:pt x="21" y="153"/>
                  </a:cubicBezTo>
                  <a:cubicBezTo>
                    <a:pt x="1" y="273"/>
                    <a:pt x="103" y="364"/>
                    <a:pt x="208" y="364"/>
                  </a:cubicBezTo>
                  <a:cubicBezTo>
                    <a:pt x="249" y="364"/>
                    <a:pt x="291" y="350"/>
                    <a:pt x="326" y="319"/>
                  </a:cubicBezTo>
                  <a:cubicBezTo>
                    <a:pt x="394" y="264"/>
                    <a:pt x="409" y="153"/>
                    <a:pt x="353" y="84"/>
                  </a:cubicBezTo>
                  <a:cubicBezTo>
                    <a:pt x="319" y="27"/>
                    <a:pt x="261" y="0"/>
                    <a:pt x="2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47"/>
            <p:cNvSpPr/>
            <p:nvPr/>
          </p:nvSpPr>
          <p:spPr>
            <a:xfrm>
              <a:off x="5837003" y="3634617"/>
              <a:ext cx="20503" cy="17547"/>
            </a:xfrm>
            <a:custGeom>
              <a:avLst/>
              <a:gdLst/>
              <a:ahLst/>
              <a:cxnLst/>
              <a:rect l="l" t="t" r="r" b="b"/>
              <a:pathLst>
                <a:path w="430" h="368" extrusionOk="0">
                  <a:moveTo>
                    <a:pt x="207" y="1"/>
                  </a:moveTo>
                  <a:cubicBezTo>
                    <a:pt x="174" y="1"/>
                    <a:pt x="141" y="10"/>
                    <a:pt x="111" y="29"/>
                  </a:cubicBezTo>
                  <a:cubicBezTo>
                    <a:pt x="28" y="85"/>
                    <a:pt x="1" y="209"/>
                    <a:pt x="56" y="292"/>
                  </a:cubicBezTo>
                  <a:cubicBezTo>
                    <a:pt x="89" y="342"/>
                    <a:pt x="148" y="368"/>
                    <a:pt x="207" y="368"/>
                  </a:cubicBezTo>
                  <a:cubicBezTo>
                    <a:pt x="246" y="368"/>
                    <a:pt x="286" y="357"/>
                    <a:pt x="319" y="334"/>
                  </a:cubicBezTo>
                  <a:cubicBezTo>
                    <a:pt x="402" y="279"/>
                    <a:pt x="430" y="168"/>
                    <a:pt x="374" y="85"/>
                  </a:cubicBezTo>
                  <a:cubicBezTo>
                    <a:pt x="330" y="31"/>
                    <a:pt x="268" y="1"/>
                    <a:pt x="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47"/>
            <p:cNvSpPr/>
            <p:nvPr/>
          </p:nvSpPr>
          <p:spPr>
            <a:xfrm>
              <a:off x="5728570" y="3622792"/>
              <a:ext cx="17881" cy="41007"/>
            </a:xfrm>
            <a:custGeom>
              <a:avLst/>
              <a:gdLst/>
              <a:ahLst/>
              <a:cxnLst/>
              <a:rect l="l" t="t" r="r" b="b"/>
              <a:pathLst>
                <a:path w="375" h="860" extrusionOk="0">
                  <a:moveTo>
                    <a:pt x="180" y="0"/>
                  </a:moveTo>
                  <a:cubicBezTo>
                    <a:pt x="83" y="0"/>
                    <a:pt x="0" y="83"/>
                    <a:pt x="0" y="180"/>
                  </a:cubicBezTo>
                  <a:lnTo>
                    <a:pt x="0" y="679"/>
                  </a:lnTo>
                  <a:cubicBezTo>
                    <a:pt x="0" y="777"/>
                    <a:pt x="83" y="860"/>
                    <a:pt x="180" y="860"/>
                  </a:cubicBezTo>
                  <a:cubicBezTo>
                    <a:pt x="291" y="860"/>
                    <a:pt x="374" y="777"/>
                    <a:pt x="374" y="679"/>
                  </a:cubicBezTo>
                  <a:lnTo>
                    <a:pt x="374" y="180"/>
                  </a:lnTo>
                  <a:cubicBezTo>
                    <a:pt x="374" y="83"/>
                    <a:pt x="291" y="0"/>
                    <a:pt x="1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47"/>
            <p:cNvSpPr/>
            <p:nvPr/>
          </p:nvSpPr>
          <p:spPr>
            <a:xfrm>
              <a:off x="5802623" y="3613494"/>
              <a:ext cx="17881" cy="59555"/>
            </a:xfrm>
            <a:custGeom>
              <a:avLst/>
              <a:gdLst/>
              <a:ahLst/>
              <a:cxnLst/>
              <a:rect l="l" t="t" r="r" b="b"/>
              <a:pathLst>
                <a:path w="375" h="1249" extrusionOk="0">
                  <a:moveTo>
                    <a:pt x="195" y="1"/>
                  </a:moveTo>
                  <a:cubicBezTo>
                    <a:pt x="84" y="1"/>
                    <a:pt x="0" y="84"/>
                    <a:pt x="0" y="181"/>
                  </a:cubicBezTo>
                  <a:lnTo>
                    <a:pt x="0" y="1068"/>
                  </a:lnTo>
                  <a:cubicBezTo>
                    <a:pt x="0" y="1166"/>
                    <a:pt x="84" y="1249"/>
                    <a:pt x="195" y="1249"/>
                  </a:cubicBezTo>
                  <a:cubicBezTo>
                    <a:pt x="291" y="1249"/>
                    <a:pt x="374" y="1166"/>
                    <a:pt x="374" y="1068"/>
                  </a:cubicBezTo>
                  <a:lnTo>
                    <a:pt x="374" y="181"/>
                  </a:lnTo>
                  <a:cubicBezTo>
                    <a:pt x="374" y="84"/>
                    <a:pt x="291" y="1"/>
                    <a:pt x="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47"/>
            <p:cNvSpPr/>
            <p:nvPr/>
          </p:nvSpPr>
          <p:spPr>
            <a:xfrm>
              <a:off x="5766908" y="3599618"/>
              <a:ext cx="17881" cy="87307"/>
            </a:xfrm>
            <a:custGeom>
              <a:avLst/>
              <a:gdLst/>
              <a:ahLst/>
              <a:cxnLst/>
              <a:rect l="l" t="t" r="r" b="b"/>
              <a:pathLst>
                <a:path w="375" h="1831" extrusionOk="0">
                  <a:moveTo>
                    <a:pt x="195" y="0"/>
                  </a:moveTo>
                  <a:cubicBezTo>
                    <a:pt x="84" y="0"/>
                    <a:pt x="1" y="83"/>
                    <a:pt x="1" y="194"/>
                  </a:cubicBezTo>
                  <a:lnTo>
                    <a:pt x="1" y="1651"/>
                  </a:lnTo>
                  <a:cubicBezTo>
                    <a:pt x="1" y="1747"/>
                    <a:pt x="84" y="1831"/>
                    <a:pt x="195" y="1831"/>
                  </a:cubicBezTo>
                  <a:cubicBezTo>
                    <a:pt x="291" y="1831"/>
                    <a:pt x="374" y="1747"/>
                    <a:pt x="374" y="1651"/>
                  </a:cubicBezTo>
                  <a:lnTo>
                    <a:pt x="374" y="194"/>
                  </a:lnTo>
                  <a:cubicBezTo>
                    <a:pt x="374" y="83"/>
                    <a:pt x="291" y="0"/>
                    <a:pt x="1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47"/>
            <p:cNvSpPr/>
            <p:nvPr/>
          </p:nvSpPr>
          <p:spPr>
            <a:xfrm>
              <a:off x="5481236" y="3560565"/>
              <a:ext cx="19884" cy="17976"/>
            </a:xfrm>
            <a:custGeom>
              <a:avLst/>
              <a:gdLst/>
              <a:ahLst/>
              <a:cxnLst/>
              <a:rect l="l" t="t" r="r" b="b"/>
              <a:pathLst>
                <a:path w="417" h="377" extrusionOk="0">
                  <a:moveTo>
                    <a:pt x="210" y="0"/>
                  </a:moveTo>
                  <a:cubicBezTo>
                    <a:pt x="176" y="0"/>
                    <a:pt x="141" y="10"/>
                    <a:pt x="112" y="29"/>
                  </a:cubicBezTo>
                  <a:cubicBezTo>
                    <a:pt x="28" y="98"/>
                    <a:pt x="1" y="209"/>
                    <a:pt x="56" y="292"/>
                  </a:cubicBezTo>
                  <a:cubicBezTo>
                    <a:pt x="92" y="346"/>
                    <a:pt x="156" y="376"/>
                    <a:pt x="220" y="376"/>
                  </a:cubicBezTo>
                  <a:cubicBezTo>
                    <a:pt x="255" y="376"/>
                    <a:pt x="289" y="367"/>
                    <a:pt x="319" y="348"/>
                  </a:cubicBezTo>
                  <a:cubicBezTo>
                    <a:pt x="402" y="292"/>
                    <a:pt x="417" y="168"/>
                    <a:pt x="361" y="85"/>
                  </a:cubicBezTo>
                  <a:cubicBezTo>
                    <a:pt x="334" y="31"/>
                    <a:pt x="272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1" name="Google Shape;1521;p47"/>
          <p:cNvGrpSpPr/>
          <p:nvPr/>
        </p:nvGrpSpPr>
        <p:grpSpPr>
          <a:xfrm rot="10800000" flipH="1">
            <a:off x="1900571" y="1541679"/>
            <a:ext cx="173447" cy="193531"/>
            <a:chOff x="1067882" y="3419088"/>
            <a:chExt cx="404777" cy="451649"/>
          </a:xfrm>
        </p:grpSpPr>
        <p:sp>
          <p:nvSpPr>
            <p:cNvPr id="1522" name="Google Shape;1522;p47"/>
            <p:cNvSpPr/>
            <p:nvPr/>
          </p:nvSpPr>
          <p:spPr>
            <a:xfrm>
              <a:off x="1067882" y="3419088"/>
              <a:ext cx="404777" cy="451649"/>
            </a:xfrm>
            <a:custGeom>
              <a:avLst/>
              <a:gdLst/>
              <a:ahLst/>
              <a:cxnLst/>
              <a:rect l="l" t="t" r="r" b="b"/>
              <a:pathLst>
                <a:path w="8489" h="9472" extrusionOk="0">
                  <a:moveTo>
                    <a:pt x="3842" y="375"/>
                  </a:moveTo>
                  <a:lnTo>
                    <a:pt x="3842" y="430"/>
                  </a:lnTo>
                  <a:lnTo>
                    <a:pt x="3842" y="707"/>
                  </a:lnTo>
                  <a:cubicBezTo>
                    <a:pt x="3842" y="791"/>
                    <a:pt x="3773" y="860"/>
                    <a:pt x="3690" y="860"/>
                  </a:cubicBezTo>
                  <a:lnTo>
                    <a:pt x="1915" y="860"/>
                  </a:lnTo>
                  <a:cubicBezTo>
                    <a:pt x="1832" y="860"/>
                    <a:pt x="1762" y="791"/>
                    <a:pt x="1762" y="707"/>
                  </a:cubicBezTo>
                  <a:lnTo>
                    <a:pt x="1762" y="430"/>
                  </a:lnTo>
                  <a:cubicBezTo>
                    <a:pt x="1762" y="417"/>
                    <a:pt x="1762" y="389"/>
                    <a:pt x="1748" y="375"/>
                  </a:cubicBezTo>
                  <a:close/>
                  <a:moveTo>
                    <a:pt x="6574" y="5381"/>
                  </a:moveTo>
                  <a:cubicBezTo>
                    <a:pt x="7420" y="5381"/>
                    <a:pt x="8113" y="6075"/>
                    <a:pt x="8113" y="6935"/>
                  </a:cubicBezTo>
                  <a:cubicBezTo>
                    <a:pt x="8113" y="7780"/>
                    <a:pt x="7420" y="8473"/>
                    <a:pt x="6574" y="8473"/>
                  </a:cubicBezTo>
                  <a:cubicBezTo>
                    <a:pt x="5909" y="8473"/>
                    <a:pt x="5299" y="8030"/>
                    <a:pt x="5104" y="7392"/>
                  </a:cubicBezTo>
                  <a:cubicBezTo>
                    <a:pt x="5090" y="7351"/>
                    <a:pt x="5062" y="7323"/>
                    <a:pt x="5034" y="7295"/>
                  </a:cubicBezTo>
                  <a:lnTo>
                    <a:pt x="4550" y="6935"/>
                  </a:lnTo>
                  <a:lnTo>
                    <a:pt x="5034" y="6560"/>
                  </a:lnTo>
                  <a:cubicBezTo>
                    <a:pt x="5062" y="6532"/>
                    <a:pt x="5090" y="6504"/>
                    <a:pt x="5104" y="6463"/>
                  </a:cubicBezTo>
                  <a:cubicBezTo>
                    <a:pt x="5299" y="5839"/>
                    <a:pt x="5909" y="5381"/>
                    <a:pt x="6574" y="5381"/>
                  </a:cubicBezTo>
                  <a:close/>
                  <a:moveTo>
                    <a:pt x="874" y="1"/>
                  </a:moveTo>
                  <a:cubicBezTo>
                    <a:pt x="375" y="14"/>
                    <a:pt x="1" y="402"/>
                    <a:pt x="1" y="888"/>
                  </a:cubicBezTo>
                  <a:lnTo>
                    <a:pt x="1" y="8584"/>
                  </a:lnTo>
                  <a:cubicBezTo>
                    <a:pt x="1" y="9070"/>
                    <a:pt x="389" y="9472"/>
                    <a:pt x="874" y="9472"/>
                  </a:cubicBezTo>
                  <a:lnTo>
                    <a:pt x="4716" y="9472"/>
                  </a:lnTo>
                  <a:cubicBezTo>
                    <a:pt x="5201" y="9472"/>
                    <a:pt x="5604" y="9070"/>
                    <a:pt x="5604" y="8584"/>
                  </a:cubicBezTo>
                  <a:cubicBezTo>
                    <a:pt x="5894" y="8751"/>
                    <a:pt x="6227" y="8848"/>
                    <a:pt x="6574" y="8848"/>
                  </a:cubicBezTo>
                  <a:cubicBezTo>
                    <a:pt x="7628" y="8848"/>
                    <a:pt x="8488" y="7989"/>
                    <a:pt x="8488" y="6935"/>
                  </a:cubicBezTo>
                  <a:cubicBezTo>
                    <a:pt x="8488" y="5881"/>
                    <a:pt x="7628" y="5021"/>
                    <a:pt x="6574" y="5021"/>
                  </a:cubicBezTo>
                  <a:cubicBezTo>
                    <a:pt x="6227" y="5021"/>
                    <a:pt x="5894" y="5104"/>
                    <a:pt x="5604" y="5284"/>
                  </a:cubicBezTo>
                  <a:lnTo>
                    <a:pt x="5604" y="3536"/>
                  </a:lnTo>
                  <a:cubicBezTo>
                    <a:pt x="5604" y="3440"/>
                    <a:pt x="5520" y="3357"/>
                    <a:pt x="5409" y="3357"/>
                  </a:cubicBezTo>
                  <a:cubicBezTo>
                    <a:pt x="5312" y="3357"/>
                    <a:pt x="5229" y="3440"/>
                    <a:pt x="5229" y="3536"/>
                  </a:cubicBezTo>
                  <a:lnTo>
                    <a:pt x="5229" y="5561"/>
                  </a:lnTo>
                  <a:cubicBezTo>
                    <a:pt x="5021" y="5770"/>
                    <a:pt x="4855" y="6019"/>
                    <a:pt x="4757" y="6297"/>
                  </a:cubicBezTo>
                  <a:lnTo>
                    <a:pt x="4119" y="6782"/>
                  </a:lnTo>
                  <a:cubicBezTo>
                    <a:pt x="4023" y="6851"/>
                    <a:pt x="4023" y="7003"/>
                    <a:pt x="4119" y="7073"/>
                  </a:cubicBezTo>
                  <a:lnTo>
                    <a:pt x="4757" y="7558"/>
                  </a:lnTo>
                  <a:cubicBezTo>
                    <a:pt x="4855" y="7836"/>
                    <a:pt x="5021" y="8085"/>
                    <a:pt x="5229" y="8294"/>
                  </a:cubicBezTo>
                  <a:lnTo>
                    <a:pt x="5229" y="8584"/>
                  </a:lnTo>
                  <a:cubicBezTo>
                    <a:pt x="5229" y="8876"/>
                    <a:pt x="5007" y="9098"/>
                    <a:pt x="4716" y="9098"/>
                  </a:cubicBezTo>
                  <a:lnTo>
                    <a:pt x="874" y="9098"/>
                  </a:lnTo>
                  <a:cubicBezTo>
                    <a:pt x="597" y="9098"/>
                    <a:pt x="362" y="8876"/>
                    <a:pt x="362" y="8584"/>
                  </a:cubicBezTo>
                  <a:lnTo>
                    <a:pt x="362" y="888"/>
                  </a:lnTo>
                  <a:cubicBezTo>
                    <a:pt x="362" y="611"/>
                    <a:pt x="597" y="389"/>
                    <a:pt x="874" y="375"/>
                  </a:cubicBezTo>
                  <a:lnTo>
                    <a:pt x="1332" y="375"/>
                  </a:lnTo>
                  <a:cubicBezTo>
                    <a:pt x="1360" y="375"/>
                    <a:pt x="1388" y="402"/>
                    <a:pt x="1388" y="430"/>
                  </a:cubicBezTo>
                  <a:lnTo>
                    <a:pt x="1388" y="707"/>
                  </a:lnTo>
                  <a:cubicBezTo>
                    <a:pt x="1388" y="999"/>
                    <a:pt x="1623" y="1234"/>
                    <a:pt x="1915" y="1234"/>
                  </a:cubicBezTo>
                  <a:lnTo>
                    <a:pt x="3690" y="1234"/>
                  </a:lnTo>
                  <a:cubicBezTo>
                    <a:pt x="3981" y="1234"/>
                    <a:pt x="4217" y="999"/>
                    <a:pt x="4217" y="707"/>
                  </a:cubicBezTo>
                  <a:lnTo>
                    <a:pt x="4217" y="430"/>
                  </a:lnTo>
                  <a:cubicBezTo>
                    <a:pt x="4217" y="402"/>
                    <a:pt x="4230" y="375"/>
                    <a:pt x="4272" y="375"/>
                  </a:cubicBezTo>
                  <a:lnTo>
                    <a:pt x="4716" y="375"/>
                  </a:lnTo>
                  <a:cubicBezTo>
                    <a:pt x="5007" y="389"/>
                    <a:pt x="5229" y="611"/>
                    <a:pt x="5229" y="888"/>
                  </a:cubicBezTo>
                  <a:lnTo>
                    <a:pt x="5229" y="1914"/>
                  </a:lnTo>
                  <a:cubicBezTo>
                    <a:pt x="5229" y="2011"/>
                    <a:pt x="5312" y="2094"/>
                    <a:pt x="5409" y="2094"/>
                  </a:cubicBezTo>
                  <a:cubicBezTo>
                    <a:pt x="5520" y="2094"/>
                    <a:pt x="5604" y="2011"/>
                    <a:pt x="5604" y="1914"/>
                  </a:cubicBezTo>
                  <a:lnTo>
                    <a:pt x="5604" y="888"/>
                  </a:lnTo>
                  <a:cubicBezTo>
                    <a:pt x="5604" y="652"/>
                    <a:pt x="5506" y="430"/>
                    <a:pt x="5340" y="264"/>
                  </a:cubicBezTo>
                  <a:cubicBezTo>
                    <a:pt x="5173" y="97"/>
                    <a:pt x="4966" y="14"/>
                    <a:pt x="47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47"/>
            <p:cNvSpPr/>
            <p:nvPr/>
          </p:nvSpPr>
          <p:spPr>
            <a:xfrm>
              <a:off x="1116138" y="3515647"/>
              <a:ext cx="170656" cy="147482"/>
            </a:xfrm>
            <a:custGeom>
              <a:avLst/>
              <a:gdLst/>
              <a:ahLst/>
              <a:cxnLst/>
              <a:rect l="l" t="t" r="r" b="b"/>
              <a:pathLst>
                <a:path w="3579" h="3093" extrusionOk="0">
                  <a:moveTo>
                    <a:pt x="1790" y="1095"/>
                  </a:moveTo>
                  <a:cubicBezTo>
                    <a:pt x="1957" y="1095"/>
                    <a:pt x="2095" y="1234"/>
                    <a:pt x="2095" y="1401"/>
                  </a:cubicBezTo>
                  <a:cubicBezTo>
                    <a:pt x="2095" y="1567"/>
                    <a:pt x="1957" y="1706"/>
                    <a:pt x="1790" y="1706"/>
                  </a:cubicBezTo>
                  <a:cubicBezTo>
                    <a:pt x="1624" y="1706"/>
                    <a:pt x="1485" y="1567"/>
                    <a:pt x="1485" y="1401"/>
                  </a:cubicBezTo>
                  <a:cubicBezTo>
                    <a:pt x="1485" y="1234"/>
                    <a:pt x="1624" y="1095"/>
                    <a:pt x="1790" y="1095"/>
                  </a:cubicBezTo>
                  <a:close/>
                  <a:moveTo>
                    <a:pt x="1790" y="2081"/>
                  </a:moveTo>
                  <a:cubicBezTo>
                    <a:pt x="2192" y="2081"/>
                    <a:pt x="2539" y="2344"/>
                    <a:pt x="2650" y="2719"/>
                  </a:cubicBezTo>
                  <a:lnTo>
                    <a:pt x="931" y="2719"/>
                  </a:lnTo>
                  <a:cubicBezTo>
                    <a:pt x="1041" y="2344"/>
                    <a:pt x="1388" y="2081"/>
                    <a:pt x="1790" y="2081"/>
                  </a:cubicBezTo>
                  <a:close/>
                  <a:moveTo>
                    <a:pt x="2996" y="361"/>
                  </a:moveTo>
                  <a:cubicBezTo>
                    <a:pt x="3107" y="361"/>
                    <a:pt x="3205" y="457"/>
                    <a:pt x="3205" y="568"/>
                  </a:cubicBezTo>
                  <a:lnTo>
                    <a:pt x="3205" y="2510"/>
                  </a:lnTo>
                  <a:cubicBezTo>
                    <a:pt x="3205" y="2621"/>
                    <a:pt x="3135" y="2704"/>
                    <a:pt x="3024" y="2719"/>
                  </a:cubicBezTo>
                  <a:cubicBezTo>
                    <a:pt x="2941" y="2316"/>
                    <a:pt x="2678" y="1983"/>
                    <a:pt x="2317" y="1817"/>
                  </a:cubicBezTo>
                  <a:cubicBezTo>
                    <a:pt x="2414" y="1706"/>
                    <a:pt x="2469" y="1567"/>
                    <a:pt x="2469" y="1401"/>
                  </a:cubicBezTo>
                  <a:cubicBezTo>
                    <a:pt x="2469" y="1027"/>
                    <a:pt x="2164" y="722"/>
                    <a:pt x="1790" y="722"/>
                  </a:cubicBezTo>
                  <a:cubicBezTo>
                    <a:pt x="1415" y="722"/>
                    <a:pt x="1110" y="1027"/>
                    <a:pt x="1110" y="1401"/>
                  </a:cubicBezTo>
                  <a:cubicBezTo>
                    <a:pt x="1110" y="1567"/>
                    <a:pt x="1166" y="1706"/>
                    <a:pt x="1263" y="1817"/>
                  </a:cubicBezTo>
                  <a:cubicBezTo>
                    <a:pt x="903" y="1983"/>
                    <a:pt x="639" y="2316"/>
                    <a:pt x="556" y="2719"/>
                  </a:cubicBezTo>
                  <a:cubicBezTo>
                    <a:pt x="445" y="2704"/>
                    <a:pt x="376" y="2621"/>
                    <a:pt x="376" y="2510"/>
                  </a:cubicBezTo>
                  <a:lnTo>
                    <a:pt x="376" y="568"/>
                  </a:lnTo>
                  <a:cubicBezTo>
                    <a:pt x="376" y="457"/>
                    <a:pt x="472" y="361"/>
                    <a:pt x="583" y="361"/>
                  </a:cubicBezTo>
                  <a:close/>
                  <a:moveTo>
                    <a:pt x="583" y="0"/>
                  </a:moveTo>
                  <a:cubicBezTo>
                    <a:pt x="265" y="0"/>
                    <a:pt x="1" y="250"/>
                    <a:pt x="1" y="568"/>
                  </a:cubicBezTo>
                  <a:lnTo>
                    <a:pt x="1" y="2510"/>
                  </a:lnTo>
                  <a:cubicBezTo>
                    <a:pt x="1" y="2829"/>
                    <a:pt x="265" y="3092"/>
                    <a:pt x="583" y="3092"/>
                  </a:cubicBezTo>
                  <a:lnTo>
                    <a:pt x="2996" y="3092"/>
                  </a:lnTo>
                  <a:cubicBezTo>
                    <a:pt x="3316" y="3092"/>
                    <a:pt x="3579" y="2829"/>
                    <a:pt x="3579" y="2510"/>
                  </a:cubicBezTo>
                  <a:lnTo>
                    <a:pt x="3579" y="568"/>
                  </a:lnTo>
                  <a:cubicBezTo>
                    <a:pt x="3579" y="250"/>
                    <a:pt x="3316" y="0"/>
                    <a:pt x="29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47"/>
            <p:cNvSpPr/>
            <p:nvPr/>
          </p:nvSpPr>
          <p:spPr>
            <a:xfrm>
              <a:off x="1163774" y="3809902"/>
              <a:ext cx="75434" cy="17929"/>
            </a:xfrm>
            <a:custGeom>
              <a:avLst/>
              <a:gdLst/>
              <a:ahLst/>
              <a:cxnLst/>
              <a:rect l="l" t="t" r="r" b="b"/>
              <a:pathLst>
                <a:path w="1582" h="376" extrusionOk="0">
                  <a:moveTo>
                    <a:pt x="181" y="0"/>
                  </a:moveTo>
                  <a:cubicBezTo>
                    <a:pt x="83" y="0"/>
                    <a:pt x="0" y="83"/>
                    <a:pt x="0" y="194"/>
                  </a:cubicBezTo>
                  <a:cubicBezTo>
                    <a:pt x="0" y="292"/>
                    <a:pt x="83" y="375"/>
                    <a:pt x="181" y="375"/>
                  </a:cubicBezTo>
                  <a:lnTo>
                    <a:pt x="1387" y="375"/>
                  </a:lnTo>
                  <a:cubicBezTo>
                    <a:pt x="1498" y="375"/>
                    <a:pt x="1581" y="292"/>
                    <a:pt x="1581" y="194"/>
                  </a:cubicBezTo>
                  <a:cubicBezTo>
                    <a:pt x="1581" y="83"/>
                    <a:pt x="1498" y="0"/>
                    <a:pt x="13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47"/>
            <p:cNvSpPr/>
            <p:nvPr/>
          </p:nvSpPr>
          <p:spPr>
            <a:xfrm>
              <a:off x="1336388" y="3692696"/>
              <a:ext cx="93267" cy="107333"/>
            </a:xfrm>
            <a:custGeom>
              <a:avLst/>
              <a:gdLst/>
              <a:ahLst/>
              <a:cxnLst/>
              <a:rect l="l" t="t" r="r" b="b"/>
              <a:pathLst>
                <a:path w="1956" h="2251" extrusionOk="0">
                  <a:moveTo>
                    <a:pt x="735" y="1543"/>
                  </a:moveTo>
                  <a:cubicBezTo>
                    <a:pt x="818" y="1543"/>
                    <a:pt x="901" y="1626"/>
                    <a:pt x="901" y="1709"/>
                  </a:cubicBezTo>
                  <a:cubicBezTo>
                    <a:pt x="901" y="1807"/>
                    <a:pt x="818" y="1876"/>
                    <a:pt x="735" y="1876"/>
                  </a:cubicBezTo>
                  <a:lnTo>
                    <a:pt x="541" y="1876"/>
                  </a:lnTo>
                  <a:cubicBezTo>
                    <a:pt x="444" y="1876"/>
                    <a:pt x="374" y="1807"/>
                    <a:pt x="374" y="1709"/>
                  </a:cubicBezTo>
                  <a:cubicBezTo>
                    <a:pt x="374" y="1626"/>
                    <a:pt x="444" y="1543"/>
                    <a:pt x="541" y="1543"/>
                  </a:cubicBezTo>
                  <a:close/>
                  <a:moveTo>
                    <a:pt x="1082" y="0"/>
                  </a:moveTo>
                  <a:cubicBezTo>
                    <a:pt x="1068" y="0"/>
                    <a:pt x="1054" y="2"/>
                    <a:pt x="1040" y="4"/>
                  </a:cubicBezTo>
                  <a:cubicBezTo>
                    <a:pt x="957" y="32"/>
                    <a:pt x="901" y="101"/>
                    <a:pt x="901" y="184"/>
                  </a:cubicBezTo>
                  <a:lnTo>
                    <a:pt x="901" y="1210"/>
                  </a:lnTo>
                  <a:cubicBezTo>
                    <a:pt x="846" y="1182"/>
                    <a:pt x="790" y="1182"/>
                    <a:pt x="735" y="1182"/>
                  </a:cubicBezTo>
                  <a:lnTo>
                    <a:pt x="555" y="1182"/>
                  </a:lnTo>
                  <a:cubicBezTo>
                    <a:pt x="263" y="1182"/>
                    <a:pt x="14" y="1404"/>
                    <a:pt x="0" y="1696"/>
                  </a:cubicBezTo>
                  <a:cubicBezTo>
                    <a:pt x="0" y="2001"/>
                    <a:pt x="236" y="2251"/>
                    <a:pt x="541" y="2251"/>
                  </a:cubicBezTo>
                  <a:lnTo>
                    <a:pt x="735" y="2251"/>
                  </a:lnTo>
                  <a:cubicBezTo>
                    <a:pt x="1027" y="2251"/>
                    <a:pt x="1262" y="2014"/>
                    <a:pt x="1262" y="1709"/>
                  </a:cubicBezTo>
                  <a:lnTo>
                    <a:pt x="1262" y="572"/>
                  </a:lnTo>
                  <a:cubicBezTo>
                    <a:pt x="1304" y="586"/>
                    <a:pt x="1345" y="600"/>
                    <a:pt x="1373" y="614"/>
                  </a:cubicBezTo>
                  <a:cubicBezTo>
                    <a:pt x="1526" y="655"/>
                    <a:pt x="1554" y="753"/>
                    <a:pt x="1567" y="766"/>
                  </a:cubicBezTo>
                  <a:cubicBezTo>
                    <a:pt x="1567" y="766"/>
                    <a:pt x="1567" y="781"/>
                    <a:pt x="1581" y="808"/>
                  </a:cubicBezTo>
                  <a:cubicBezTo>
                    <a:pt x="1614" y="874"/>
                    <a:pt x="1681" y="914"/>
                    <a:pt x="1749" y="914"/>
                  </a:cubicBezTo>
                  <a:cubicBezTo>
                    <a:pt x="1768" y="914"/>
                    <a:pt x="1786" y="911"/>
                    <a:pt x="1803" y="905"/>
                  </a:cubicBezTo>
                  <a:cubicBezTo>
                    <a:pt x="1900" y="877"/>
                    <a:pt x="1955" y="766"/>
                    <a:pt x="1927" y="670"/>
                  </a:cubicBezTo>
                  <a:lnTo>
                    <a:pt x="1914" y="655"/>
                  </a:lnTo>
                  <a:cubicBezTo>
                    <a:pt x="1914" y="628"/>
                    <a:pt x="1831" y="365"/>
                    <a:pt x="1484" y="267"/>
                  </a:cubicBezTo>
                  <a:cubicBezTo>
                    <a:pt x="1317" y="211"/>
                    <a:pt x="1248" y="101"/>
                    <a:pt x="1234" y="87"/>
                  </a:cubicBezTo>
                  <a:cubicBezTo>
                    <a:pt x="1211" y="29"/>
                    <a:pt x="1150" y="0"/>
                    <a:pt x="10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47"/>
            <p:cNvSpPr/>
            <p:nvPr/>
          </p:nvSpPr>
          <p:spPr>
            <a:xfrm>
              <a:off x="1129394" y="3694842"/>
              <a:ext cx="29802" cy="17929"/>
            </a:xfrm>
            <a:custGeom>
              <a:avLst/>
              <a:gdLst/>
              <a:ahLst/>
              <a:cxnLst/>
              <a:rect l="l" t="t" r="r" b="b"/>
              <a:pathLst>
                <a:path w="625" h="376" extrusionOk="0">
                  <a:moveTo>
                    <a:pt x="194" y="0"/>
                  </a:moveTo>
                  <a:cubicBezTo>
                    <a:pt x="83" y="0"/>
                    <a:pt x="0" y="83"/>
                    <a:pt x="0" y="194"/>
                  </a:cubicBezTo>
                  <a:cubicBezTo>
                    <a:pt x="0" y="292"/>
                    <a:pt x="83" y="375"/>
                    <a:pt x="194" y="375"/>
                  </a:cubicBezTo>
                  <a:lnTo>
                    <a:pt x="444" y="375"/>
                  </a:lnTo>
                  <a:cubicBezTo>
                    <a:pt x="542" y="375"/>
                    <a:pt x="625" y="292"/>
                    <a:pt x="625" y="194"/>
                  </a:cubicBezTo>
                  <a:cubicBezTo>
                    <a:pt x="625" y="83"/>
                    <a:pt x="542" y="0"/>
                    <a:pt x="4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47"/>
            <p:cNvSpPr/>
            <p:nvPr/>
          </p:nvSpPr>
          <p:spPr>
            <a:xfrm>
              <a:off x="1177697" y="3694842"/>
              <a:ext cx="95890" cy="17929"/>
            </a:xfrm>
            <a:custGeom>
              <a:avLst/>
              <a:gdLst/>
              <a:ahLst/>
              <a:cxnLst/>
              <a:rect l="l" t="t" r="r" b="b"/>
              <a:pathLst>
                <a:path w="2011" h="376" extrusionOk="0">
                  <a:moveTo>
                    <a:pt x="180" y="0"/>
                  </a:moveTo>
                  <a:cubicBezTo>
                    <a:pt x="83" y="0"/>
                    <a:pt x="0" y="83"/>
                    <a:pt x="0" y="194"/>
                  </a:cubicBezTo>
                  <a:cubicBezTo>
                    <a:pt x="0" y="292"/>
                    <a:pt x="83" y="375"/>
                    <a:pt x="180" y="375"/>
                  </a:cubicBezTo>
                  <a:lnTo>
                    <a:pt x="1816" y="375"/>
                  </a:lnTo>
                  <a:cubicBezTo>
                    <a:pt x="1927" y="375"/>
                    <a:pt x="2010" y="292"/>
                    <a:pt x="2010" y="194"/>
                  </a:cubicBezTo>
                  <a:cubicBezTo>
                    <a:pt x="2010" y="83"/>
                    <a:pt x="1927" y="0"/>
                    <a:pt x="18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47"/>
            <p:cNvSpPr/>
            <p:nvPr/>
          </p:nvSpPr>
          <p:spPr>
            <a:xfrm>
              <a:off x="1129394" y="3741095"/>
              <a:ext cx="29802" cy="17929"/>
            </a:xfrm>
            <a:custGeom>
              <a:avLst/>
              <a:gdLst/>
              <a:ahLst/>
              <a:cxnLst/>
              <a:rect l="l" t="t" r="r" b="b"/>
              <a:pathLst>
                <a:path w="625" h="376" extrusionOk="0">
                  <a:moveTo>
                    <a:pt x="194" y="1"/>
                  </a:moveTo>
                  <a:cubicBezTo>
                    <a:pt x="83" y="1"/>
                    <a:pt x="0" y="84"/>
                    <a:pt x="0" y="182"/>
                  </a:cubicBezTo>
                  <a:cubicBezTo>
                    <a:pt x="0" y="293"/>
                    <a:pt x="83" y="376"/>
                    <a:pt x="194" y="376"/>
                  </a:cubicBezTo>
                  <a:lnTo>
                    <a:pt x="444" y="376"/>
                  </a:lnTo>
                  <a:cubicBezTo>
                    <a:pt x="542" y="376"/>
                    <a:pt x="625" y="293"/>
                    <a:pt x="625" y="182"/>
                  </a:cubicBezTo>
                  <a:cubicBezTo>
                    <a:pt x="625" y="84"/>
                    <a:pt x="542" y="1"/>
                    <a:pt x="4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47"/>
            <p:cNvSpPr/>
            <p:nvPr/>
          </p:nvSpPr>
          <p:spPr>
            <a:xfrm>
              <a:off x="1177697" y="3741095"/>
              <a:ext cx="64848" cy="17929"/>
            </a:xfrm>
            <a:custGeom>
              <a:avLst/>
              <a:gdLst/>
              <a:ahLst/>
              <a:cxnLst/>
              <a:rect l="l" t="t" r="r" b="b"/>
              <a:pathLst>
                <a:path w="1360" h="376" extrusionOk="0">
                  <a:moveTo>
                    <a:pt x="180" y="1"/>
                  </a:moveTo>
                  <a:cubicBezTo>
                    <a:pt x="83" y="1"/>
                    <a:pt x="0" y="84"/>
                    <a:pt x="0" y="182"/>
                  </a:cubicBezTo>
                  <a:cubicBezTo>
                    <a:pt x="0" y="293"/>
                    <a:pt x="83" y="376"/>
                    <a:pt x="180" y="376"/>
                  </a:cubicBezTo>
                  <a:lnTo>
                    <a:pt x="1178" y="376"/>
                  </a:lnTo>
                  <a:cubicBezTo>
                    <a:pt x="1276" y="376"/>
                    <a:pt x="1359" y="293"/>
                    <a:pt x="1359" y="182"/>
                  </a:cubicBezTo>
                  <a:cubicBezTo>
                    <a:pt x="1359" y="84"/>
                    <a:pt x="1276" y="1"/>
                    <a:pt x="11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47"/>
            <p:cNvSpPr/>
            <p:nvPr/>
          </p:nvSpPr>
          <p:spPr>
            <a:xfrm>
              <a:off x="1315837" y="3540347"/>
              <a:ext cx="20599" cy="17738"/>
            </a:xfrm>
            <a:custGeom>
              <a:avLst/>
              <a:gdLst/>
              <a:ahLst/>
              <a:cxnLst/>
              <a:rect l="l" t="t" r="r" b="b"/>
              <a:pathLst>
                <a:path w="432" h="372" extrusionOk="0">
                  <a:moveTo>
                    <a:pt x="201" y="1"/>
                  </a:moveTo>
                  <a:cubicBezTo>
                    <a:pt x="180" y="1"/>
                    <a:pt x="160" y="4"/>
                    <a:pt x="140" y="9"/>
                  </a:cubicBezTo>
                  <a:cubicBezTo>
                    <a:pt x="56" y="50"/>
                    <a:pt x="1" y="161"/>
                    <a:pt x="43" y="259"/>
                  </a:cubicBezTo>
                  <a:cubicBezTo>
                    <a:pt x="73" y="330"/>
                    <a:pt x="142" y="372"/>
                    <a:pt x="215" y="372"/>
                  </a:cubicBezTo>
                  <a:cubicBezTo>
                    <a:pt x="241" y="372"/>
                    <a:pt x="267" y="367"/>
                    <a:pt x="293" y="356"/>
                  </a:cubicBezTo>
                  <a:cubicBezTo>
                    <a:pt x="376" y="314"/>
                    <a:pt x="431" y="204"/>
                    <a:pt x="389" y="120"/>
                  </a:cubicBezTo>
                  <a:cubicBezTo>
                    <a:pt x="357" y="43"/>
                    <a:pt x="280" y="1"/>
                    <a:pt x="2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31" name="Google Shape;1531;p47"/>
          <p:cNvSpPr/>
          <p:nvPr/>
        </p:nvSpPr>
        <p:spPr>
          <a:xfrm>
            <a:off x="2837225" y="4349225"/>
            <a:ext cx="5454000" cy="390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2" name="Google Shape;1532;p47"/>
          <p:cNvSpPr/>
          <p:nvPr/>
        </p:nvSpPr>
        <p:spPr>
          <a:xfrm>
            <a:off x="2837225" y="4349253"/>
            <a:ext cx="646900" cy="38915"/>
          </a:xfrm>
          <a:custGeom>
            <a:avLst/>
            <a:gdLst/>
            <a:ahLst/>
            <a:cxnLst/>
            <a:rect l="l" t="t" r="r" b="b"/>
            <a:pathLst>
              <a:path w="11304" h="680" extrusionOk="0">
                <a:moveTo>
                  <a:pt x="347" y="0"/>
                </a:moveTo>
                <a:cubicBezTo>
                  <a:pt x="153" y="0"/>
                  <a:pt x="0" y="152"/>
                  <a:pt x="0" y="347"/>
                </a:cubicBezTo>
                <a:cubicBezTo>
                  <a:pt x="0" y="527"/>
                  <a:pt x="153" y="679"/>
                  <a:pt x="347" y="679"/>
                </a:cubicBezTo>
                <a:lnTo>
                  <a:pt x="11248" y="679"/>
                </a:lnTo>
                <a:cubicBezTo>
                  <a:pt x="11248" y="458"/>
                  <a:pt x="11261" y="222"/>
                  <a:pt x="11303" y="0"/>
                </a:cubicBezTo>
                <a:close/>
              </a:path>
            </a:pathLst>
          </a:custGeom>
          <a:solidFill>
            <a:srgbClr val="FF6A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33" name="Google Shape;1533;p47"/>
          <p:cNvGrpSpPr/>
          <p:nvPr/>
        </p:nvGrpSpPr>
        <p:grpSpPr>
          <a:xfrm>
            <a:off x="3382482" y="4289680"/>
            <a:ext cx="146045" cy="146102"/>
            <a:chOff x="3382482" y="4289680"/>
            <a:chExt cx="146045" cy="146102"/>
          </a:xfrm>
        </p:grpSpPr>
        <p:sp>
          <p:nvSpPr>
            <p:cNvPr id="1534" name="Google Shape;1534;p47"/>
            <p:cNvSpPr/>
            <p:nvPr/>
          </p:nvSpPr>
          <p:spPr>
            <a:xfrm>
              <a:off x="3382482" y="4289680"/>
              <a:ext cx="146045" cy="146102"/>
            </a:xfrm>
            <a:custGeom>
              <a:avLst/>
              <a:gdLst/>
              <a:ahLst/>
              <a:cxnLst/>
              <a:rect l="l" t="t" r="r" b="b"/>
              <a:pathLst>
                <a:path w="2552" h="2553" extrusionOk="0">
                  <a:moveTo>
                    <a:pt x="1276" y="1"/>
                  </a:moveTo>
                  <a:cubicBezTo>
                    <a:pt x="568" y="1"/>
                    <a:pt x="0" y="570"/>
                    <a:pt x="0" y="1277"/>
                  </a:cubicBezTo>
                  <a:cubicBezTo>
                    <a:pt x="0" y="1984"/>
                    <a:pt x="568" y="2552"/>
                    <a:pt x="1276" y="2552"/>
                  </a:cubicBezTo>
                  <a:cubicBezTo>
                    <a:pt x="1983" y="2552"/>
                    <a:pt x="2552" y="1984"/>
                    <a:pt x="2552" y="1277"/>
                  </a:cubicBezTo>
                  <a:cubicBezTo>
                    <a:pt x="2552" y="570"/>
                    <a:pt x="1983" y="1"/>
                    <a:pt x="12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47"/>
            <p:cNvSpPr/>
            <p:nvPr/>
          </p:nvSpPr>
          <p:spPr>
            <a:xfrm>
              <a:off x="3426890" y="4334145"/>
              <a:ext cx="57228" cy="57170"/>
            </a:xfrm>
            <a:custGeom>
              <a:avLst/>
              <a:gdLst/>
              <a:ahLst/>
              <a:cxnLst/>
              <a:rect l="l" t="t" r="r" b="b"/>
              <a:pathLst>
                <a:path w="1000" h="999" extrusionOk="0">
                  <a:moveTo>
                    <a:pt x="500" y="0"/>
                  </a:moveTo>
                  <a:cubicBezTo>
                    <a:pt x="223" y="0"/>
                    <a:pt x="1" y="222"/>
                    <a:pt x="1" y="500"/>
                  </a:cubicBezTo>
                  <a:cubicBezTo>
                    <a:pt x="1" y="777"/>
                    <a:pt x="223" y="999"/>
                    <a:pt x="500" y="999"/>
                  </a:cubicBezTo>
                  <a:cubicBezTo>
                    <a:pt x="777" y="999"/>
                    <a:pt x="999" y="777"/>
                    <a:pt x="999" y="500"/>
                  </a:cubicBezTo>
                  <a:cubicBezTo>
                    <a:pt x="999" y="222"/>
                    <a:pt x="777" y="0"/>
                    <a:pt x="500" y="0"/>
                  </a:cubicBezTo>
                  <a:close/>
                </a:path>
              </a:pathLst>
            </a:custGeom>
            <a:solidFill>
              <a:srgbClr val="FF6A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36" name="Google Shape;1536;p47"/>
          <p:cNvGrpSpPr/>
          <p:nvPr/>
        </p:nvGrpSpPr>
        <p:grpSpPr>
          <a:xfrm>
            <a:off x="1838701" y="4175532"/>
            <a:ext cx="381727" cy="373834"/>
            <a:chOff x="1871876" y="4175532"/>
            <a:chExt cx="381727" cy="373834"/>
          </a:xfrm>
        </p:grpSpPr>
        <p:sp>
          <p:nvSpPr>
            <p:cNvPr id="1537" name="Google Shape;1537;p47"/>
            <p:cNvSpPr/>
            <p:nvPr/>
          </p:nvSpPr>
          <p:spPr>
            <a:xfrm>
              <a:off x="1871876" y="4175532"/>
              <a:ext cx="381727" cy="373834"/>
            </a:xfrm>
            <a:custGeom>
              <a:avLst/>
              <a:gdLst/>
              <a:ahLst/>
              <a:cxnLst/>
              <a:rect l="l" t="t" r="r" b="b"/>
              <a:pathLst>
                <a:path w="11027" h="10799" extrusionOk="0">
                  <a:moveTo>
                    <a:pt x="5504" y="1"/>
                  </a:moveTo>
                  <a:cubicBezTo>
                    <a:pt x="5436" y="1"/>
                    <a:pt x="5367" y="2"/>
                    <a:pt x="5298" y="4"/>
                  </a:cubicBezTo>
                  <a:cubicBezTo>
                    <a:pt x="2331" y="130"/>
                    <a:pt x="1" y="2639"/>
                    <a:pt x="126" y="5621"/>
                  </a:cubicBezTo>
                  <a:cubicBezTo>
                    <a:pt x="234" y="8525"/>
                    <a:pt x="2618" y="10799"/>
                    <a:pt x="5498" y="10799"/>
                  </a:cubicBezTo>
                  <a:cubicBezTo>
                    <a:pt x="5575" y="10799"/>
                    <a:pt x="5652" y="10797"/>
                    <a:pt x="5729" y="10794"/>
                  </a:cubicBezTo>
                  <a:cubicBezTo>
                    <a:pt x="8710" y="10683"/>
                    <a:pt x="11027" y="8173"/>
                    <a:pt x="10916" y="5191"/>
                  </a:cubicBezTo>
                  <a:cubicBezTo>
                    <a:pt x="10793" y="2279"/>
                    <a:pt x="8395" y="1"/>
                    <a:pt x="5504" y="1"/>
                  </a:cubicBezTo>
                  <a:close/>
                </a:path>
              </a:pathLst>
            </a:custGeom>
            <a:solidFill>
              <a:srgbClr val="FF6A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47"/>
            <p:cNvSpPr/>
            <p:nvPr/>
          </p:nvSpPr>
          <p:spPr>
            <a:xfrm>
              <a:off x="2013047" y="4305800"/>
              <a:ext cx="33164" cy="113303"/>
            </a:xfrm>
            <a:custGeom>
              <a:avLst/>
              <a:gdLst/>
              <a:ahLst/>
              <a:cxnLst/>
              <a:rect l="l" t="t" r="r" b="b"/>
              <a:pathLst>
                <a:path w="958" h="3273" extrusionOk="0">
                  <a:moveTo>
                    <a:pt x="0" y="0"/>
                  </a:moveTo>
                  <a:lnTo>
                    <a:pt x="0" y="3273"/>
                  </a:lnTo>
                  <a:lnTo>
                    <a:pt x="958" y="3273"/>
                  </a:lnTo>
                  <a:lnTo>
                    <a:pt x="95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47"/>
            <p:cNvSpPr/>
            <p:nvPr/>
          </p:nvSpPr>
          <p:spPr>
            <a:xfrm>
              <a:off x="2075947" y="4305800"/>
              <a:ext cx="33648" cy="113303"/>
            </a:xfrm>
            <a:custGeom>
              <a:avLst/>
              <a:gdLst/>
              <a:ahLst/>
              <a:cxnLst/>
              <a:rect l="l" t="t" r="r" b="b"/>
              <a:pathLst>
                <a:path w="972" h="3273" extrusionOk="0">
                  <a:moveTo>
                    <a:pt x="0" y="0"/>
                  </a:moveTo>
                  <a:lnTo>
                    <a:pt x="0" y="3273"/>
                  </a:lnTo>
                  <a:lnTo>
                    <a:pt x="971" y="3273"/>
                  </a:lnTo>
                  <a:lnTo>
                    <a:pt x="97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0" name="Google Shape;1540;p47"/>
          <p:cNvGrpSpPr/>
          <p:nvPr/>
        </p:nvGrpSpPr>
        <p:grpSpPr>
          <a:xfrm>
            <a:off x="2341209" y="4231758"/>
            <a:ext cx="261293" cy="261337"/>
            <a:chOff x="2450584" y="4231758"/>
            <a:chExt cx="261293" cy="261337"/>
          </a:xfrm>
        </p:grpSpPr>
        <p:sp>
          <p:nvSpPr>
            <p:cNvPr id="1541" name="Google Shape;1541;p47"/>
            <p:cNvSpPr/>
            <p:nvPr/>
          </p:nvSpPr>
          <p:spPr>
            <a:xfrm>
              <a:off x="2450584" y="4231758"/>
              <a:ext cx="261293" cy="261337"/>
            </a:xfrm>
            <a:custGeom>
              <a:avLst/>
              <a:gdLst/>
              <a:ahLst/>
              <a:cxnLst/>
              <a:rect l="l" t="t" r="r" b="b"/>
              <a:pathLst>
                <a:path w="5853" h="5854" extrusionOk="0">
                  <a:moveTo>
                    <a:pt x="2927" y="1"/>
                  </a:moveTo>
                  <a:cubicBezTo>
                    <a:pt x="1319" y="1"/>
                    <a:pt x="1" y="1319"/>
                    <a:pt x="1" y="2928"/>
                  </a:cubicBezTo>
                  <a:cubicBezTo>
                    <a:pt x="1" y="4550"/>
                    <a:pt x="1319" y="5853"/>
                    <a:pt x="2927" y="5853"/>
                  </a:cubicBezTo>
                  <a:cubicBezTo>
                    <a:pt x="4549" y="5853"/>
                    <a:pt x="5853" y="4550"/>
                    <a:pt x="5853" y="2928"/>
                  </a:cubicBezTo>
                  <a:cubicBezTo>
                    <a:pt x="5853" y="1319"/>
                    <a:pt x="4549" y="1"/>
                    <a:pt x="29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47"/>
            <p:cNvSpPr/>
            <p:nvPr/>
          </p:nvSpPr>
          <p:spPr>
            <a:xfrm>
              <a:off x="2552772" y="4334526"/>
              <a:ext cx="48928" cy="56428"/>
            </a:xfrm>
            <a:custGeom>
              <a:avLst/>
              <a:gdLst/>
              <a:ahLst/>
              <a:cxnLst/>
              <a:rect l="l" t="t" r="r" b="b"/>
              <a:pathLst>
                <a:path w="1096" h="1264" extrusionOk="0">
                  <a:moveTo>
                    <a:pt x="0" y="1"/>
                  </a:moveTo>
                  <a:lnTo>
                    <a:pt x="0" y="1263"/>
                  </a:lnTo>
                  <a:lnTo>
                    <a:pt x="1095" y="62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47"/>
            <p:cNvSpPr/>
            <p:nvPr/>
          </p:nvSpPr>
          <p:spPr>
            <a:xfrm>
              <a:off x="2601656" y="4334526"/>
              <a:ext cx="8125" cy="55803"/>
            </a:xfrm>
            <a:custGeom>
              <a:avLst/>
              <a:gdLst/>
              <a:ahLst/>
              <a:cxnLst/>
              <a:rect l="l" t="t" r="r" b="b"/>
              <a:pathLst>
                <a:path w="182" h="1250" extrusionOk="0">
                  <a:moveTo>
                    <a:pt x="0" y="1"/>
                  </a:moveTo>
                  <a:lnTo>
                    <a:pt x="0" y="1249"/>
                  </a:lnTo>
                  <a:lnTo>
                    <a:pt x="181" y="1249"/>
                  </a:lnTo>
                  <a:lnTo>
                    <a:pt x="18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4" name="Google Shape;1544;p47"/>
          <p:cNvGrpSpPr/>
          <p:nvPr/>
        </p:nvGrpSpPr>
        <p:grpSpPr>
          <a:xfrm>
            <a:off x="1440525" y="4231758"/>
            <a:ext cx="260668" cy="261337"/>
            <a:chOff x="1397500" y="4231758"/>
            <a:chExt cx="260668" cy="261337"/>
          </a:xfrm>
        </p:grpSpPr>
        <p:sp>
          <p:nvSpPr>
            <p:cNvPr id="1545" name="Google Shape;1545;p47"/>
            <p:cNvSpPr/>
            <p:nvPr/>
          </p:nvSpPr>
          <p:spPr>
            <a:xfrm>
              <a:off x="1397500" y="4231758"/>
              <a:ext cx="260668" cy="261337"/>
            </a:xfrm>
            <a:custGeom>
              <a:avLst/>
              <a:gdLst/>
              <a:ahLst/>
              <a:cxnLst/>
              <a:rect l="l" t="t" r="r" b="b"/>
              <a:pathLst>
                <a:path w="5839" h="5854" extrusionOk="0">
                  <a:moveTo>
                    <a:pt x="2913" y="1"/>
                  </a:moveTo>
                  <a:cubicBezTo>
                    <a:pt x="1304" y="1"/>
                    <a:pt x="1" y="1319"/>
                    <a:pt x="1" y="2928"/>
                  </a:cubicBezTo>
                  <a:cubicBezTo>
                    <a:pt x="1" y="4550"/>
                    <a:pt x="1304" y="5853"/>
                    <a:pt x="2913" y="5853"/>
                  </a:cubicBezTo>
                  <a:cubicBezTo>
                    <a:pt x="4535" y="5853"/>
                    <a:pt x="5839" y="4550"/>
                    <a:pt x="5839" y="2928"/>
                  </a:cubicBezTo>
                  <a:cubicBezTo>
                    <a:pt x="5839" y="1319"/>
                    <a:pt x="4535" y="1"/>
                    <a:pt x="29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47"/>
            <p:cNvSpPr/>
            <p:nvPr/>
          </p:nvSpPr>
          <p:spPr>
            <a:xfrm>
              <a:off x="1507054" y="4334526"/>
              <a:ext cx="49017" cy="56428"/>
            </a:xfrm>
            <a:custGeom>
              <a:avLst/>
              <a:gdLst/>
              <a:ahLst/>
              <a:cxnLst/>
              <a:rect l="l" t="t" r="r" b="b"/>
              <a:pathLst>
                <a:path w="1098" h="1264" extrusionOk="0">
                  <a:moveTo>
                    <a:pt x="1097" y="1"/>
                  </a:moveTo>
                  <a:lnTo>
                    <a:pt x="1" y="626"/>
                  </a:lnTo>
                  <a:lnTo>
                    <a:pt x="1097" y="1263"/>
                  </a:lnTo>
                  <a:lnTo>
                    <a:pt x="109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47"/>
            <p:cNvSpPr/>
            <p:nvPr/>
          </p:nvSpPr>
          <p:spPr>
            <a:xfrm>
              <a:off x="1499643" y="4334526"/>
              <a:ext cx="7455" cy="55803"/>
            </a:xfrm>
            <a:custGeom>
              <a:avLst/>
              <a:gdLst/>
              <a:ahLst/>
              <a:cxnLst/>
              <a:rect l="l" t="t" r="r" b="b"/>
              <a:pathLst>
                <a:path w="167" h="1250" extrusionOk="0">
                  <a:moveTo>
                    <a:pt x="1" y="1"/>
                  </a:moveTo>
                  <a:lnTo>
                    <a:pt x="1" y="1249"/>
                  </a:lnTo>
                  <a:lnTo>
                    <a:pt x="167" y="1249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5"/>
          <p:cNvSpPr txBox="1">
            <a:spLocks noGrp="1"/>
          </p:cNvSpPr>
          <p:nvPr>
            <p:ph type="title"/>
          </p:nvPr>
        </p:nvSpPr>
        <p:spPr>
          <a:xfrm>
            <a:off x="1998350" y="540000"/>
            <a:ext cx="6425700" cy="47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Progress: Challenges &amp; Next Steps</a:t>
            </a:r>
            <a:endParaRPr/>
          </a:p>
        </p:txBody>
      </p:sp>
      <p:sp>
        <p:nvSpPr>
          <p:cNvPr id="603" name="Google Shape;603;p35"/>
          <p:cNvSpPr txBox="1">
            <a:spLocks noGrp="1"/>
          </p:cNvSpPr>
          <p:nvPr>
            <p:ph type="subTitle" idx="1"/>
          </p:nvPr>
        </p:nvSpPr>
        <p:spPr>
          <a:xfrm>
            <a:off x="2633000" y="1959950"/>
            <a:ext cx="2252100" cy="562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Fixed thresholds collapsed 3/4 clusters into one label</a:t>
            </a:r>
            <a:endParaRPr/>
          </a:p>
        </p:txBody>
      </p:sp>
      <p:sp>
        <p:nvSpPr>
          <p:cNvPr id="604" name="Google Shape;604;p35"/>
          <p:cNvSpPr txBox="1">
            <a:spLocks noGrp="1"/>
          </p:cNvSpPr>
          <p:nvPr>
            <p:ph type="subTitle" idx="3"/>
          </p:nvPr>
        </p:nvSpPr>
        <p:spPr>
          <a:xfrm>
            <a:off x="6171999" y="1959950"/>
            <a:ext cx="2252100" cy="562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K=2 was statistically better but too coarse — chose K=4</a:t>
            </a:r>
            <a:endParaRPr/>
          </a:p>
        </p:txBody>
      </p:sp>
      <p:sp>
        <p:nvSpPr>
          <p:cNvPr id="605" name="Google Shape;605;p35"/>
          <p:cNvSpPr txBox="1">
            <a:spLocks noGrp="1"/>
          </p:cNvSpPr>
          <p:nvPr>
            <p:ph type="subTitle" idx="2"/>
          </p:nvPr>
        </p:nvSpPr>
        <p:spPr>
          <a:xfrm>
            <a:off x="2633001" y="1574850"/>
            <a:ext cx="1406400" cy="417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Bug Fix</a:t>
            </a:r>
            <a:endParaRPr/>
          </a:p>
        </p:txBody>
      </p:sp>
      <p:sp>
        <p:nvSpPr>
          <p:cNvPr id="606" name="Google Shape;606;p35"/>
          <p:cNvSpPr txBox="1">
            <a:spLocks noGrp="1"/>
          </p:cNvSpPr>
          <p:nvPr>
            <p:ph type="subTitle" idx="4"/>
          </p:nvPr>
        </p:nvSpPr>
        <p:spPr>
          <a:xfrm>
            <a:off x="6172000" y="1574850"/>
            <a:ext cx="1406400" cy="417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Pick K</a:t>
            </a:r>
            <a:endParaRPr/>
          </a:p>
        </p:txBody>
      </p:sp>
      <p:sp>
        <p:nvSpPr>
          <p:cNvPr id="607" name="Google Shape;607;p35"/>
          <p:cNvSpPr txBox="1">
            <a:spLocks noGrp="1"/>
          </p:cNvSpPr>
          <p:nvPr>
            <p:ph type="subTitle" idx="5"/>
          </p:nvPr>
        </p:nvSpPr>
        <p:spPr>
          <a:xfrm>
            <a:off x="2633000" y="3610100"/>
            <a:ext cx="2252100" cy="562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Export the scaler, K-Means model, and PCA as .joblib</a:t>
            </a:r>
            <a:endParaRPr/>
          </a:p>
        </p:txBody>
      </p:sp>
      <p:sp>
        <p:nvSpPr>
          <p:cNvPr id="608" name="Google Shape;608;p35"/>
          <p:cNvSpPr txBox="1">
            <a:spLocks noGrp="1"/>
          </p:cNvSpPr>
          <p:nvPr>
            <p:ph type="subTitle" idx="6"/>
          </p:nvPr>
        </p:nvSpPr>
        <p:spPr>
          <a:xfrm>
            <a:off x="2633001" y="3225000"/>
            <a:ext cx="1406400" cy="417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Export</a:t>
            </a:r>
            <a:endParaRPr/>
          </a:p>
        </p:txBody>
      </p:sp>
      <p:sp>
        <p:nvSpPr>
          <p:cNvPr id="609" name="Google Shape;609;p35"/>
          <p:cNvSpPr txBox="1">
            <a:spLocks noGrp="1"/>
          </p:cNvSpPr>
          <p:nvPr>
            <p:ph type="subTitle" idx="7"/>
          </p:nvPr>
        </p:nvSpPr>
        <p:spPr>
          <a:xfrm>
            <a:off x="6171999" y="3610100"/>
            <a:ext cx="2252100" cy="562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Wrap the pipeline in a class for a Streamlit/Gradio demo</a:t>
            </a:r>
            <a:endParaRPr/>
          </a:p>
        </p:txBody>
      </p:sp>
      <p:sp>
        <p:nvSpPr>
          <p:cNvPr id="610" name="Google Shape;610;p35"/>
          <p:cNvSpPr txBox="1">
            <a:spLocks noGrp="1"/>
          </p:cNvSpPr>
          <p:nvPr>
            <p:ph type="subTitle" idx="8"/>
          </p:nvPr>
        </p:nvSpPr>
        <p:spPr>
          <a:xfrm>
            <a:off x="6172000" y="3225000"/>
            <a:ext cx="1406400" cy="417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Backend</a:t>
            </a:r>
            <a:endParaRPr/>
          </a:p>
        </p:txBody>
      </p:sp>
      <p:grpSp>
        <p:nvGrpSpPr>
          <p:cNvPr id="611" name="Google Shape;611;p35"/>
          <p:cNvGrpSpPr/>
          <p:nvPr/>
        </p:nvGrpSpPr>
        <p:grpSpPr>
          <a:xfrm>
            <a:off x="723837" y="552000"/>
            <a:ext cx="1218671" cy="1640915"/>
            <a:chOff x="723837" y="552000"/>
            <a:chExt cx="1218671" cy="1640915"/>
          </a:xfrm>
        </p:grpSpPr>
        <p:sp>
          <p:nvSpPr>
            <p:cNvPr id="612" name="Google Shape;612;p35"/>
            <p:cNvSpPr/>
            <p:nvPr/>
          </p:nvSpPr>
          <p:spPr>
            <a:xfrm>
              <a:off x="729625" y="552000"/>
              <a:ext cx="98100" cy="98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5"/>
            <p:cNvSpPr/>
            <p:nvPr/>
          </p:nvSpPr>
          <p:spPr>
            <a:xfrm>
              <a:off x="882900" y="552000"/>
              <a:ext cx="98100" cy="98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5"/>
            <p:cNvSpPr/>
            <p:nvPr/>
          </p:nvSpPr>
          <p:spPr>
            <a:xfrm>
              <a:off x="1036175" y="552000"/>
              <a:ext cx="98100" cy="98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5"/>
            <p:cNvSpPr/>
            <p:nvPr/>
          </p:nvSpPr>
          <p:spPr>
            <a:xfrm>
              <a:off x="1379968" y="618464"/>
              <a:ext cx="255633" cy="250348"/>
            </a:xfrm>
            <a:custGeom>
              <a:avLst/>
              <a:gdLst/>
              <a:ahLst/>
              <a:cxnLst/>
              <a:rect l="l" t="t" r="r" b="b"/>
              <a:pathLst>
                <a:path w="11027" h="10799" extrusionOk="0">
                  <a:moveTo>
                    <a:pt x="5504" y="1"/>
                  </a:moveTo>
                  <a:cubicBezTo>
                    <a:pt x="5436" y="1"/>
                    <a:pt x="5367" y="2"/>
                    <a:pt x="5298" y="4"/>
                  </a:cubicBezTo>
                  <a:cubicBezTo>
                    <a:pt x="2331" y="130"/>
                    <a:pt x="1" y="2639"/>
                    <a:pt x="126" y="5621"/>
                  </a:cubicBezTo>
                  <a:cubicBezTo>
                    <a:pt x="234" y="8525"/>
                    <a:pt x="2618" y="10799"/>
                    <a:pt x="5498" y="10799"/>
                  </a:cubicBezTo>
                  <a:cubicBezTo>
                    <a:pt x="5575" y="10799"/>
                    <a:pt x="5652" y="10797"/>
                    <a:pt x="5729" y="10794"/>
                  </a:cubicBezTo>
                  <a:cubicBezTo>
                    <a:pt x="8710" y="10683"/>
                    <a:pt x="11027" y="8173"/>
                    <a:pt x="10916" y="5191"/>
                  </a:cubicBezTo>
                  <a:cubicBezTo>
                    <a:pt x="10793" y="2279"/>
                    <a:pt x="8395" y="1"/>
                    <a:pt x="55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5"/>
            <p:cNvSpPr/>
            <p:nvPr/>
          </p:nvSpPr>
          <p:spPr>
            <a:xfrm>
              <a:off x="1483960" y="686786"/>
              <a:ext cx="47650" cy="117350"/>
            </a:xfrm>
            <a:custGeom>
              <a:avLst/>
              <a:gdLst/>
              <a:ahLst/>
              <a:cxnLst/>
              <a:rect l="l" t="t" r="r" b="b"/>
              <a:pathLst>
                <a:path w="1906" h="4694" extrusionOk="0">
                  <a:moveTo>
                    <a:pt x="1906" y="0"/>
                  </a:moveTo>
                  <a:lnTo>
                    <a:pt x="0" y="2347"/>
                  </a:lnTo>
                  <a:lnTo>
                    <a:pt x="1857" y="4694"/>
                  </a:ln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7" name="Google Shape;617;p35"/>
            <p:cNvSpPr/>
            <p:nvPr/>
          </p:nvSpPr>
          <p:spPr>
            <a:xfrm flipH="1">
              <a:off x="1686874" y="618464"/>
              <a:ext cx="255633" cy="250348"/>
            </a:xfrm>
            <a:custGeom>
              <a:avLst/>
              <a:gdLst/>
              <a:ahLst/>
              <a:cxnLst/>
              <a:rect l="l" t="t" r="r" b="b"/>
              <a:pathLst>
                <a:path w="11027" h="10799" extrusionOk="0">
                  <a:moveTo>
                    <a:pt x="5504" y="1"/>
                  </a:moveTo>
                  <a:cubicBezTo>
                    <a:pt x="5436" y="1"/>
                    <a:pt x="5367" y="2"/>
                    <a:pt x="5298" y="4"/>
                  </a:cubicBezTo>
                  <a:cubicBezTo>
                    <a:pt x="2331" y="130"/>
                    <a:pt x="1" y="2639"/>
                    <a:pt x="126" y="5621"/>
                  </a:cubicBezTo>
                  <a:cubicBezTo>
                    <a:pt x="234" y="8525"/>
                    <a:pt x="2618" y="10799"/>
                    <a:pt x="5498" y="10799"/>
                  </a:cubicBezTo>
                  <a:cubicBezTo>
                    <a:pt x="5575" y="10799"/>
                    <a:pt x="5652" y="10797"/>
                    <a:pt x="5729" y="10794"/>
                  </a:cubicBezTo>
                  <a:cubicBezTo>
                    <a:pt x="8710" y="10683"/>
                    <a:pt x="11027" y="8173"/>
                    <a:pt x="10916" y="5191"/>
                  </a:cubicBezTo>
                  <a:cubicBezTo>
                    <a:pt x="10793" y="2279"/>
                    <a:pt x="8395" y="1"/>
                    <a:pt x="55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5"/>
            <p:cNvSpPr/>
            <p:nvPr/>
          </p:nvSpPr>
          <p:spPr>
            <a:xfrm flipH="1">
              <a:off x="1790866" y="686786"/>
              <a:ext cx="47650" cy="117350"/>
            </a:xfrm>
            <a:custGeom>
              <a:avLst/>
              <a:gdLst/>
              <a:ahLst/>
              <a:cxnLst/>
              <a:rect l="l" t="t" r="r" b="b"/>
              <a:pathLst>
                <a:path w="1906" h="4694" extrusionOk="0">
                  <a:moveTo>
                    <a:pt x="1906" y="0"/>
                  </a:moveTo>
                  <a:lnTo>
                    <a:pt x="0" y="2347"/>
                  </a:lnTo>
                  <a:lnTo>
                    <a:pt x="1857" y="4694"/>
                  </a:ln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619" name="Google Shape;619;p35"/>
            <p:cNvGrpSpPr/>
            <p:nvPr/>
          </p:nvGrpSpPr>
          <p:grpSpPr>
            <a:xfrm>
              <a:off x="729630" y="1968358"/>
              <a:ext cx="255615" cy="224557"/>
              <a:chOff x="6184139" y="1980808"/>
              <a:chExt cx="451696" cy="396814"/>
            </a:xfrm>
          </p:grpSpPr>
          <p:sp>
            <p:nvSpPr>
              <p:cNvPr id="620" name="Google Shape;620;p35"/>
              <p:cNvSpPr/>
              <p:nvPr/>
            </p:nvSpPr>
            <p:spPr>
              <a:xfrm>
                <a:off x="6184139" y="1980808"/>
                <a:ext cx="451696" cy="396814"/>
              </a:xfrm>
              <a:custGeom>
                <a:avLst/>
                <a:gdLst/>
                <a:ahLst/>
                <a:cxnLst/>
                <a:rect l="l" t="t" r="r" b="b"/>
                <a:pathLst>
                  <a:path w="9473" h="8322" extrusionOk="0">
                    <a:moveTo>
                      <a:pt x="4272" y="361"/>
                    </a:moveTo>
                    <a:cubicBezTo>
                      <a:pt x="4675" y="361"/>
                      <a:pt x="5063" y="583"/>
                      <a:pt x="5257" y="943"/>
                    </a:cubicBezTo>
                    <a:cubicBezTo>
                      <a:pt x="5285" y="1013"/>
                      <a:pt x="5354" y="1041"/>
                      <a:pt x="5437" y="1041"/>
                    </a:cubicBezTo>
                    <a:cubicBezTo>
                      <a:pt x="5466" y="1038"/>
                      <a:pt x="5495" y="1036"/>
                      <a:pt x="5524" y="1036"/>
                    </a:cubicBezTo>
                    <a:cubicBezTo>
                      <a:pt x="5868" y="1036"/>
                      <a:pt x="6196" y="1263"/>
                      <a:pt x="6324" y="1596"/>
                    </a:cubicBezTo>
                    <a:cubicBezTo>
                      <a:pt x="6349" y="1657"/>
                      <a:pt x="6408" y="1709"/>
                      <a:pt x="6480" y="1709"/>
                    </a:cubicBezTo>
                    <a:cubicBezTo>
                      <a:pt x="6489" y="1709"/>
                      <a:pt x="6497" y="1708"/>
                      <a:pt x="6505" y="1707"/>
                    </a:cubicBezTo>
                    <a:cubicBezTo>
                      <a:pt x="6521" y="1705"/>
                      <a:pt x="6536" y="1704"/>
                      <a:pt x="6552" y="1704"/>
                    </a:cubicBezTo>
                    <a:cubicBezTo>
                      <a:pt x="6838" y="1704"/>
                      <a:pt x="7088" y="1944"/>
                      <a:pt x="7088" y="2234"/>
                    </a:cubicBezTo>
                    <a:cubicBezTo>
                      <a:pt x="7088" y="2524"/>
                      <a:pt x="6851" y="2760"/>
                      <a:pt x="6561" y="2760"/>
                    </a:cubicBezTo>
                    <a:lnTo>
                      <a:pt x="6311" y="2760"/>
                    </a:lnTo>
                    <a:lnTo>
                      <a:pt x="6311" y="2178"/>
                    </a:lnTo>
                    <a:cubicBezTo>
                      <a:pt x="6311" y="2073"/>
                      <a:pt x="6222" y="1988"/>
                      <a:pt x="6120" y="1988"/>
                    </a:cubicBezTo>
                    <a:cubicBezTo>
                      <a:pt x="6101" y="1988"/>
                      <a:pt x="6081" y="1991"/>
                      <a:pt x="6061" y="1997"/>
                    </a:cubicBezTo>
                    <a:lnTo>
                      <a:pt x="4064" y="2566"/>
                    </a:lnTo>
                    <a:cubicBezTo>
                      <a:pt x="3981" y="2594"/>
                      <a:pt x="3926" y="2677"/>
                      <a:pt x="3939" y="2760"/>
                    </a:cubicBezTo>
                    <a:lnTo>
                      <a:pt x="3066" y="2760"/>
                    </a:lnTo>
                    <a:cubicBezTo>
                      <a:pt x="2678" y="2760"/>
                      <a:pt x="2345" y="2413"/>
                      <a:pt x="2373" y="2025"/>
                    </a:cubicBezTo>
                    <a:cubicBezTo>
                      <a:pt x="2373" y="1886"/>
                      <a:pt x="2441" y="1720"/>
                      <a:pt x="2552" y="1609"/>
                    </a:cubicBezTo>
                    <a:cubicBezTo>
                      <a:pt x="2678" y="1470"/>
                      <a:pt x="2830" y="1401"/>
                      <a:pt x="3011" y="1387"/>
                    </a:cubicBezTo>
                    <a:cubicBezTo>
                      <a:pt x="3094" y="1374"/>
                      <a:pt x="3163" y="1318"/>
                      <a:pt x="3177" y="1235"/>
                    </a:cubicBezTo>
                    <a:cubicBezTo>
                      <a:pt x="3232" y="999"/>
                      <a:pt x="3371" y="777"/>
                      <a:pt x="3565" y="610"/>
                    </a:cubicBezTo>
                    <a:cubicBezTo>
                      <a:pt x="3773" y="444"/>
                      <a:pt x="4009" y="361"/>
                      <a:pt x="4272" y="361"/>
                    </a:cubicBezTo>
                    <a:close/>
                    <a:moveTo>
                      <a:pt x="5936" y="2413"/>
                    </a:moveTo>
                    <a:lnTo>
                      <a:pt x="5936" y="2816"/>
                    </a:lnTo>
                    <a:lnTo>
                      <a:pt x="4300" y="3301"/>
                    </a:lnTo>
                    <a:lnTo>
                      <a:pt x="4300" y="2885"/>
                    </a:lnTo>
                    <a:lnTo>
                      <a:pt x="5936" y="2413"/>
                    </a:lnTo>
                    <a:close/>
                    <a:moveTo>
                      <a:pt x="5618" y="4493"/>
                    </a:moveTo>
                    <a:cubicBezTo>
                      <a:pt x="5797" y="4493"/>
                      <a:pt x="5936" y="4632"/>
                      <a:pt x="5936" y="4813"/>
                    </a:cubicBezTo>
                    <a:lnTo>
                      <a:pt x="5936" y="4826"/>
                    </a:lnTo>
                    <a:lnTo>
                      <a:pt x="5936" y="4841"/>
                    </a:lnTo>
                    <a:cubicBezTo>
                      <a:pt x="5936" y="5007"/>
                      <a:pt x="5797" y="5146"/>
                      <a:pt x="5618" y="5146"/>
                    </a:cubicBezTo>
                    <a:lnTo>
                      <a:pt x="5326" y="5146"/>
                    </a:lnTo>
                    <a:cubicBezTo>
                      <a:pt x="5146" y="5146"/>
                      <a:pt x="5007" y="5007"/>
                      <a:pt x="5007" y="4841"/>
                    </a:cubicBezTo>
                    <a:lnTo>
                      <a:pt x="5007" y="4813"/>
                    </a:lnTo>
                    <a:cubicBezTo>
                      <a:pt x="5007" y="4632"/>
                      <a:pt x="5146" y="4493"/>
                      <a:pt x="5326" y="4493"/>
                    </a:cubicBezTo>
                    <a:close/>
                    <a:moveTo>
                      <a:pt x="3621" y="4909"/>
                    </a:moveTo>
                    <a:cubicBezTo>
                      <a:pt x="3800" y="4909"/>
                      <a:pt x="3939" y="5048"/>
                      <a:pt x="3939" y="5215"/>
                    </a:cubicBezTo>
                    <a:lnTo>
                      <a:pt x="3939" y="5229"/>
                    </a:lnTo>
                    <a:lnTo>
                      <a:pt x="3939" y="5242"/>
                    </a:lnTo>
                    <a:cubicBezTo>
                      <a:pt x="3939" y="5409"/>
                      <a:pt x="3800" y="5547"/>
                      <a:pt x="3621" y="5547"/>
                    </a:cubicBezTo>
                    <a:lnTo>
                      <a:pt x="3316" y="5547"/>
                    </a:lnTo>
                    <a:cubicBezTo>
                      <a:pt x="3149" y="5547"/>
                      <a:pt x="3011" y="5409"/>
                      <a:pt x="3011" y="5242"/>
                    </a:cubicBezTo>
                    <a:lnTo>
                      <a:pt x="3011" y="5215"/>
                    </a:lnTo>
                    <a:cubicBezTo>
                      <a:pt x="3011" y="5048"/>
                      <a:pt x="3149" y="4909"/>
                      <a:pt x="3316" y="4909"/>
                    </a:cubicBezTo>
                    <a:close/>
                    <a:moveTo>
                      <a:pt x="7615" y="2483"/>
                    </a:moveTo>
                    <a:lnTo>
                      <a:pt x="7615" y="6200"/>
                    </a:lnTo>
                    <a:lnTo>
                      <a:pt x="1873" y="6200"/>
                    </a:lnTo>
                    <a:lnTo>
                      <a:pt x="1873" y="2483"/>
                    </a:lnTo>
                    <a:lnTo>
                      <a:pt x="2081" y="2483"/>
                    </a:lnTo>
                    <a:cubicBezTo>
                      <a:pt x="2247" y="2871"/>
                      <a:pt x="2636" y="3134"/>
                      <a:pt x="3066" y="3134"/>
                    </a:cubicBezTo>
                    <a:lnTo>
                      <a:pt x="3939" y="3134"/>
                    </a:lnTo>
                    <a:lnTo>
                      <a:pt x="3939" y="4619"/>
                    </a:lnTo>
                    <a:cubicBezTo>
                      <a:pt x="3843" y="4563"/>
                      <a:pt x="3732" y="4536"/>
                      <a:pt x="3621" y="4536"/>
                    </a:cubicBezTo>
                    <a:lnTo>
                      <a:pt x="3316" y="4536"/>
                    </a:lnTo>
                    <a:cubicBezTo>
                      <a:pt x="2941" y="4536"/>
                      <a:pt x="2636" y="4841"/>
                      <a:pt x="2636" y="5215"/>
                    </a:cubicBezTo>
                    <a:lnTo>
                      <a:pt x="2636" y="5242"/>
                    </a:lnTo>
                    <a:cubicBezTo>
                      <a:pt x="2636" y="5617"/>
                      <a:pt x="2941" y="5922"/>
                      <a:pt x="3316" y="5922"/>
                    </a:cubicBezTo>
                    <a:lnTo>
                      <a:pt x="3621" y="5922"/>
                    </a:lnTo>
                    <a:cubicBezTo>
                      <a:pt x="4009" y="5922"/>
                      <a:pt x="4300" y="5590"/>
                      <a:pt x="4300" y="5215"/>
                    </a:cubicBezTo>
                    <a:lnTo>
                      <a:pt x="4300" y="3676"/>
                    </a:lnTo>
                    <a:lnTo>
                      <a:pt x="5936" y="3204"/>
                    </a:lnTo>
                    <a:lnTo>
                      <a:pt x="5936" y="4203"/>
                    </a:lnTo>
                    <a:cubicBezTo>
                      <a:pt x="5840" y="4161"/>
                      <a:pt x="5742" y="4133"/>
                      <a:pt x="5618" y="4133"/>
                    </a:cubicBezTo>
                    <a:lnTo>
                      <a:pt x="5326" y="4133"/>
                    </a:lnTo>
                    <a:cubicBezTo>
                      <a:pt x="4952" y="4133"/>
                      <a:pt x="4647" y="4438"/>
                      <a:pt x="4647" y="4813"/>
                    </a:cubicBezTo>
                    <a:lnTo>
                      <a:pt x="4647" y="4841"/>
                    </a:lnTo>
                    <a:cubicBezTo>
                      <a:pt x="4647" y="5215"/>
                      <a:pt x="4952" y="5520"/>
                      <a:pt x="5326" y="5520"/>
                    </a:cubicBezTo>
                    <a:lnTo>
                      <a:pt x="5618" y="5520"/>
                    </a:lnTo>
                    <a:cubicBezTo>
                      <a:pt x="6006" y="5520"/>
                      <a:pt x="6311" y="5187"/>
                      <a:pt x="6311" y="4813"/>
                    </a:cubicBezTo>
                    <a:lnTo>
                      <a:pt x="6311" y="3134"/>
                    </a:lnTo>
                    <a:lnTo>
                      <a:pt x="6561" y="3134"/>
                    </a:lnTo>
                    <a:cubicBezTo>
                      <a:pt x="6962" y="3134"/>
                      <a:pt x="7323" y="2857"/>
                      <a:pt x="7434" y="2483"/>
                    </a:cubicBezTo>
                    <a:close/>
                    <a:moveTo>
                      <a:pt x="8044" y="1664"/>
                    </a:moveTo>
                    <a:cubicBezTo>
                      <a:pt x="8253" y="1664"/>
                      <a:pt x="8432" y="1831"/>
                      <a:pt x="8432" y="2053"/>
                    </a:cubicBezTo>
                    <a:lnTo>
                      <a:pt x="8432" y="6629"/>
                    </a:lnTo>
                    <a:cubicBezTo>
                      <a:pt x="8432" y="6838"/>
                      <a:pt x="8253" y="7017"/>
                      <a:pt x="8044" y="7017"/>
                    </a:cubicBezTo>
                    <a:lnTo>
                      <a:pt x="1443" y="7017"/>
                    </a:lnTo>
                    <a:cubicBezTo>
                      <a:pt x="1221" y="7017"/>
                      <a:pt x="1055" y="6838"/>
                      <a:pt x="1055" y="6629"/>
                    </a:cubicBezTo>
                    <a:lnTo>
                      <a:pt x="1055" y="2053"/>
                    </a:lnTo>
                    <a:cubicBezTo>
                      <a:pt x="1055" y="1831"/>
                      <a:pt x="1221" y="1664"/>
                      <a:pt x="1443" y="1664"/>
                    </a:cubicBezTo>
                    <a:lnTo>
                      <a:pt x="2081" y="1664"/>
                    </a:lnTo>
                    <a:cubicBezTo>
                      <a:pt x="2025" y="1803"/>
                      <a:pt x="1998" y="1956"/>
                      <a:pt x="1998" y="2108"/>
                    </a:cubicBezTo>
                    <a:lnTo>
                      <a:pt x="1679" y="2108"/>
                    </a:lnTo>
                    <a:cubicBezTo>
                      <a:pt x="1582" y="2108"/>
                      <a:pt x="1498" y="2191"/>
                      <a:pt x="1498" y="2289"/>
                    </a:cubicBezTo>
                    <a:lnTo>
                      <a:pt x="1498" y="6394"/>
                    </a:lnTo>
                    <a:cubicBezTo>
                      <a:pt x="1498" y="6490"/>
                      <a:pt x="1582" y="6574"/>
                      <a:pt x="1679" y="6574"/>
                    </a:cubicBezTo>
                    <a:lnTo>
                      <a:pt x="7794" y="6574"/>
                    </a:lnTo>
                    <a:cubicBezTo>
                      <a:pt x="7905" y="6574"/>
                      <a:pt x="7989" y="6490"/>
                      <a:pt x="7989" y="6394"/>
                    </a:cubicBezTo>
                    <a:lnTo>
                      <a:pt x="7989" y="2289"/>
                    </a:lnTo>
                    <a:cubicBezTo>
                      <a:pt x="7989" y="2191"/>
                      <a:pt x="7905" y="2108"/>
                      <a:pt x="7794" y="2108"/>
                    </a:cubicBezTo>
                    <a:lnTo>
                      <a:pt x="7448" y="2108"/>
                    </a:lnTo>
                    <a:cubicBezTo>
                      <a:pt x="7434" y="1942"/>
                      <a:pt x="7365" y="1790"/>
                      <a:pt x="7254" y="1664"/>
                    </a:cubicBezTo>
                    <a:close/>
                    <a:moveTo>
                      <a:pt x="4272" y="0"/>
                    </a:moveTo>
                    <a:cubicBezTo>
                      <a:pt x="3926" y="0"/>
                      <a:pt x="3593" y="111"/>
                      <a:pt x="3329" y="320"/>
                    </a:cubicBezTo>
                    <a:cubicBezTo>
                      <a:pt x="3107" y="514"/>
                      <a:pt x="2941" y="749"/>
                      <a:pt x="2844" y="1026"/>
                    </a:cubicBezTo>
                    <a:cubicBezTo>
                      <a:pt x="2663" y="1069"/>
                      <a:pt x="2484" y="1165"/>
                      <a:pt x="2345" y="1290"/>
                    </a:cubicBezTo>
                    <a:lnTo>
                      <a:pt x="1443" y="1290"/>
                    </a:lnTo>
                    <a:cubicBezTo>
                      <a:pt x="1027" y="1290"/>
                      <a:pt x="681" y="1637"/>
                      <a:pt x="681" y="2053"/>
                    </a:cubicBezTo>
                    <a:lnTo>
                      <a:pt x="681" y="6629"/>
                    </a:lnTo>
                    <a:cubicBezTo>
                      <a:pt x="681" y="6768"/>
                      <a:pt x="722" y="6906"/>
                      <a:pt x="792" y="7017"/>
                    </a:cubicBezTo>
                    <a:lnTo>
                      <a:pt x="195" y="7017"/>
                    </a:lnTo>
                    <a:cubicBezTo>
                      <a:pt x="84" y="7017"/>
                      <a:pt x="1" y="7101"/>
                      <a:pt x="1" y="7198"/>
                    </a:cubicBezTo>
                    <a:lnTo>
                      <a:pt x="1" y="7642"/>
                    </a:lnTo>
                    <a:cubicBezTo>
                      <a:pt x="1" y="8016"/>
                      <a:pt x="320" y="8321"/>
                      <a:pt x="694" y="8321"/>
                    </a:cubicBezTo>
                    <a:lnTo>
                      <a:pt x="3926" y="8321"/>
                    </a:lnTo>
                    <a:cubicBezTo>
                      <a:pt x="4037" y="8321"/>
                      <a:pt x="4120" y="8238"/>
                      <a:pt x="4120" y="8141"/>
                    </a:cubicBezTo>
                    <a:cubicBezTo>
                      <a:pt x="4120" y="8030"/>
                      <a:pt x="4037" y="7947"/>
                      <a:pt x="3926" y="7947"/>
                    </a:cubicBezTo>
                    <a:lnTo>
                      <a:pt x="694" y="7947"/>
                    </a:lnTo>
                    <a:cubicBezTo>
                      <a:pt x="514" y="7947"/>
                      <a:pt x="376" y="7808"/>
                      <a:pt x="376" y="7642"/>
                    </a:cubicBezTo>
                    <a:lnTo>
                      <a:pt x="376" y="7392"/>
                    </a:lnTo>
                    <a:lnTo>
                      <a:pt x="9098" y="7392"/>
                    </a:lnTo>
                    <a:lnTo>
                      <a:pt x="9098" y="7642"/>
                    </a:lnTo>
                    <a:cubicBezTo>
                      <a:pt x="9098" y="7808"/>
                      <a:pt x="8959" y="7947"/>
                      <a:pt x="8793" y="7947"/>
                    </a:cubicBezTo>
                    <a:lnTo>
                      <a:pt x="5562" y="7947"/>
                    </a:lnTo>
                    <a:cubicBezTo>
                      <a:pt x="5451" y="7947"/>
                      <a:pt x="5368" y="8030"/>
                      <a:pt x="5368" y="8141"/>
                    </a:cubicBezTo>
                    <a:cubicBezTo>
                      <a:pt x="5368" y="8238"/>
                      <a:pt x="5451" y="8321"/>
                      <a:pt x="5562" y="8321"/>
                    </a:cubicBezTo>
                    <a:lnTo>
                      <a:pt x="8793" y="8321"/>
                    </a:lnTo>
                    <a:cubicBezTo>
                      <a:pt x="9168" y="8321"/>
                      <a:pt x="9473" y="8016"/>
                      <a:pt x="9473" y="7642"/>
                    </a:cubicBezTo>
                    <a:lnTo>
                      <a:pt x="9473" y="7198"/>
                    </a:lnTo>
                    <a:cubicBezTo>
                      <a:pt x="9473" y="7101"/>
                      <a:pt x="9390" y="7017"/>
                      <a:pt x="9292" y="7017"/>
                    </a:cubicBezTo>
                    <a:lnTo>
                      <a:pt x="8696" y="7017"/>
                    </a:lnTo>
                    <a:cubicBezTo>
                      <a:pt x="8765" y="6906"/>
                      <a:pt x="8793" y="6768"/>
                      <a:pt x="8793" y="6629"/>
                    </a:cubicBezTo>
                    <a:lnTo>
                      <a:pt x="8793" y="2053"/>
                    </a:lnTo>
                    <a:cubicBezTo>
                      <a:pt x="8793" y="1637"/>
                      <a:pt x="8460" y="1290"/>
                      <a:pt x="8044" y="1290"/>
                    </a:cubicBezTo>
                    <a:lnTo>
                      <a:pt x="6588" y="1290"/>
                    </a:lnTo>
                    <a:cubicBezTo>
                      <a:pt x="6367" y="915"/>
                      <a:pt x="5964" y="666"/>
                      <a:pt x="5520" y="666"/>
                    </a:cubicBezTo>
                    <a:cubicBezTo>
                      <a:pt x="5243" y="250"/>
                      <a:pt x="4771" y="0"/>
                      <a:pt x="42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35"/>
              <p:cNvSpPr/>
              <p:nvPr/>
            </p:nvSpPr>
            <p:spPr>
              <a:xfrm>
                <a:off x="6400384" y="2359892"/>
                <a:ext cx="19216" cy="17499"/>
              </a:xfrm>
              <a:custGeom>
                <a:avLst/>
                <a:gdLst/>
                <a:ahLst/>
                <a:cxnLst/>
                <a:rect l="l" t="t" r="r" b="b"/>
                <a:pathLst>
                  <a:path w="403" h="367" extrusionOk="0">
                    <a:moveTo>
                      <a:pt x="192" y="0"/>
                    </a:moveTo>
                    <a:cubicBezTo>
                      <a:pt x="147" y="0"/>
                      <a:pt x="103" y="19"/>
                      <a:pt x="70" y="53"/>
                    </a:cubicBezTo>
                    <a:cubicBezTo>
                      <a:pt x="14" y="121"/>
                      <a:pt x="1" y="219"/>
                      <a:pt x="56" y="288"/>
                    </a:cubicBezTo>
                    <a:cubicBezTo>
                      <a:pt x="89" y="342"/>
                      <a:pt x="142" y="366"/>
                      <a:pt x="197" y="366"/>
                    </a:cubicBezTo>
                    <a:cubicBezTo>
                      <a:pt x="283" y="366"/>
                      <a:pt x="372" y="306"/>
                      <a:pt x="389" y="205"/>
                    </a:cubicBezTo>
                    <a:cubicBezTo>
                      <a:pt x="403" y="136"/>
                      <a:pt x="362" y="53"/>
                      <a:pt x="278" y="25"/>
                    </a:cubicBezTo>
                    <a:cubicBezTo>
                      <a:pt x="251" y="8"/>
                      <a:pt x="221" y="0"/>
                      <a:pt x="19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2" name="Google Shape;622;p35"/>
            <p:cNvGrpSpPr/>
            <p:nvPr/>
          </p:nvGrpSpPr>
          <p:grpSpPr>
            <a:xfrm>
              <a:off x="729630" y="975085"/>
              <a:ext cx="255615" cy="254967"/>
              <a:chOff x="6184139" y="1220827"/>
              <a:chExt cx="451696" cy="450552"/>
            </a:xfrm>
          </p:grpSpPr>
          <p:sp>
            <p:nvSpPr>
              <p:cNvPr id="623" name="Google Shape;623;p35"/>
              <p:cNvSpPr/>
              <p:nvPr/>
            </p:nvSpPr>
            <p:spPr>
              <a:xfrm>
                <a:off x="6353416" y="1390104"/>
                <a:ext cx="117776" cy="137087"/>
              </a:xfrm>
              <a:custGeom>
                <a:avLst/>
                <a:gdLst/>
                <a:ahLst/>
                <a:cxnLst/>
                <a:rect l="l" t="t" r="r" b="b"/>
                <a:pathLst>
                  <a:path w="2470" h="2875" extrusionOk="0">
                    <a:moveTo>
                      <a:pt x="916" y="1946"/>
                    </a:moveTo>
                    <a:cubicBezTo>
                      <a:pt x="1069" y="1946"/>
                      <a:pt x="1193" y="2070"/>
                      <a:pt x="1193" y="2224"/>
                    </a:cubicBezTo>
                    <a:cubicBezTo>
                      <a:pt x="1193" y="2376"/>
                      <a:pt x="1069" y="2501"/>
                      <a:pt x="916" y="2501"/>
                    </a:cubicBezTo>
                    <a:lnTo>
                      <a:pt x="666" y="2501"/>
                    </a:lnTo>
                    <a:cubicBezTo>
                      <a:pt x="500" y="2501"/>
                      <a:pt x="376" y="2376"/>
                      <a:pt x="376" y="2224"/>
                    </a:cubicBezTo>
                    <a:cubicBezTo>
                      <a:pt x="376" y="2070"/>
                      <a:pt x="500" y="1946"/>
                      <a:pt x="666" y="1946"/>
                    </a:cubicBezTo>
                    <a:close/>
                    <a:moveTo>
                      <a:pt x="1383" y="1"/>
                    </a:moveTo>
                    <a:cubicBezTo>
                      <a:pt x="1371" y="1"/>
                      <a:pt x="1358" y="2"/>
                      <a:pt x="1347" y="5"/>
                    </a:cubicBezTo>
                    <a:cubicBezTo>
                      <a:pt x="1263" y="18"/>
                      <a:pt x="1193" y="101"/>
                      <a:pt x="1193" y="184"/>
                    </a:cubicBezTo>
                    <a:lnTo>
                      <a:pt x="1193" y="1627"/>
                    </a:lnTo>
                    <a:cubicBezTo>
                      <a:pt x="1110" y="1599"/>
                      <a:pt x="1014" y="1571"/>
                      <a:pt x="916" y="1571"/>
                    </a:cubicBezTo>
                    <a:lnTo>
                      <a:pt x="666" y="1571"/>
                    </a:lnTo>
                    <a:cubicBezTo>
                      <a:pt x="320" y="1571"/>
                      <a:pt x="15" y="1849"/>
                      <a:pt x="15" y="2209"/>
                    </a:cubicBezTo>
                    <a:cubicBezTo>
                      <a:pt x="1" y="2570"/>
                      <a:pt x="293" y="2875"/>
                      <a:pt x="666" y="2875"/>
                    </a:cubicBezTo>
                    <a:lnTo>
                      <a:pt x="916" y="2875"/>
                    </a:lnTo>
                    <a:cubicBezTo>
                      <a:pt x="1277" y="2875"/>
                      <a:pt x="1568" y="2584"/>
                      <a:pt x="1568" y="2224"/>
                    </a:cubicBezTo>
                    <a:lnTo>
                      <a:pt x="1568" y="600"/>
                    </a:lnTo>
                    <a:cubicBezTo>
                      <a:pt x="1637" y="628"/>
                      <a:pt x="1707" y="670"/>
                      <a:pt x="1804" y="698"/>
                    </a:cubicBezTo>
                    <a:cubicBezTo>
                      <a:pt x="2026" y="767"/>
                      <a:pt x="2081" y="920"/>
                      <a:pt x="2081" y="933"/>
                    </a:cubicBezTo>
                    <a:lnTo>
                      <a:pt x="2095" y="948"/>
                    </a:lnTo>
                    <a:cubicBezTo>
                      <a:pt x="2118" y="1025"/>
                      <a:pt x="2183" y="1067"/>
                      <a:pt x="2259" y="1067"/>
                    </a:cubicBezTo>
                    <a:cubicBezTo>
                      <a:pt x="2278" y="1067"/>
                      <a:pt x="2297" y="1064"/>
                      <a:pt x="2317" y="1059"/>
                    </a:cubicBezTo>
                    <a:cubicBezTo>
                      <a:pt x="2414" y="1031"/>
                      <a:pt x="2469" y="933"/>
                      <a:pt x="2442" y="822"/>
                    </a:cubicBezTo>
                    <a:cubicBezTo>
                      <a:pt x="2401" y="698"/>
                      <a:pt x="2247" y="448"/>
                      <a:pt x="1915" y="337"/>
                    </a:cubicBezTo>
                    <a:cubicBezTo>
                      <a:pt x="1665" y="268"/>
                      <a:pt x="1554" y="101"/>
                      <a:pt x="1541" y="88"/>
                    </a:cubicBezTo>
                    <a:cubicBezTo>
                      <a:pt x="1506" y="30"/>
                      <a:pt x="1443" y="1"/>
                      <a:pt x="13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35"/>
              <p:cNvSpPr/>
              <p:nvPr/>
            </p:nvSpPr>
            <p:spPr>
              <a:xfrm>
                <a:off x="6184139" y="1227598"/>
                <a:ext cx="451696" cy="443781"/>
              </a:xfrm>
              <a:custGeom>
                <a:avLst/>
                <a:gdLst/>
                <a:ahLst/>
                <a:cxnLst/>
                <a:rect l="l" t="t" r="r" b="b"/>
                <a:pathLst>
                  <a:path w="9473" h="9307" extrusionOk="0">
                    <a:moveTo>
                      <a:pt x="4672" y="2941"/>
                    </a:moveTo>
                    <a:cubicBezTo>
                      <a:pt x="5194" y="2941"/>
                      <a:pt x="5714" y="3135"/>
                      <a:pt x="6103" y="3524"/>
                    </a:cubicBezTo>
                    <a:cubicBezTo>
                      <a:pt x="6894" y="4313"/>
                      <a:pt x="6894" y="5604"/>
                      <a:pt x="6103" y="6394"/>
                    </a:cubicBezTo>
                    <a:cubicBezTo>
                      <a:pt x="5708" y="6789"/>
                      <a:pt x="5188" y="6987"/>
                      <a:pt x="4667" y="6987"/>
                    </a:cubicBezTo>
                    <a:cubicBezTo>
                      <a:pt x="4147" y="6987"/>
                      <a:pt x="3627" y="6789"/>
                      <a:pt x="3232" y="6394"/>
                    </a:cubicBezTo>
                    <a:cubicBezTo>
                      <a:pt x="2441" y="5604"/>
                      <a:pt x="2441" y="4313"/>
                      <a:pt x="3232" y="3524"/>
                    </a:cubicBezTo>
                    <a:cubicBezTo>
                      <a:pt x="3627" y="3135"/>
                      <a:pt x="4151" y="2941"/>
                      <a:pt x="4672" y="2941"/>
                    </a:cubicBezTo>
                    <a:close/>
                    <a:moveTo>
                      <a:pt x="2726" y="6554"/>
                    </a:moveTo>
                    <a:cubicBezTo>
                      <a:pt x="2820" y="6554"/>
                      <a:pt x="2913" y="6588"/>
                      <a:pt x="2983" y="6658"/>
                    </a:cubicBezTo>
                    <a:cubicBezTo>
                      <a:pt x="3121" y="6796"/>
                      <a:pt x="3121" y="7018"/>
                      <a:pt x="2983" y="7157"/>
                    </a:cubicBezTo>
                    <a:lnTo>
                      <a:pt x="1720" y="8418"/>
                    </a:lnTo>
                    <a:lnTo>
                      <a:pt x="1208" y="7919"/>
                    </a:lnTo>
                    <a:lnTo>
                      <a:pt x="2469" y="6658"/>
                    </a:lnTo>
                    <a:cubicBezTo>
                      <a:pt x="2538" y="6588"/>
                      <a:pt x="2632" y="6554"/>
                      <a:pt x="2726" y="6554"/>
                    </a:cubicBezTo>
                    <a:close/>
                    <a:moveTo>
                      <a:pt x="944" y="8183"/>
                    </a:moveTo>
                    <a:lnTo>
                      <a:pt x="1457" y="8682"/>
                    </a:lnTo>
                    <a:lnTo>
                      <a:pt x="1304" y="8834"/>
                    </a:lnTo>
                    <a:cubicBezTo>
                      <a:pt x="1235" y="8904"/>
                      <a:pt x="1145" y="8938"/>
                      <a:pt x="1055" y="8938"/>
                    </a:cubicBezTo>
                    <a:cubicBezTo>
                      <a:pt x="964" y="8938"/>
                      <a:pt x="874" y="8904"/>
                      <a:pt x="805" y="8834"/>
                    </a:cubicBezTo>
                    <a:cubicBezTo>
                      <a:pt x="666" y="8696"/>
                      <a:pt x="666" y="8474"/>
                      <a:pt x="805" y="8335"/>
                    </a:cubicBezTo>
                    <a:lnTo>
                      <a:pt x="944" y="8183"/>
                    </a:lnTo>
                    <a:close/>
                    <a:moveTo>
                      <a:pt x="4718" y="1"/>
                    </a:moveTo>
                    <a:cubicBezTo>
                      <a:pt x="4642" y="1"/>
                      <a:pt x="4571" y="51"/>
                      <a:pt x="4549" y="125"/>
                    </a:cubicBezTo>
                    <a:cubicBezTo>
                      <a:pt x="4508" y="223"/>
                      <a:pt x="4564" y="320"/>
                      <a:pt x="4660" y="362"/>
                    </a:cubicBezTo>
                    <a:cubicBezTo>
                      <a:pt x="5146" y="541"/>
                      <a:pt x="5548" y="889"/>
                      <a:pt x="5797" y="1346"/>
                    </a:cubicBezTo>
                    <a:cubicBezTo>
                      <a:pt x="5834" y="1394"/>
                      <a:pt x="5890" y="1432"/>
                      <a:pt x="5950" y="1432"/>
                    </a:cubicBezTo>
                    <a:cubicBezTo>
                      <a:pt x="5959" y="1432"/>
                      <a:pt x="5969" y="1431"/>
                      <a:pt x="5978" y="1429"/>
                    </a:cubicBezTo>
                    <a:lnTo>
                      <a:pt x="6130" y="1429"/>
                    </a:lnTo>
                    <a:cubicBezTo>
                      <a:pt x="6824" y="1429"/>
                      <a:pt x="7462" y="1873"/>
                      <a:pt x="7711" y="2511"/>
                    </a:cubicBezTo>
                    <a:cubicBezTo>
                      <a:pt x="7739" y="2594"/>
                      <a:pt x="7822" y="2636"/>
                      <a:pt x="7905" y="2636"/>
                    </a:cubicBezTo>
                    <a:cubicBezTo>
                      <a:pt x="7947" y="2636"/>
                      <a:pt x="7975" y="2622"/>
                      <a:pt x="8016" y="2622"/>
                    </a:cubicBezTo>
                    <a:cubicBezTo>
                      <a:pt x="8613" y="2622"/>
                      <a:pt x="9098" y="3121"/>
                      <a:pt x="9098" y="3718"/>
                    </a:cubicBezTo>
                    <a:cubicBezTo>
                      <a:pt x="9098" y="4328"/>
                      <a:pt x="8613" y="4813"/>
                      <a:pt x="8016" y="4813"/>
                    </a:cubicBezTo>
                    <a:lnTo>
                      <a:pt x="7073" y="4813"/>
                    </a:lnTo>
                    <a:cubicBezTo>
                      <a:pt x="7004" y="3870"/>
                      <a:pt x="6380" y="3024"/>
                      <a:pt x="5492" y="2705"/>
                    </a:cubicBezTo>
                    <a:cubicBezTo>
                      <a:pt x="5230" y="2611"/>
                      <a:pt x="4957" y="2565"/>
                      <a:pt x="4687" y="2565"/>
                    </a:cubicBezTo>
                    <a:cubicBezTo>
                      <a:pt x="4001" y="2565"/>
                      <a:pt x="3329" y="2857"/>
                      <a:pt x="2872" y="3385"/>
                    </a:cubicBezTo>
                    <a:cubicBezTo>
                      <a:pt x="2705" y="3579"/>
                      <a:pt x="2567" y="3787"/>
                      <a:pt x="2456" y="4023"/>
                    </a:cubicBezTo>
                    <a:cubicBezTo>
                      <a:pt x="2358" y="4272"/>
                      <a:pt x="2289" y="4550"/>
                      <a:pt x="2275" y="4813"/>
                    </a:cubicBezTo>
                    <a:lnTo>
                      <a:pt x="1762" y="4813"/>
                    </a:lnTo>
                    <a:cubicBezTo>
                      <a:pt x="999" y="4813"/>
                      <a:pt x="376" y="4189"/>
                      <a:pt x="376" y="3426"/>
                    </a:cubicBezTo>
                    <a:cubicBezTo>
                      <a:pt x="376" y="2719"/>
                      <a:pt x="944" y="2109"/>
                      <a:pt x="1651" y="2054"/>
                    </a:cubicBezTo>
                    <a:cubicBezTo>
                      <a:pt x="1735" y="2039"/>
                      <a:pt x="1803" y="1984"/>
                      <a:pt x="1818" y="1900"/>
                    </a:cubicBezTo>
                    <a:cubicBezTo>
                      <a:pt x="1984" y="1194"/>
                      <a:pt x="2484" y="611"/>
                      <a:pt x="3177" y="362"/>
                    </a:cubicBezTo>
                    <a:cubicBezTo>
                      <a:pt x="3273" y="334"/>
                      <a:pt x="3316" y="223"/>
                      <a:pt x="3273" y="125"/>
                    </a:cubicBezTo>
                    <a:cubicBezTo>
                      <a:pt x="3251" y="48"/>
                      <a:pt x="3176" y="6"/>
                      <a:pt x="3098" y="6"/>
                    </a:cubicBezTo>
                    <a:cubicBezTo>
                      <a:pt x="3078" y="6"/>
                      <a:pt x="3058" y="9"/>
                      <a:pt x="3038" y="14"/>
                    </a:cubicBezTo>
                    <a:cubicBezTo>
                      <a:pt x="2650" y="153"/>
                      <a:pt x="2303" y="403"/>
                      <a:pt x="2025" y="722"/>
                    </a:cubicBezTo>
                    <a:cubicBezTo>
                      <a:pt x="1776" y="1000"/>
                      <a:pt x="1596" y="1332"/>
                      <a:pt x="1498" y="1693"/>
                    </a:cubicBezTo>
                    <a:cubicBezTo>
                      <a:pt x="653" y="1832"/>
                      <a:pt x="1" y="2581"/>
                      <a:pt x="1" y="3426"/>
                    </a:cubicBezTo>
                    <a:cubicBezTo>
                      <a:pt x="1" y="4397"/>
                      <a:pt x="792" y="5188"/>
                      <a:pt x="1762" y="5188"/>
                    </a:cubicBezTo>
                    <a:lnTo>
                      <a:pt x="2289" y="5188"/>
                    </a:lnTo>
                    <a:cubicBezTo>
                      <a:pt x="2317" y="5534"/>
                      <a:pt x="2428" y="5881"/>
                      <a:pt x="2608" y="6186"/>
                    </a:cubicBezTo>
                    <a:cubicBezTo>
                      <a:pt x="2469" y="6214"/>
                      <a:pt x="2330" y="6283"/>
                      <a:pt x="2206" y="6394"/>
                    </a:cubicBezTo>
                    <a:lnTo>
                      <a:pt x="542" y="8072"/>
                    </a:lnTo>
                    <a:cubicBezTo>
                      <a:pt x="250" y="8350"/>
                      <a:pt x="250" y="8807"/>
                      <a:pt x="542" y="9099"/>
                    </a:cubicBezTo>
                    <a:cubicBezTo>
                      <a:pt x="681" y="9237"/>
                      <a:pt x="868" y="9307"/>
                      <a:pt x="1055" y="9307"/>
                    </a:cubicBezTo>
                    <a:cubicBezTo>
                      <a:pt x="1242" y="9307"/>
                      <a:pt x="1430" y="9237"/>
                      <a:pt x="1568" y="9099"/>
                    </a:cubicBezTo>
                    <a:lnTo>
                      <a:pt x="3232" y="7420"/>
                    </a:lnTo>
                    <a:cubicBezTo>
                      <a:pt x="3343" y="7309"/>
                      <a:pt x="3412" y="7170"/>
                      <a:pt x="3440" y="7018"/>
                    </a:cubicBezTo>
                    <a:cubicBezTo>
                      <a:pt x="3815" y="7240"/>
                      <a:pt x="4244" y="7364"/>
                      <a:pt x="4675" y="7364"/>
                    </a:cubicBezTo>
                    <a:cubicBezTo>
                      <a:pt x="5285" y="7364"/>
                      <a:pt x="5895" y="7129"/>
                      <a:pt x="6367" y="6658"/>
                    </a:cubicBezTo>
                    <a:cubicBezTo>
                      <a:pt x="6783" y="6242"/>
                      <a:pt x="7004" y="5728"/>
                      <a:pt x="7060" y="5188"/>
                    </a:cubicBezTo>
                    <a:lnTo>
                      <a:pt x="8016" y="5188"/>
                    </a:lnTo>
                    <a:cubicBezTo>
                      <a:pt x="8821" y="5188"/>
                      <a:pt x="9473" y="4522"/>
                      <a:pt x="9473" y="3718"/>
                    </a:cubicBezTo>
                    <a:cubicBezTo>
                      <a:pt x="9473" y="2913"/>
                      <a:pt x="8821" y="2261"/>
                      <a:pt x="8016" y="2261"/>
                    </a:cubicBezTo>
                    <a:lnTo>
                      <a:pt x="8003" y="2261"/>
                    </a:lnTo>
                    <a:cubicBezTo>
                      <a:pt x="7670" y="1540"/>
                      <a:pt x="6935" y="1055"/>
                      <a:pt x="6130" y="1055"/>
                    </a:cubicBezTo>
                    <a:lnTo>
                      <a:pt x="6061" y="1055"/>
                    </a:lnTo>
                    <a:cubicBezTo>
                      <a:pt x="5770" y="569"/>
                      <a:pt x="5313" y="209"/>
                      <a:pt x="4786" y="14"/>
                    </a:cubicBezTo>
                    <a:cubicBezTo>
                      <a:pt x="4763" y="5"/>
                      <a:pt x="4740" y="1"/>
                      <a:pt x="47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35"/>
              <p:cNvSpPr/>
              <p:nvPr/>
            </p:nvSpPr>
            <p:spPr>
              <a:xfrm>
                <a:off x="6361570" y="1220827"/>
                <a:ext cx="19025" cy="17690"/>
              </a:xfrm>
              <a:custGeom>
                <a:avLst/>
                <a:gdLst/>
                <a:ahLst/>
                <a:cxnLst/>
                <a:rect l="l" t="t" r="r" b="b"/>
                <a:pathLst>
                  <a:path w="399" h="371" extrusionOk="0">
                    <a:moveTo>
                      <a:pt x="187" y="1"/>
                    </a:moveTo>
                    <a:cubicBezTo>
                      <a:pt x="174" y="1"/>
                      <a:pt x="161" y="2"/>
                      <a:pt x="149" y="4"/>
                    </a:cubicBezTo>
                    <a:cubicBezTo>
                      <a:pt x="79" y="32"/>
                      <a:pt x="24" y="101"/>
                      <a:pt x="11" y="171"/>
                    </a:cubicBezTo>
                    <a:cubicBezTo>
                      <a:pt x="1" y="288"/>
                      <a:pt x="101" y="370"/>
                      <a:pt x="200" y="370"/>
                    </a:cubicBezTo>
                    <a:cubicBezTo>
                      <a:pt x="241" y="370"/>
                      <a:pt x="283" y="356"/>
                      <a:pt x="316" y="323"/>
                    </a:cubicBezTo>
                    <a:cubicBezTo>
                      <a:pt x="385" y="267"/>
                      <a:pt x="399" y="156"/>
                      <a:pt x="357" y="88"/>
                    </a:cubicBezTo>
                    <a:cubicBezTo>
                      <a:pt x="323" y="30"/>
                      <a:pt x="250" y="1"/>
                      <a:pt x="1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6" name="Google Shape;626;p35"/>
            <p:cNvGrpSpPr/>
            <p:nvPr/>
          </p:nvGrpSpPr>
          <p:grpSpPr>
            <a:xfrm>
              <a:off x="723837" y="1482615"/>
              <a:ext cx="267223" cy="233165"/>
              <a:chOff x="6908262" y="1240186"/>
              <a:chExt cx="472209" cy="412024"/>
            </a:xfrm>
          </p:grpSpPr>
          <p:sp>
            <p:nvSpPr>
              <p:cNvPr id="627" name="Google Shape;627;p35"/>
              <p:cNvSpPr/>
              <p:nvPr/>
            </p:nvSpPr>
            <p:spPr>
              <a:xfrm>
                <a:off x="7105958" y="1594618"/>
                <a:ext cx="76769" cy="17929"/>
              </a:xfrm>
              <a:custGeom>
                <a:avLst/>
                <a:gdLst/>
                <a:ahLst/>
                <a:cxnLst/>
                <a:rect l="l" t="t" r="r" b="b"/>
                <a:pathLst>
                  <a:path w="1610" h="376" extrusionOk="0">
                    <a:moveTo>
                      <a:pt x="181" y="0"/>
                    </a:moveTo>
                    <a:cubicBezTo>
                      <a:pt x="84" y="0"/>
                      <a:pt x="1" y="84"/>
                      <a:pt x="1" y="181"/>
                    </a:cubicBezTo>
                    <a:cubicBezTo>
                      <a:pt x="1" y="292"/>
                      <a:pt x="84" y="375"/>
                      <a:pt x="181" y="375"/>
                    </a:cubicBezTo>
                    <a:lnTo>
                      <a:pt x="1429" y="375"/>
                    </a:lnTo>
                    <a:cubicBezTo>
                      <a:pt x="1540" y="375"/>
                      <a:pt x="1609" y="292"/>
                      <a:pt x="1609" y="181"/>
                    </a:cubicBezTo>
                    <a:cubicBezTo>
                      <a:pt x="1609" y="84"/>
                      <a:pt x="1540" y="0"/>
                      <a:pt x="14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35"/>
              <p:cNvSpPr/>
              <p:nvPr/>
            </p:nvSpPr>
            <p:spPr>
              <a:xfrm>
                <a:off x="7080209" y="1365642"/>
                <a:ext cx="136229" cy="159593"/>
              </a:xfrm>
              <a:custGeom>
                <a:avLst/>
                <a:gdLst/>
                <a:ahLst/>
                <a:cxnLst/>
                <a:rect l="l" t="t" r="r" b="b"/>
                <a:pathLst>
                  <a:path w="2857" h="3347" extrusionOk="0">
                    <a:moveTo>
                      <a:pt x="1054" y="2237"/>
                    </a:moveTo>
                    <a:cubicBezTo>
                      <a:pt x="1262" y="2237"/>
                      <a:pt x="1415" y="2404"/>
                      <a:pt x="1415" y="2598"/>
                    </a:cubicBezTo>
                    <a:lnTo>
                      <a:pt x="1415" y="2611"/>
                    </a:lnTo>
                    <a:cubicBezTo>
                      <a:pt x="1415" y="2820"/>
                      <a:pt x="1262" y="2972"/>
                      <a:pt x="1054" y="2972"/>
                    </a:cubicBezTo>
                    <a:lnTo>
                      <a:pt x="735" y="2972"/>
                    </a:lnTo>
                    <a:cubicBezTo>
                      <a:pt x="541" y="2972"/>
                      <a:pt x="374" y="2820"/>
                      <a:pt x="374" y="2611"/>
                    </a:cubicBezTo>
                    <a:lnTo>
                      <a:pt x="374" y="2598"/>
                    </a:lnTo>
                    <a:cubicBezTo>
                      <a:pt x="374" y="2404"/>
                      <a:pt x="541" y="2237"/>
                      <a:pt x="735" y="2237"/>
                    </a:cubicBezTo>
                    <a:close/>
                    <a:moveTo>
                      <a:pt x="1594" y="1"/>
                    </a:moveTo>
                    <a:cubicBezTo>
                      <a:pt x="1580" y="1"/>
                      <a:pt x="1567" y="2"/>
                      <a:pt x="1553" y="4"/>
                    </a:cubicBezTo>
                    <a:cubicBezTo>
                      <a:pt x="1470" y="32"/>
                      <a:pt x="1415" y="102"/>
                      <a:pt x="1415" y="185"/>
                    </a:cubicBezTo>
                    <a:lnTo>
                      <a:pt x="1415" y="1960"/>
                    </a:lnTo>
                    <a:cubicBezTo>
                      <a:pt x="1317" y="1904"/>
                      <a:pt x="1193" y="1862"/>
                      <a:pt x="1054" y="1862"/>
                    </a:cubicBezTo>
                    <a:lnTo>
                      <a:pt x="735" y="1862"/>
                    </a:lnTo>
                    <a:cubicBezTo>
                      <a:pt x="333" y="1862"/>
                      <a:pt x="0" y="2195"/>
                      <a:pt x="0" y="2598"/>
                    </a:cubicBezTo>
                    <a:lnTo>
                      <a:pt x="0" y="2611"/>
                    </a:lnTo>
                    <a:cubicBezTo>
                      <a:pt x="0" y="3014"/>
                      <a:pt x="333" y="3347"/>
                      <a:pt x="735" y="3347"/>
                    </a:cubicBezTo>
                    <a:lnTo>
                      <a:pt x="1054" y="3347"/>
                    </a:lnTo>
                    <a:cubicBezTo>
                      <a:pt x="1456" y="3347"/>
                      <a:pt x="1789" y="3014"/>
                      <a:pt x="1789" y="2611"/>
                    </a:cubicBezTo>
                    <a:lnTo>
                      <a:pt x="1789" y="2598"/>
                    </a:lnTo>
                    <a:lnTo>
                      <a:pt x="1789" y="614"/>
                    </a:lnTo>
                    <a:cubicBezTo>
                      <a:pt x="1872" y="670"/>
                      <a:pt x="1983" y="725"/>
                      <a:pt x="2108" y="767"/>
                    </a:cubicBezTo>
                    <a:cubicBezTo>
                      <a:pt x="2399" y="850"/>
                      <a:pt x="2469" y="1058"/>
                      <a:pt x="2469" y="1058"/>
                    </a:cubicBezTo>
                    <a:lnTo>
                      <a:pt x="2482" y="1086"/>
                    </a:lnTo>
                    <a:cubicBezTo>
                      <a:pt x="2505" y="1154"/>
                      <a:pt x="2575" y="1204"/>
                      <a:pt x="2645" y="1204"/>
                    </a:cubicBezTo>
                    <a:cubicBezTo>
                      <a:pt x="2661" y="1204"/>
                      <a:pt x="2676" y="1202"/>
                      <a:pt x="2691" y="1197"/>
                    </a:cubicBezTo>
                    <a:cubicBezTo>
                      <a:pt x="2802" y="1183"/>
                      <a:pt x="2857" y="1072"/>
                      <a:pt x="2829" y="975"/>
                    </a:cubicBezTo>
                    <a:lnTo>
                      <a:pt x="2829" y="961"/>
                    </a:lnTo>
                    <a:cubicBezTo>
                      <a:pt x="2787" y="808"/>
                      <a:pt x="2607" y="531"/>
                      <a:pt x="2219" y="407"/>
                    </a:cubicBezTo>
                    <a:cubicBezTo>
                      <a:pt x="1914" y="309"/>
                      <a:pt x="1775" y="115"/>
                      <a:pt x="1761" y="87"/>
                    </a:cubicBezTo>
                    <a:cubicBezTo>
                      <a:pt x="1726" y="30"/>
                      <a:pt x="1663" y="1"/>
                      <a:pt x="15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35"/>
              <p:cNvSpPr/>
              <p:nvPr/>
            </p:nvSpPr>
            <p:spPr>
              <a:xfrm>
                <a:off x="7019365" y="1240186"/>
                <a:ext cx="249999" cy="412024"/>
              </a:xfrm>
              <a:custGeom>
                <a:avLst/>
                <a:gdLst/>
                <a:ahLst/>
                <a:cxnLst/>
                <a:rect l="l" t="t" r="r" b="b"/>
                <a:pathLst>
                  <a:path w="5243" h="8641" extrusionOk="0">
                    <a:moveTo>
                      <a:pt x="3578" y="361"/>
                    </a:moveTo>
                    <a:lnTo>
                      <a:pt x="3578" y="403"/>
                    </a:lnTo>
                    <a:lnTo>
                      <a:pt x="3578" y="666"/>
                    </a:lnTo>
                    <a:cubicBezTo>
                      <a:pt x="3578" y="736"/>
                      <a:pt x="3523" y="791"/>
                      <a:pt x="3453" y="791"/>
                    </a:cubicBezTo>
                    <a:lnTo>
                      <a:pt x="1803" y="791"/>
                    </a:lnTo>
                    <a:cubicBezTo>
                      <a:pt x="1720" y="791"/>
                      <a:pt x="1665" y="736"/>
                      <a:pt x="1665" y="666"/>
                    </a:cubicBezTo>
                    <a:lnTo>
                      <a:pt x="1665" y="403"/>
                    </a:lnTo>
                    <a:lnTo>
                      <a:pt x="1665" y="361"/>
                    </a:lnTo>
                    <a:close/>
                    <a:moveTo>
                      <a:pt x="832" y="0"/>
                    </a:moveTo>
                    <a:cubicBezTo>
                      <a:pt x="374" y="0"/>
                      <a:pt x="0" y="375"/>
                      <a:pt x="0" y="832"/>
                    </a:cubicBezTo>
                    <a:lnTo>
                      <a:pt x="0" y="1636"/>
                    </a:lnTo>
                    <a:cubicBezTo>
                      <a:pt x="0" y="1747"/>
                      <a:pt x="84" y="1831"/>
                      <a:pt x="180" y="1831"/>
                    </a:cubicBezTo>
                    <a:cubicBezTo>
                      <a:pt x="291" y="1831"/>
                      <a:pt x="374" y="1747"/>
                      <a:pt x="374" y="1636"/>
                    </a:cubicBezTo>
                    <a:lnTo>
                      <a:pt x="374" y="832"/>
                    </a:lnTo>
                    <a:cubicBezTo>
                      <a:pt x="374" y="569"/>
                      <a:pt x="568" y="361"/>
                      <a:pt x="832" y="361"/>
                    </a:cubicBezTo>
                    <a:lnTo>
                      <a:pt x="1262" y="361"/>
                    </a:lnTo>
                    <a:cubicBezTo>
                      <a:pt x="1276" y="361"/>
                      <a:pt x="1290" y="388"/>
                      <a:pt x="1290" y="403"/>
                    </a:cubicBezTo>
                    <a:lnTo>
                      <a:pt x="1290" y="666"/>
                    </a:lnTo>
                    <a:cubicBezTo>
                      <a:pt x="1290" y="943"/>
                      <a:pt x="1526" y="1165"/>
                      <a:pt x="1803" y="1165"/>
                    </a:cubicBezTo>
                    <a:lnTo>
                      <a:pt x="3453" y="1165"/>
                    </a:lnTo>
                    <a:cubicBezTo>
                      <a:pt x="3730" y="1165"/>
                      <a:pt x="3952" y="943"/>
                      <a:pt x="3952" y="666"/>
                    </a:cubicBezTo>
                    <a:lnTo>
                      <a:pt x="3952" y="403"/>
                    </a:lnTo>
                    <a:cubicBezTo>
                      <a:pt x="3952" y="388"/>
                      <a:pt x="3967" y="361"/>
                      <a:pt x="3994" y="361"/>
                    </a:cubicBezTo>
                    <a:lnTo>
                      <a:pt x="4410" y="361"/>
                    </a:lnTo>
                    <a:cubicBezTo>
                      <a:pt x="4673" y="361"/>
                      <a:pt x="4882" y="569"/>
                      <a:pt x="4882" y="832"/>
                    </a:cubicBezTo>
                    <a:lnTo>
                      <a:pt x="4882" y="7808"/>
                    </a:lnTo>
                    <a:cubicBezTo>
                      <a:pt x="4882" y="8058"/>
                      <a:pt x="4673" y="8265"/>
                      <a:pt x="4410" y="8265"/>
                    </a:cubicBezTo>
                    <a:lnTo>
                      <a:pt x="832" y="8265"/>
                    </a:lnTo>
                    <a:cubicBezTo>
                      <a:pt x="583" y="8265"/>
                      <a:pt x="374" y="8058"/>
                      <a:pt x="374" y="7808"/>
                    </a:cubicBezTo>
                    <a:lnTo>
                      <a:pt x="374" y="3273"/>
                    </a:lnTo>
                    <a:cubicBezTo>
                      <a:pt x="374" y="3162"/>
                      <a:pt x="291" y="3079"/>
                      <a:pt x="180" y="3079"/>
                    </a:cubicBezTo>
                    <a:cubicBezTo>
                      <a:pt x="84" y="3079"/>
                      <a:pt x="0" y="3162"/>
                      <a:pt x="0" y="3273"/>
                    </a:cubicBezTo>
                    <a:lnTo>
                      <a:pt x="0" y="7808"/>
                    </a:lnTo>
                    <a:cubicBezTo>
                      <a:pt x="0" y="8265"/>
                      <a:pt x="374" y="8640"/>
                      <a:pt x="832" y="8640"/>
                    </a:cubicBezTo>
                    <a:lnTo>
                      <a:pt x="4410" y="8640"/>
                    </a:lnTo>
                    <a:cubicBezTo>
                      <a:pt x="4882" y="8640"/>
                      <a:pt x="5242" y="8265"/>
                      <a:pt x="5242" y="7808"/>
                    </a:cubicBezTo>
                    <a:lnTo>
                      <a:pt x="5242" y="832"/>
                    </a:lnTo>
                    <a:cubicBezTo>
                      <a:pt x="5242" y="375"/>
                      <a:pt x="4882" y="0"/>
                      <a:pt x="44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Google Shape;630;p35"/>
              <p:cNvSpPr/>
              <p:nvPr/>
            </p:nvSpPr>
            <p:spPr>
              <a:xfrm>
                <a:off x="6955183" y="1401691"/>
                <a:ext cx="41722" cy="97606"/>
              </a:xfrm>
              <a:custGeom>
                <a:avLst/>
                <a:gdLst/>
                <a:ahLst/>
                <a:cxnLst/>
                <a:rect l="l" t="t" r="r" b="b"/>
                <a:pathLst>
                  <a:path w="875" h="2047" extrusionOk="0">
                    <a:moveTo>
                      <a:pt x="668" y="1"/>
                    </a:moveTo>
                    <a:cubicBezTo>
                      <a:pt x="621" y="1"/>
                      <a:pt x="576" y="18"/>
                      <a:pt x="542" y="52"/>
                    </a:cubicBezTo>
                    <a:cubicBezTo>
                      <a:pt x="1" y="594"/>
                      <a:pt x="1" y="1454"/>
                      <a:pt x="542" y="1994"/>
                    </a:cubicBezTo>
                    <a:cubicBezTo>
                      <a:pt x="576" y="2029"/>
                      <a:pt x="625" y="2046"/>
                      <a:pt x="673" y="2046"/>
                    </a:cubicBezTo>
                    <a:cubicBezTo>
                      <a:pt x="722" y="2046"/>
                      <a:pt x="771" y="2029"/>
                      <a:pt x="805" y="1994"/>
                    </a:cubicBezTo>
                    <a:cubicBezTo>
                      <a:pt x="875" y="1911"/>
                      <a:pt x="875" y="1800"/>
                      <a:pt x="805" y="1731"/>
                    </a:cubicBezTo>
                    <a:cubicBezTo>
                      <a:pt x="417" y="1343"/>
                      <a:pt x="417" y="705"/>
                      <a:pt x="805" y="316"/>
                    </a:cubicBezTo>
                    <a:cubicBezTo>
                      <a:pt x="875" y="246"/>
                      <a:pt x="875" y="122"/>
                      <a:pt x="805" y="52"/>
                    </a:cubicBezTo>
                    <a:cubicBezTo>
                      <a:pt x="763" y="18"/>
                      <a:pt x="715" y="1"/>
                      <a:pt x="6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Google Shape;631;p35"/>
              <p:cNvSpPr/>
              <p:nvPr/>
            </p:nvSpPr>
            <p:spPr>
              <a:xfrm>
                <a:off x="6908262" y="1371269"/>
                <a:ext cx="58220" cy="158592"/>
              </a:xfrm>
              <a:custGeom>
                <a:avLst/>
                <a:gdLst/>
                <a:ahLst/>
                <a:cxnLst/>
                <a:rect l="l" t="t" r="r" b="b"/>
                <a:pathLst>
                  <a:path w="1221" h="3326" extrusionOk="0">
                    <a:moveTo>
                      <a:pt x="1014" y="1"/>
                    </a:moveTo>
                    <a:cubicBezTo>
                      <a:pt x="967" y="1"/>
                      <a:pt x="922" y="18"/>
                      <a:pt x="888" y="52"/>
                    </a:cubicBezTo>
                    <a:cubicBezTo>
                      <a:pt x="1" y="940"/>
                      <a:pt x="1" y="2382"/>
                      <a:pt x="888" y="3270"/>
                    </a:cubicBezTo>
                    <a:cubicBezTo>
                      <a:pt x="916" y="3297"/>
                      <a:pt x="971" y="3325"/>
                      <a:pt x="1012" y="3325"/>
                    </a:cubicBezTo>
                    <a:cubicBezTo>
                      <a:pt x="1068" y="3325"/>
                      <a:pt x="1110" y="3297"/>
                      <a:pt x="1151" y="3270"/>
                    </a:cubicBezTo>
                    <a:cubicBezTo>
                      <a:pt x="1221" y="3201"/>
                      <a:pt x="1221" y="3076"/>
                      <a:pt x="1151" y="3007"/>
                    </a:cubicBezTo>
                    <a:cubicBezTo>
                      <a:pt x="402" y="2258"/>
                      <a:pt x="402" y="1051"/>
                      <a:pt x="1151" y="316"/>
                    </a:cubicBezTo>
                    <a:cubicBezTo>
                      <a:pt x="1221" y="247"/>
                      <a:pt x="1221" y="122"/>
                      <a:pt x="1151" y="52"/>
                    </a:cubicBezTo>
                    <a:cubicBezTo>
                      <a:pt x="1109" y="18"/>
                      <a:pt x="1061" y="1"/>
                      <a:pt x="10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Google Shape;632;p35"/>
              <p:cNvSpPr/>
              <p:nvPr/>
            </p:nvSpPr>
            <p:spPr>
              <a:xfrm>
                <a:off x="7291781" y="1401691"/>
                <a:ext cx="41722" cy="97606"/>
              </a:xfrm>
              <a:custGeom>
                <a:avLst/>
                <a:gdLst/>
                <a:ahLst/>
                <a:cxnLst/>
                <a:rect l="l" t="t" r="r" b="b"/>
                <a:pathLst>
                  <a:path w="875" h="2047" extrusionOk="0">
                    <a:moveTo>
                      <a:pt x="210" y="1"/>
                    </a:moveTo>
                    <a:cubicBezTo>
                      <a:pt x="163" y="1"/>
                      <a:pt x="119" y="18"/>
                      <a:pt x="84" y="52"/>
                    </a:cubicBezTo>
                    <a:cubicBezTo>
                      <a:pt x="1" y="122"/>
                      <a:pt x="1" y="246"/>
                      <a:pt x="84" y="316"/>
                    </a:cubicBezTo>
                    <a:cubicBezTo>
                      <a:pt x="472" y="705"/>
                      <a:pt x="472" y="1343"/>
                      <a:pt x="84" y="1731"/>
                    </a:cubicBezTo>
                    <a:cubicBezTo>
                      <a:pt x="1" y="1800"/>
                      <a:pt x="1" y="1911"/>
                      <a:pt x="84" y="1994"/>
                    </a:cubicBezTo>
                    <a:cubicBezTo>
                      <a:pt x="119" y="2029"/>
                      <a:pt x="163" y="2046"/>
                      <a:pt x="210" y="2046"/>
                    </a:cubicBezTo>
                    <a:cubicBezTo>
                      <a:pt x="257" y="2046"/>
                      <a:pt x="305" y="2029"/>
                      <a:pt x="347" y="1994"/>
                    </a:cubicBezTo>
                    <a:cubicBezTo>
                      <a:pt x="874" y="1454"/>
                      <a:pt x="874" y="594"/>
                      <a:pt x="347" y="52"/>
                    </a:cubicBezTo>
                    <a:cubicBezTo>
                      <a:pt x="305" y="18"/>
                      <a:pt x="257" y="1"/>
                      <a:pt x="2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Google Shape;633;p35"/>
              <p:cNvSpPr/>
              <p:nvPr/>
            </p:nvSpPr>
            <p:spPr>
              <a:xfrm>
                <a:off x="7322871" y="1371269"/>
                <a:ext cx="57600" cy="158449"/>
              </a:xfrm>
              <a:custGeom>
                <a:avLst/>
                <a:gdLst/>
                <a:ahLst/>
                <a:cxnLst/>
                <a:rect l="l" t="t" r="r" b="b"/>
                <a:pathLst>
                  <a:path w="1208" h="3323" extrusionOk="0">
                    <a:moveTo>
                      <a:pt x="196" y="1"/>
                    </a:moveTo>
                    <a:cubicBezTo>
                      <a:pt x="149" y="1"/>
                      <a:pt x="104" y="18"/>
                      <a:pt x="70" y="52"/>
                    </a:cubicBezTo>
                    <a:cubicBezTo>
                      <a:pt x="0" y="122"/>
                      <a:pt x="0" y="247"/>
                      <a:pt x="70" y="316"/>
                    </a:cubicBezTo>
                    <a:cubicBezTo>
                      <a:pt x="805" y="1051"/>
                      <a:pt x="805" y="2258"/>
                      <a:pt x="70" y="3007"/>
                    </a:cubicBezTo>
                    <a:cubicBezTo>
                      <a:pt x="0" y="3076"/>
                      <a:pt x="0" y="3201"/>
                      <a:pt x="70" y="3270"/>
                    </a:cubicBezTo>
                    <a:cubicBezTo>
                      <a:pt x="104" y="3305"/>
                      <a:pt x="149" y="3322"/>
                      <a:pt x="196" y="3322"/>
                    </a:cubicBezTo>
                    <a:cubicBezTo>
                      <a:pt x="243" y="3322"/>
                      <a:pt x="291" y="3305"/>
                      <a:pt x="333" y="3270"/>
                    </a:cubicBezTo>
                    <a:cubicBezTo>
                      <a:pt x="1207" y="2382"/>
                      <a:pt x="1207" y="940"/>
                      <a:pt x="333" y="52"/>
                    </a:cubicBezTo>
                    <a:cubicBezTo>
                      <a:pt x="291" y="18"/>
                      <a:pt x="243" y="1"/>
                      <a:pt x="1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35"/>
              <p:cNvSpPr/>
              <p:nvPr/>
            </p:nvSpPr>
            <p:spPr>
              <a:xfrm>
                <a:off x="7018030" y="1348476"/>
                <a:ext cx="19502" cy="17786"/>
              </a:xfrm>
              <a:custGeom>
                <a:avLst/>
                <a:gdLst/>
                <a:ahLst/>
                <a:cxnLst/>
                <a:rect l="l" t="t" r="r" b="b"/>
                <a:pathLst>
                  <a:path w="409" h="373" extrusionOk="0">
                    <a:moveTo>
                      <a:pt x="207" y="1"/>
                    </a:moveTo>
                    <a:cubicBezTo>
                      <a:pt x="168" y="1"/>
                      <a:pt x="128" y="14"/>
                      <a:pt x="97" y="46"/>
                    </a:cubicBezTo>
                    <a:cubicBezTo>
                      <a:pt x="14" y="101"/>
                      <a:pt x="1" y="212"/>
                      <a:pt x="56" y="295"/>
                    </a:cubicBezTo>
                    <a:cubicBezTo>
                      <a:pt x="93" y="348"/>
                      <a:pt x="148" y="373"/>
                      <a:pt x="204" y="373"/>
                    </a:cubicBezTo>
                    <a:cubicBezTo>
                      <a:pt x="292" y="373"/>
                      <a:pt x="380" y="309"/>
                      <a:pt x="389" y="198"/>
                    </a:cubicBezTo>
                    <a:cubicBezTo>
                      <a:pt x="409" y="88"/>
                      <a:pt x="307" y="1"/>
                      <a:pt x="2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35" name="Google Shape;635;p35"/>
            <p:cNvCxnSpPr/>
            <p:nvPr/>
          </p:nvCxnSpPr>
          <p:spPr>
            <a:xfrm>
              <a:off x="729625" y="1355100"/>
              <a:ext cx="255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6" name="Google Shape;636;p35"/>
            <p:cNvCxnSpPr/>
            <p:nvPr/>
          </p:nvCxnSpPr>
          <p:spPr>
            <a:xfrm>
              <a:off x="729625" y="1845525"/>
              <a:ext cx="255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37" name="Google Shape;637;p35"/>
          <p:cNvSpPr/>
          <p:nvPr/>
        </p:nvSpPr>
        <p:spPr>
          <a:xfrm>
            <a:off x="1488975" y="1506058"/>
            <a:ext cx="1016100" cy="1016100"/>
          </a:xfrm>
          <a:prstGeom prst="rect">
            <a:avLst/>
          </a:prstGeom>
          <a:gradFill>
            <a:gsLst>
              <a:gs pos="0">
                <a:schemeClr val="dk2"/>
              </a:gs>
              <a:gs pos="2000">
                <a:schemeClr val="dk2"/>
              </a:gs>
              <a:gs pos="50000">
                <a:schemeClr val="dk1"/>
              </a:gs>
              <a:gs pos="100000">
                <a:schemeClr val="lt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35"/>
          <p:cNvSpPr/>
          <p:nvPr/>
        </p:nvSpPr>
        <p:spPr>
          <a:xfrm>
            <a:off x="1488975" y="3156208"/>
            <a:ext cx="1016100" cy="1016100"/>
          </a:xfrm>
          <a:prstGeom prst="rect">
            <a:avLst/>
          </a:prstGeom>
          <a:gradFill>
            <a:gsLst>
              <a:gs pos="0">
                <a:schemeClr val="dk2"/>
              </a:gs>
              <a:gs pos="2000">
                <a:schemeClr val="dk2"/>
              </a:gs>
              <a:gs pos="50000">
                <a:schemeClr val="dk1"/>
              </a:gs>
              <a:gs pos="100000">
                <a:schemeClr val="lt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35"/>
          <p:cNvSpPr/>
          <p:nvPr/>
        </p:nvSpPr>
        <p:spPr>
          <a:xfrm>
            <a:off x="5037500" y="1506058"/>
            <a:ext cx="1016100" cy="1016100"/>
          </a:xfrm>
          <a:prstGeom prst="rect">
            <a:avLst/>
          </a:prstGeom>
          <a:gradFill>
            <a:gsLst>
              <a:gs pos="0">
                <a:schemeClr val="dk2"/>
              </a:gs>
              <a:gs pos="2000">
                <a:schemeClr val="dk2"/>
              </a:gs>
              <a:gs pos="50000">
                <a:schemeClr val="dk1"/>
              </a:gs>
              <a:gs pos="100000">
                <a:schemeClr val="lt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35"/>
          <p:cNvSpPr/>
          <p:nvPr/>
        </p:nvSpPr>
        <p:spPr>
          <a:xfrm>
            <a:off x="5037500" y="3156208"/>
            <a:ext cx="1016100" cy="1016100"/>
          </a:xfrm>
          <a:prstGeom prst="rect">
            <a:avLst/>
          </a:prstGeom>
          <a:gradFill>
            <a:gsLst>
              <a:gs pos="0">
                <a:schemeClr val="dk2"/>
              </a:gs>
              <a:gs pos="2000">
                <a:schemeClr val="dk2"/>
              </a:gs>
              <a:gs pos="50000">
                <a:schemeClr val="dk1"/>
              </a:gs>
              <a:gs pos="100000">
                <a:schemeClr val="lt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1" name="Google Shape;641;p35"/>
          <p:cNvGrpSpPr/>
          <p:nvPr/>
        </p:nvGrpSpPr>
        <p:grpSpPr>
          <a:xfrm>
            <a:off x="1771192" y="3475757"/>
            <a:ext cx="451649" cy="376985"/>
            <a:chOff x="3981492" y="2723432"/>
            <a:chExt cx="451649" cy="376985"/>
          </a:xfrm>
        </p:grpSpPr>
        <p:sp>
          <p:nvSpPr>
            <p:cNvPr id="642" name="Google Shape;642;p35"/>
            <p:cNvSpPr/>
            <p:nvPr/>
          </p:nvSpPr>
          <p:spPr>
            <a:xfrm>
              <a:off x="3981492" y="2730012"/>
              <a:ext cx="451649" cy="318138"/>
            </a:xfrm>
            <a:custGeom>
              <a:avLst/>
              <a:gdLst/>
              <a:ahLst/>
              <a:cxnLst/>
              <a:rect l="l" t="t" r="r" b="b"/>
              <a:pathLst>
                <a:path w="9472" h="6672" extrusionOk="0">
                  <a:moveTo>
                    <a:pt x="4705" y="1"/>
                  </a:moveTo>
                  <a:cubicBezTo>
                    <a:pt x="4632" y="1"/>
                    <a:pt x="4567" y="51"/>
                    <a:pt x="4534" y="125"/>
                  </a:cubicBezTo>
                  <a:cubicBezTo>
                    <a:pt x="4507" y="223"/>
                    <a:pt x="4549" y="334"/>
                    <a:pt x="4645" y="362"/>
                  </a:cubicBezTo>
                  <a:cubicBezTo>
                    <a:pt x="5145" y="542"/>
                    <a:pt x="5547" y="889"/>
                    <a:pt x="5797" y="1346"/>
                  </a:cubicBezTo>
                  <a:cubicBezTo>
                    <a:pt x="5838" y="1416"/>
                    <a:pt x="5908" y="1443"/>
                    <a:pt x="5977" y="1443"/>
                  </a:cubicBezTo>
                  <a:cubicBezTo>
                    <a:pt x="6032" y="1429"/>
                    <a:pt x="6088" y="1429"/>
                    <a:pt x="6130" y="1429"/>
                  </a:cubicBezTo>
                  <a:cubicBezTo>
                    <a:pt x="6823" y="1429"/>
                    <a:pt x="7461" y="1873"/>
                    <a:pt x="7711" y="2525"/>
                  </a:cubicBezTo>
                  <a:cubicBezTo>
                    <a:pt x="7736" y="2587"/>
                    <a:pt x="7805" y="2638"/>
                    <a:pt x="7880" y="2638"/>
                  </a:cubicBezTo>
                  <a:cubicBezTo>
                    <a:pt x="7888" y="2638"/>
                    <a:pt x="7896" y="2637"/>
                    <a:pt x="7905" y="2636"/>
                  </a:cubicBezTo>
                  <a:lnTo>
                    <a:pt x="8001" y="2636"/>
                  </a:lnTo>
                  <a:cubicBezTo>
                    <a:pt x="8612" y="2636"/>
                    <a:pt x="9097" y="3121"/>
                    <a:pt x="9097" y="3731"/>
                  </a:cubicBezTo>
                  <a:cubicBezTo>
                    <a:pt x="9097" y="4328"/>
                    <a:pt x="8612" y="4813"/>
                    <a:pt x="8001" y="4813"/>
                  </a:cubicBezTo>
                  <a:lnTo>
                    <a:pt x="5547" y="4813"/>
                  </a:lnTo>
                  <a:lnTo>
                    <a:pt x="5547" y="4119"/>
                  </a:lnTo>
                  <a:lnTo>
                    <a:pt x="6143" y="4119"/>
                  </a:lnTo>
                  <a:cubicBezTo>
                    <a:pt x="6226" y="4119"/>
                    <a:pt x="6296" y="4078"/>
                    <a:pt x="6324" y="4009"/>
                  </a:cubicBezTo>
                  <a:cubicBezTo>
                    <a:pt x="6352" y="3940"/>
                    <a:pt x="6337" y="3870"/>
                    <a:pt x="6282" y="3814"/>
                  </a:cubicBezTo>
                  <a:lnTo>
                    <a:pt x="4867" y="2303"/>
                  </a:lnTo>
                  <a:cubicBezTo>
                    <a:pt x="4839" y="2261"/>
                    <a:pt x="4784" y="2233"/>
                    <a:pt x="4729" y="2233"/>
                  </a:cubicBezTo>
                  <a:cubicBezTo>
                    <a:pt x="4687" y="2233"/>
                    <a:pt x="4632" y="2261"/>
                    <a:pt x="4604" y="2303"/>
                  </a:cubicBezTo>
                  <a:lnTo>
                    <a:pt x="3190" y="3814"/>
                  </a:lnTo>
                  <a:cubicBezTo>
                    <a:pt x="3134" y="3870"/>
                    <a:pt x="3120" y="3940"/>
                    <a:pt x="3148" y="4009"/>
                  </a:cubicBezTo>
                  <a:cubicBezTo>
                    <a:pt x="3175" y="4078"/>
                    <a:pt x="3245" y="4119"/>
                    <a:pt x="3314" y="4119"/>
                  </a:cubicBezTo>
                  <a:lnTo>
                    <a:pt x="3924" y="4119"/>
                  </a:lnTo>
                  <a:lnTo>
                    <a:pt x="3924" y="4813"/>
                  </a:lnTo>
                  <a:lnTo>
                    <a:pt x="1761" y="4813"/>
                  </a:lnTo>
                  <a:cubicBezTo>
                    <a:pt x="999" y="4813"/>
                    <a:pt x="374" y="4203"/>
                    <a:pt x="374" y="3440"/>
                  </a:cubicBezTo>
                  <a:cubicBezTo>
                    <a:pt x="374" y="3080"/>
                    <a:pt x="499" y="2747"/>
                    <a:pt x="749" y="2497"/>
                  </a:cubicBezTo>
                  <a:cubicBezTo>
                    <a:pt x="984" y="2233"/>
                    <a:pt x="1304" y="2081"/>
                    <a:pt x="1650" y="2054"/>
                  </a:cubicBezTo>
                  <a:cubicBezTo>
                    <a:pt x="1733" y="2054"/>
                    <a:pt x="1803" y="1984"/>
                    <a:pt x="1816" y="1915"/>
                  </a:cubicBezTo>
                  <a:cubicBezTo>
                    <a:pt x="1899" y="1554"/>
                    <a:pt x="2066" y="1235"/>
                    <a:pt x="2302" y="958"/>
                  </a:cubicBezTo>
                  <a:cubicBezTo>
                    <a:pt x="2537" y="695"/>
                    <a:pt x="2842" y="486"/>
                    <a:pt x="3175" y="362"/>
                  </a:cubicBezTo>
                  <a:cubicBezTo>
                    <a:pt x="3273" y="334"/>
                    <a:pt x="3328" y="223"/>
                    <a:pt x="3286" y="125"/>
                  </a:cubicBezTo>
                  <a:cubicBezTo>
                    <a:pt x="3254" y="49"/>
                    <a:pt x="3185" y="6"/>
                    <a:pt x="3109" y="6"/>
                  </a:cubicBezTo>
                  <a:cubicBezTo>
                    <a:pt x="3090" y="6"/>
                    <a:pt x="3071" y="9"/>
                    <a:pt x="3051" y="15"/>
                  </a:cubicBezTo>
                  <a:cubicBezTo>
                    <a:pt x="2663" y="153"/>
                    <a:pt x="2302" y="403"/>
                    <a:pt x="2025" y="722"/>
                  </a:cubicBezTo>
                  <a:cubicBezTo>
                    <a:pt x="1775" y="1000"/>
                    <a:pt x="1594" y="1333"/>
                    <a:pt x="1483" y="1706"/>
                  </a:cubicBezTo>
                  <a:cubicBezTo>
                    <a:pt x="1095" y="1762"/>
                    <a:pt x="749" y="1943"/>
                    <a:pt x="472" y="2233"/>
                  </a:cubicBezTo>
                  <a:cubicBezTo>
                    <a:pt x="167" y="2566"/>
                    <a:pt x="0" y="2982"/>
                    <a:pt x="0" y="3440"/>
                  </a:cubicBezTo>
                  <a:cubicBezTo>
                    <a:pt x="0" y="4397"/>
                    <a:pt x="790" y="5188"/>
                    <a:pt x="1761" y="5188"/>
                  </a:cubicBezTo>
                  <a:lnTo>
                    <a:pt x="3911" y="5188"/>
                  </a:lnTo>
                  <a:cubicBezTo>
                    <a:pt x="3841" y="5811"/>
                    <a:pt x="3301" y="6311"/>
                    <a:pt x="2648" y="6311"/>
                  </a:cubicBezTo>
                  <a:lnTo>
                    <a:pt x="1442" y="6311"/>
                  </a:lnTo>
                  <a:cubicBezTo>
                    <a:pt x="1331" y="6311"/>
                    <a:pt x="1248" y="6394"/>
                    <a:pt x="1248" y="6491"/>
                  </a:cubicBezTo>
                  <a:cubicBezTo>
                    <a:pt x="1248" y="6588"/>
                    <a:pt x="1331" y="6671"/>
                    <a:pt x="1442" y="6671"/>
                  </a:cubicBezTo>
                  <a:lnTo>
                    <a:pt x="2648" y="6671"/>
                  </a:lnTo>
                  <a:cubicBezTo>
                    <a:pt x="3550" y="6671"/>
                    <a:pt x="4299" y="5937"/>
                    <a:pt x="4299" y="5035"/>
                  </a:cubicBezTo>
                  <a:lnTo>
                    <a:pt x="4299" y="3940"/>
                  </a:lnTo>
                  <a:cubicBezTo>
                    <a:pt x="4299" y="3842"/>
                    <a:pt x="4216" y="3759"/>
                    <a:pt x="4105" y="3759"/>
                  </a:cubicBezTo>
                  <a:lnTo>
                    <a:pt x="3744" y="3759"/>
                  </a:lnTo>
                  <a:lnTo>
                    <a:pt x="4729" y="2692"/>
                  </a:lnTo>
                  <a:lnTo>
                    <a:pt x="5727" y="3759"/>
                  </a:lnTo>
                  <a:lnTo>
                    <a:pt x="5366" y="3759"/>
                  </a:lnTo>
                  <a:cubicBezTo>
                    <a:pt x="5255" y="3759"/>
                    <a:pt x="5172" y="3842"/>
                    <a:pt x="5172" y="3940"/>
                  </a:cubicBezTo>
                  <a:lnTo>
                    <a:pt x="5172" y="5035"/>
                  </a:lnTo>
                  <a:cubicBezTo>
                    <a:pt x="5172" y="5937"/>
                    <a:pt x="5921" y="6671"/>
                    <a:pt x="6823" y="6671"/>
                  </a:cubicBezTo>
                  <a:lnTo>
                    <a:pt x="7960" y="6671"/>
                  </a:lnTo>
                  <a:cubicBezTo>
                    <a:pt x="8057" y="6671"/>
                    <a:pt x="8140" y="6588"/>
                    <a:pt x="8140" y="6491"/>
                  </a:cubicBezTo>
                  <a:cubicBezTo>
                    <a:pt x="8140" y="6394"/>
                    <a:pt x="8057" y="6311"/>
                    <a:pt x="7960" y="6311"/>
                  </a:cubicBezTo>
                  <a:lnTo>
                    <a:pt x="6823" y="6311"/>
                  </a:lnTo>
                  <a:cubicBezTo>
                    <a:pt x="6171" y="6311"/>
                    <a:pt x="5630" y="5811"/>
                    <a:pt x="5561" y="5188"/>
                  </a:cubicBezTo>
                  <a:lnTo>
                    <a:pt x="8001" y="5188"/>
                  </a:lnTo>
                  <a:cubicBezTo>
                    <a:pt x="8820" y="5188"/>
                    <a:pt x="9471" y="4535"/>
                    <a:pt x="9471" y="3731"/>
                  </a:cubicBezTo>
                  <a:cubicBezTo>
                    <a:pt x="9471" y="2913"/>
                    <a:pt x="8820" y="2261"/>
                    <a:pt x="8001" y="2261"/>
                  </a:cubicBezTo>
                  <a:cubicBezTo>
                    <a:pt x="7669" y="1540"/>
                    <a:pt x="6920" y="1068"/>
                    <a:pt x="6130" y="1068"/>
                  </a:cubicBezTo>
                  <a:lnTo>
                    <a:pt x="6060" y="1068"/>
                  </a:lnTo>
                  <a:cubicBezTo>
                    <a:pt x="5769" y="584"/>
                    <a:pt x="5311" y="209"/>
                    <a:pt x="4771" y="15"/>
                  </a:cubicBezTo>
                  <a:cubicBezTo>
                    <a:pt x="4748" y="5"/>
                    <a:pt x="4726" y="1"/>
                    <a:pt x="47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5"/>
            <p:cNvSpPr/>
            <p:nvPr/>
          </p:nvSpPr>
          <p:spPr>
            <a:xfrm>
              <a:off x="4041001" y="3040861"/>
              <a:ext cx="328675" cy="59555"/>
            </a:xfrm>
            <a:custGeom>
              <a:avLst/>
              <a:gdLst/>
              <a:ahLst/>
              <a:cxnLst/>
              <a:rect l="l" t="t" r="r" b="b"/>
              <a:pathLst>
                <a:path w="6893" h="1249" extrusionOk="0">
                  <a:moveTo>
                    <a:pt x="3495" y="0"/>
                  </a:moveTo>
                  <a:cubicBezTo>
                    <a:pt x="3425" y="0"/>
                    <a:pt x="3370" y="28"/>
                    <a:pt x="3342" y="69"/>
                  </a:cubicBezTo>
                  <a:cubicBezTo>
                    <a:pt x="2954" y="583"/>
                    <a:pt x="2343" y="873"/>
                    <a:pt x="1720" y="873"/>
                  </a:cubicBezTo>
                  <a:lnTo>
                    <a:pt x="194" y="873"/>
                  </a:lnTo>
                  <a:cubicBezTo>
                    <a:pt x="83" y="873"/>
                    <a:pt x="0" y="957"/>
                    <a:pt x="0" y="1067"/>
                  </a:cubicBezTo>
                  <a:cubicBezTo>
                    <a:pt x="0" y="1165"/>
                    <a:pt x="83" y="1248"/>
                    <a:pt x="194" y="1248"/>
                  </a:cubicBezTo>
                  <a:lnTo>
                    <a:pt x="1720" y="1248"/>
                  </a:lnTo>
                  <a:cubicBezTo>
                    <a:pt x="2385" y="1248"/>
                    <a:pt x="3037" y="957"/>
                    <a:pt x="3481" y="472"/>
                  </a:cubicBezTo>
                  <a:cubicBezTo>
                    <a:pt x="3939" y="957"/>
                    <a:pt x="4590" y="1248"/>
                    <a:pt x="5256" y="1248"/>
                  </a:cubicBezTo>
                  <a:lnTo>
                    <a:pt x="6712" y="1248"/>
                  </a:lnTo>
                  <a:cubicBezTo>
                    <a:pt x="6809" y="1248"/>
                    <a:pt x="6892" y="1165"/>
                    <a:pt x="6892" y="1067"/>
                  </a:cubicBezTo>
                  <a:cubicBezTo>
                    <a:pt x="6892" y="957"/>
                    <a:pt x="6809" y="873"/>
                    <a:pt x="6712" y="873"/>
                  </a:cubicBezTo>
                  <a:lnTo>
                    <a:pt x="5256" y="873"/>
                  </a:lnTo>
                  <a:cubicBezTo>
                    <a:pt x="4632" y="873"/>
                    <a:pt x="4007" y="568"/>
                    <a:pt x="3634" y="69"/>
                  </a:cubicBezTo>
                  <a:cubicBezTo>
                    <a:pt x="3606" y="28"/>
                    <a:pt x="3550" y="0"/>
                    <a:pt x="34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5"/>
            <p:cNvSpPr/>
            <p:nvPr/>
          </p:nvSpPr>
          <p:spPr>
            <a:xfrm>
              <a:off x="4158016" y="2723432"/>
              <a:ext cx="19884" cy="17881"/>
            </a:xfrm>
            <a:custGeom>
              <a:avLst/>
              <a:gdLst/>
              <a:ahLst/>
              <a:cxnLst/>
              <a:rect l="l" t="t" r="r" b="b"/>
              <a:pathLst>
                <a:path w="417" h="375" extrusionOk="0">
                  <a:moveTo>
                    <a:pt x="208" y="0"/>
                  </a:moveTo>
                  <a:cubicBezTo>
                    <a:pt x="185" y="0"/>
                    <a:pt x="162" y="4"/>
                    <a:pt x="139" y="14"/>
                  </a:cubicBezTo>
                  <a:cubicBezTo>
                    <a:pt x="56" y="56"/>
                    <a:pt x="0" y="167"/>
                    <a:pt x="42" y="263"/>
                  </a:cubicBezTo>
                  <a:cubicBezTo>
                    <a:pt x="74" y="327"/>
                    <a:pt x="147" y="375"/>
                    <a:pt x="217" y="375"/>
                  </a:cubicBezTo>
                  <a:cubicBezTo>
                    <a:pt x="238" y="375"/>
                    <a:pt x="258" y="371"/>
                    <a:pt x="278" y="361"/>
                  </a:cubicBezTo>
                  <a:cubicBezTo>
                    <a:pt x="375" y="319"/>
                    <a:pt x="416" y="208"/>
                    <a:pt x="389" y="111"/>
                  </a:cubicBezTo>
                  <a:cubicBezTo>
                    <a:pt x="357" y="48"/>
                    <a:pt x="284" y="0"/>
                    <a:pt x="2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5" name="Google Shape;645;p35"/>
          <p:cNvGrpSpPr/>
          <p:nvPr/>
        </p:nvGrpSpPr>
        <p:grpSpPr>
          <a:xfrm>
            <a:off x="5320042" y="3471448"/>
            <a:ext cx="451029" cy="385615"/>
            <a:chOff x="4716105" y="2735973"/>
            <a:chExt cx="451029" cy="385615"/>
          </a:xfrm>
        </p:grpSpPr>
        <p:sp>
          <p:nvSpPr>
            <p:cNvPr id="646" name="Google Shape;646;p35"/>
            <p:cNvSpPr/>
            <p:nvPr/>
          </p:nvSpPr>
          <p:spPr>
            <a:xfrm>
              <a:off x="4716105" y="3021645"/>
              <a:ext cx="451029" cy="99943"/>
            </a:xfrm>
            <a:custGeom>
              <a:avLst/>
              <a:gdLst/>
              <a:ahLst/>
              <a:cxnLst/>
              <a:rect l="l" t="t" r="r" b="b"/>
              <a:pathLst>
                <a:path w="9459" h="2096" extrusionOk="0">
                  <a:moveTo>
                    <a:pt x="1041" y="0"/>
                  </a:moveTo>
                  <a:cubicBezTo>
                    <a:pt x="459" y="0"/>
                    <a:pt x="1" y="472"/>
                    <a:pt x="1" y="1041"/>
                  </a:cubicBezTo>
                  <a:cubicBezTo>
                    <a:pt x="1" y="1624"/>
                    <a:pt x="459" y="2095"/>
                    <a:pt x="1041" y="2095"/>
                  </a:cubicBezTo>
                  <a:lnTo>
                    <a:pt x="8419" y="2095"/>
                  </a:lnTo>
                  <a:cubicBezTo>
                    <a:pt x="9002" y="2095"/>
                    <a:pt x="9459" y="1624"/>
                    <a:pt x="9459" y="1041"/>
                  </a:cubicBezTo>
                  <a:cubicBezTo>
                    <a:pt x="9459" y="472"/>
                    <a:pt x="9002" y="0"/>
                    <a:pt x="8419" y="0"/>
                  </a:cubicBezTo>
                  <a:lnTo>
                    <a:pt x="5548" y="0"/>
                  </a:lnTo>
                  <a:cubicBezTo>
                    <a:pt x="5437" y="0"/>
                    <a:pt x="5354" y="84"/>
                    <a:pt x="5354" y="195"/>
                  </a:cubicBezTo>
                  <a:cubicBezTo>
                    <a:pt x="5354" y="292"/>
                    <a:pt x="5437" y="375"/>
                    <a:pt x="5548" y="375"/>
                  </a:cubicBezTo>
                  <a:lnTo>
                    <a:pt x="8419" y="375"/>
                  </a:lnTo>
                  <a:cubicBezTo>
                    <a:pt x="8793" y="375"/>
                    <a:pt x="9098" y="681"/>
                    <a:pt x="9098" y="1041"/>
                  </a:cubicBezTo>
                  <a:cubicBezTo>
                    <a:pt x="9098" y="1415"/>
                    <a:pt x="8793" y="1720"/>
                    <a:pt x="8419" y="1720"/>
                  </a:cubicBezTo>
                  <a:lnTo>
                    <a:pt x="1041" y="1720"/>
                  </a:lnTo>
                  <a:cubicBezTo>
                    <a:pt x="666" y="1720"/>
                    <a:pt x="361" y="1415"/>
                    <a:pt x="361" y="1041"/>
                  </a:cubicBezTo>
                  <a:cubicBezTo>
                    <a:pt x="361" y="681"/>
                    <a:pt x="666" y="375"/>
                    <a:pt x="1041" y="375"/>
                  </a:cubicBezTo>
                  <a:lnTo>
                    <a:pt x="3912" y="375"/>
                  </a:lnTo>
                  <a:cubicBezTo>
                    <a:pt x="4023" y="375"/>
                    <a:pt x="4106" y="292"/>
                    <a:pt x="4106" y="195"/>
                  </a:cubicBezTo>
                  <a:cubicBezTo>
                    <a:pt x="4106" y="84"/>
                    <a:pt x="4023" y="0"/>
                    <a:pt x="39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5"/>
            <p:cNvSpPr/>
            <p:nvPr/>
          </p:nvSpPr>
          <p:spPr>
            <a:xfrm>
              <a:off x="4756493" y="3049397"/>
              <a:ext cx="371685" cy="44392"/>
            </a:xfrm>
            <a:custGeom>
              <a:avLst/>
              <a:gdLst/>
              <a:ahLst/>
              <a:cxnLst/>
              <a:rect l="l" t="t" r="r" b="b"/>
              <a:pathLst>
                <a:path w="7795" h="931" extrusionOk="0">
                  <a:moveTo>
                    <a:pt x="1193" y="1"/>
                  </a:moveTo>
                  <a:cubicBezTo>
                    <a:pt x="1095" y="1"/>
                    <a:pt x="1012" y="84"/>
                    <a:pt x="1012" y="182"/>
                  </a:cubicBezTo>
                  <a:lnTo>
                    <a:pt x="1012" y="278"/>
                  </a:lnTo>
                  <a:lnTo>
                    <a:pt x="194" y="278"/>
                  </a:lnTo>
                  <a:cubicBezTo>
                    <a:pt x="84" y="278"/>
                    <a:pt x="0" y="361"/>
                    <a:pt x="0" y="459"/>
                  </a:cubicBezTo>
                  <a:cubicBezTo>
                    <a:pt x="0" y="570"/>
                    <a:pt x="84" y="653"/>
                    <a:pt x="194" y="653"/>
                  </a:cubicBezTo>
                  <a:lnTo>
                    <a:pt x="1012" y="653"/>
                  </a:lnTo>
                  <a:lnTo>
                    <a:pt x="1012" y="750"/>
                  </a:lnTo>
                  <a:cubicBezTo>
                    <a:pt x="1012" y="847"/>
                    <a:pt x="1095" y="931"/>
                    <a:pt x="1193" y="931"/>
                  </a:cubicBezTo>
                  <a:cubicBezTo>
                    <a:pt x="1289" y="931"/>
                    <a:pt x="1373" y="847"/>
                    <a:pt x="1373" y="750"/>
                  </a:cubicBezTo>
                  <a:lnTo>
                    <a:pt x="1373" y="653"/>
                  </a:lnTo>
                  <a:lnTo>
                    <a:pt x="7613" y="653"/>
                  </a:lnTo>
                  <a:cubicBezTo>
                    <a:pt x="7711" y="653"/>
                    <a:pt x="7794" y="570"/>
                    <a:pt x="7794" y="459"/>
                  </a:cubicBezTo>
                  <a:cubicBezTo>
                    <a:pt x="7794" y="361"/>
                    <a:pt x="7711" y="278"/>
                    <a:pt x="7613" y="278"/>
                  </a:cubicBezTo>
                  <a:lnTo>
                    <a:pt x="1373" y="278"/>
                  </a:lnTo>
                  <a:lnTo>
                    <a:pt x="1373" y="182"/>
                  </a:lnTo>
                  <a:cubicBezTo>
                    <a:pt x="1373" y="84"/>
                    <a:pt x="1289" y="1"/>
                    <a:pt x="119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5"/>
            <p:cNvSpPr/>
            <p:nvPr/>
          </p:nvSpPr>
          <p:spPr>
            <a:xfrm>
              <a:off x="4716105" y="2735973"/>
              <a:ext cx="449074" cy="252670"/>
            </a:xfrm>
            <a:custGeom>
              <a:avLst/>
              <a:gdLst/>
              <a:ahLst/>
              <a:cxnLst/>
              <a:rect l="l" t="t" r="r" b="b"/>
              <a:pathLst>
                <a:path w="9418" h="5299" extrusionOk="0">
                  <a:moveTo>
                    <a:pt x="3884" y="361"/>
                  </a:moveTo>
                  <a:cubicBezTo>
                    <a:pt x="4675" y="361"/>
                    <a:pt x="5382" y="792"/>
                    <a:pt x="5770" y="1470"/>
                  </a:cubicBezTo>
                  <a:cubicBezTo>
                    <a:pt x="5798" y="1540"/>
                    <a:pt x="5868" y="1568"/>
                    <a:pt x="5951" y="1568"/>
                  </a:cubicBezTo>
                  <a:cubicBezTo>
                    <a:pt x="5992" y="1554"/>
                    <a:pt x="6047" y="1554"/>
                    <a:pt x="6089" y="1554"/>
                  </a:cubicBezTo>
                  <a:cubicBezTo>
                    <a:pt x="6783" y="1554"/>
                    <a:pt x="7421" y="1997"/>
                    <a:pt x="7670" y="2635"/>
                  </a:cubicBezTo>
                  <a:cubicBezTo>
                    <a:pt x="7698" y="2719"/>
                    <a:pt x="7781" y="2761"/>
                    <a:pt x="7864" y="2761"/>
                  </a:cubicBezTo>
                  <a:cubicBezTo>
                    <a:pt x="7892" y="2761"/>
                    <a:pt x="7933" y="2746"/>
                    <a:pt x="7961" y="2746"/>
                  </a:cubicBezTo>
                  <a:cubicBezTo>
                    <a:pt x="8558" y="2746"/>
                    <a:pt x="9057" y="3246"/>
                    <a:pt x="9057" y="3842"/>
                  </a:cubicBezTo>
                  <a:cubicBezTo>
                    <a:pt x="9057" y="4438"/>
                    <a:pt x="8558" y="4924"/>
                    <a:pt x="7961" y="4924"/>
                  </a:cubicBezTo>
                  <a:lnTo>
                    <a:pt x="1748" y="4924"/>
                  </a:lnTo>
                  <a:cubicBezTo>
                    <a:pt x="986" y="4924"/>
                    <a:pt x="361" y="4314"/>
                    <a:pt x="361" y="3551"/>
                  </a:cubicBezTo>
                  <a:cubicBezTo>
                    <a:pt x="361" y="3205"/>
                    <a:pt x="500" y="2872"/>
                    <a:pt x="736" y="2608"/>
                  </a:cubicBezTo>
                  <a:cubicBezTo>
                    <a:pt x="972" y="2358"/>
                    <a:pt x="1291" y="2206"/>
                    <a:pt x="1637" y="2178"/>
                  </a:cubicBezTo>
                  <a:cubicBezTo>
                    <a:pt x="1720" y="2164"/>
                    <a:pt x="1790" y="2108"/>
                    <a:pt x="1804" y="2025"/>
                  </a:cubicBezTo>
                  <a:cubicBezTo>
                    <a:pt x="2026" y="1069"/>
                    <a:pt x="2900" y="361"/>
                    <a:pt x="3884" y="361"/>
                  </a:cubicBezTo>
                  <a:close/>
                  <a:moveTo>
                    <a:pt x="3884" y="0"/>
                  </a:moveTo>
                  <a:cubicBezTo>
                    <a:pt x="2774" y="0"/>
                    <a:pt x="1776" y="749"/>
                    <a:pt x="1471" y="1818"/>
                  </a:cubicBezTo>
                  <a:cubicBezTo>
                    <a:pt x="1083" y="1887"/>
                    <a:pt x="736" y="2067"/>
                    <a:pt x="459" y="2358"/>
                  </a:cubicBezTo>
                  <a:cubicBezTo>
                    <a:pt x="167" y="2678"/>
                    <a:pt x="1" y="3107"/>
                    <a:pt x="1" y="3551"/>
                  </a:cubicBezTo>
                  <a:cubicBezTo>
                    <a:pt x="1" y="4508"/>
                    <a:pt x="777" y="5298"/>
                    <a:pt x="1748" y="5298"/>
                  </a:cubicBezTo>
                  <a:lnTo>
                    <a:pt x="7961" y="5298"/>
                  </a:lnTo>
                  <a:cubicBezTo>
                    <a:pt x="8765" y="5298"/>
                    <a:pt x="9418" y="4647"/>
                    <a:pt x="9418" y="3842"/>
                  </a:cubicBezTo>
                  <a:cubicBezTo>
                    <a:pt x="9418" y="3038"/>
                    <a:pt x="8765" y="2386"/>
                    <a:pt x="7961" y="2386"/>
                  </a:cubicBezTo>
                  <a:cubicBezTo>
                    <a:pt x="7754" y="2040"/>
                    <a:pt x="7545" y="1735"/>
                    <a:pt x="7199" y="1513"/>
                  </a:cubicBezTo>
                  <a:cubicBezTo>
                    <a:pt x="6870" y="1303"/>
                    <a:pt x="6480" y="1192"/>
                    <a:pt x="6099" y="1192"/>
                  </a:cubicBezTo>
                  <a:cubicBezTo>
                    <a:pt x="6077" y="1192"/>
                    <a:pt x="6055" y="1192"/>
                    <a:pt x="6034" y="1193"/>
                  </a:cubicBezTo>
                  <a:cubicBezTo>
                    <a:pt x="5576" y="444"/>
                    <a:pt x="4758" y="0"/>
                    <a:pt x="38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5"/>
            <p:cNvSpPr/>
            <p:nvPr/>
          </p:nvSpPr>
          <p:spPr>
            <a:xfrm>
              <a:off x="4797501" y="2871537"/>
              <a:ext cx="19884" cy="17643"/>
            </a:xfrm>
            <a:custGeom>
              <a:avLst/>
              <a:gdLst/>
              <a:ahLst/>
              <a:cxnLst/>
              <a:rect l="l" t="t" r="r" b="b"/>
              <a:pathLst>
                <a:path w="417" h="370" extrusionOk="0">
                  <a:moveTo>
                    <a:pt x="200" y="0"/>
                  </a:moveTo>
                  <a:cubicBezTo>
                    <a:pt x="179" y="0"/>
                    <a:pt x="158" y="5"/>
                    <a:pt x="139" y="14"/>
                  </a:cubicBezTo>
                  <a:cubicBezTo>
                    <a:pt x="41" y="56"/>
                    <a:pt x="0" y="167"/>
                    <a:pt x="28" y="251"/>
                  </a:cubicBezTo>
                  <a:cubicBezTo>
                    <a:pt x="61" y="328"/>
                    <a:pt x="138" y="370"/>
                    <a:pt x="217" y="370"/>
                  </a:cubicBezTo>
                  <a:cubicBezTo>
                    <a:pt x="237" y="370"/>
                    <a:pt x="258" y="367"/>
                    <a:pt x="277" y="362"/>
                  </a:cubicBezTo>
                  <a:cubicBezTo>
                    <a:pt x="361" y="319"/>
                    <a:pt x="416" y="208"/>
                    <a:pt x="374" y="112"/>
                  </a:cubicBezTo>
                  <a:cubicBezTo>
                    <a:pt x="342" y="48"/>
                    <a:pt x="270" y="0"/>
                    <a:pt x="2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5"/>
            <p:cNvSpPr/>
            <p:nvPr/>
          </p:nvSpPr>
          <p:spPr>
            <a:xfrm>
              <a:off x="4864258" y="2858949"/>
              <a:ext cx="17929" cy="43057"/>
            </a:xfrm>
            <a:custGeom>
              <a:avLst/>
              <a:gdLst/>
              <a:ahLst/>
              <a:cxnLst/>
              <a:rect l="l" t="t" r="r" b="b"/>
              <a:pathLst>
                <a:path w="376" h="903" extrusionOk="0">
                  <a:moveTo>
                    <a:pt x="194" y="1"/>
                  </a:moveTo>
                  <a:cubicBezTo>
                    <a:pt x="83" y="1"/>
                    <a:pt x="0" y="84"/>
                    <a:pt x="0" y="182"/>
                  </a:cubicBezTo>
                  <a:lnTo>
                    <a:pt x="0" y="709"/>
                  </a:lnTo>
                  <a:cubicBezTo>
                    <a:pt x="0" y="820"/>
                    <a:pt x="83" y="903"/>
                    <a:pt x="194" y="903"/>
                  </a:cubicBezTo>
                  <a:cubicBezTo>
                    <a:pt x="292" y="903"/>
                    <a:pt x="375" y="820"/>
                    <a:pt x="375" y="709"/>
                  </a:cubicBezTo>
                  <a:lnTo>
                    <a:pt x="375" y="182"/>
                  </a:lnTo>
                  <a:cubicBezTo>
                    <a:pt x="375" y="84"/>
                    <a:pt x="292" y="1"/>
                    <a:pt x="19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5"/>
            <p:cNvSpPr/>
            <p:nvPr/>
          </p:nvSpPr>
          <p:spPr>
            <a:xfrm>
              <a:off x="4831165" y="2839112"/>
              <a:ext cx="17929" cy="82729"/>
            </a:xfrm>
            <a:custGeom>
              <a:avLst/>
              <a:gdLst/>
              <a:ahLst/>
              <a:cxnLst/>
              <a:rect l="l" t="t" r="r" b="b"/>
              <a:pathLst>
                <a:path w="376" h="1735" extrusionOk="0">
                  <a:moveTo>
                    <a:pt x="195" y="1"/>
                  </a:moveTo>
                  <a:cubicBezTo>
                    <a:pt x="84" y="1"/>
                    <a:pt x="1" y="84"/>
                    <a:pt x="1" y="182"/>
                  </a:cubicBezTo>
                  <a:lnTo>
                    <a:pt x="1" y="1554"/>
                  </a:lnTo>
                  <a:cubicBezTo>
                    <a:pt x="1" y="1652"/>
                    <a:pt x="84" y="1735"/>
                    <a:pt x="195" y="1735"/>
                  </a:cubicBezTo>
                  <a:cubicBezTo>
                    <a:pt x="293" y="1735"/>
                    <a:pt x="376" y="1652"/>
                    <a:pt x="376" y="1554"/>
                  </a:cubicBezTo>
                  <a:lnTo>
                    <a:pt x="376" y="182"/>
                  </a:lnTo>
                  <a:cubicBezTo>
                    <a:pt x="376" y="84"/>
                    <a:pt x="293" y="1"/>
                    <a:pt x="1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5"/>
            <p:cNvSpPr/>
            <p:nvPr/>
          </p:nvSpPr>
          <p:spPr>
            <a:xfrm>
              <a:off x="4897303" y="2812028"/>
              <a:ext cx="17929" cy="136896"/>
            </a:xfrm>
            <a:custGeom>
              <a:avLst/>
              <a:gdLst/>
              <a:ahLst/>
              <a:cxnLst/>
              <a:rect l="l" t="t" r="r" b="b"/>
              <a:pathLst>
                <a:path w="376" h="2871" extrusionOk="0">
                  <a:moveTo>
                    <a:pt x="181" y="1"/>
                  </a:moveTo>
                  <a:cubicBezTo>
                    <a:pt x="84" y="1"/>
                    <a:pt x="1" y="84"/>
                    <a:pt x="1" y="181"/>
                  </a:cubicBezTo>
                  <a:lnTo>
                    <a:pt x="1" y="2691"/>
                  </a:lnTo>
                  <a:cubicBezTo>
                    <a:pt x="1" y="2788"/>
                    <a:pt x="84" y="2871"/>
                    <a:pt x="181" y="2871"/>
                  </a:cubicBezTo>
                  <a:cubicBezTo>
                    <a:pt x="292" y="2871"/>
                    <a:pt x="376" y="2788"/>
                    <a:pt x="376" y="2691"/>
                  </a:cubicBezTo>
                  <a:lnTo>
                    <a:pt x="376" y="181"/>
                  </a:lnTo>
                  <a:cubicBezTo>
                    <a:pt x="376" y="84"/>
                    <a:pt x="292" y="1"/>
                    <a:pt x="1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5"/>
            <p:cNvSpPr/>
            <p:nvPr/>
          </p:nvSpPr>
          <p:spPr>
            <a:xfrm>
              <a:off x="4930395" y="2847075"/>
              <a:ext cx="17881" cy="66183"/>
            </a:xfrm>
            <a:custGeom>
              <a:avLst/>
              <a:gdLst/>
              <a:ahLst/>
              <a:cxnLst/>
              <a:rect l="l" t="t" r="r" b="b"/>
              <a:pathLst>
                <a:path w="375" h="1388" extrusionOk="0">
                  <a:moveTo>
                    <a:pt x="181" y="0"/>
                  </a:moveTo>
                  <a:cubicBezTo>
                    <a:pt x="83" y="0"/>
                    <a:pt x="0" y="84"/>
                    <a:pt x="0" y="194"/>
                  </a:cubicBezTo>
                  <a:lnTo>
                    <a:pt x="0" y="1207"/>
                  </a:lnTo>
                  <a:cubicBezTo>
                    <a:pt x="0" y="1304"/>
                    <a:pt x="83" y="1387"/>
                    <a:pt x="181" y="1387"/>
                  </a:cubicBezTo>
                  <a:cubicBezTo>
                    <a:pt x="292" y="1387"/>
                    <a:pt x="375" y="1304"/>
                    <a:pt x="375" y="1207"/>
                  </a:cubicBezTo>
                  <a:lnTo>
                    <a:pt x="375" y="194"/>
                  </a:lnTo>
                  <a:cubicBezTo>
                    <a:pt x="375" y="84"/>
                    <a:pt x="292" y="0"/>
                    <a:pt x="1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5"/>
            <p:cNvSpPr/>
            <p:nvPr/>
          </p:nvSpPr>
          <p:spPr>
            <a:xfrm>
              <a:off x="5028242" y="2871775"/>
              <a:ext cx="20694" cy="17166"/>
            </a:xfrm>
            <a:custGeom>
              <a:avLst/>
              <a:gdLst/>
              <a:ahLst/>
              <a:cxnLst/>
              <a:rect l="l" t="t" r="r" b="b"/>
              <a:pathLst>
                <a:path w="434" h="360" extrusionOk="0">
                  <a:moveTo>
                    <a:pt x="210" y="0"/>
                  </a:moveTo>
                  <a:cubicBezTo>
                    <a:pt x="182" y="0"/>
                    <a:pt x="153" y="7"/>
                    <a:pt x="126" y="24"/>
                  </a:cubicBezTo>
                  <a:cubicBezTo>
                    <a:pt x="43" y="65"/>
                    <a:pt x="0" y="162"/>
                    <a:pt x="43" y="246"/>
                  </a:cubicBezTo>
                  <a:cubicBezTo>
                    <a:pt x="70" y="322"/>
                    <a:pt x="140" y="360"/>
                    <a:pt x="211" y="360"/>
                  </a:cubicBezTo>
                  <a:cubicBezTo>
                    <a:pt x="282" y="360"/>
                    <a:pt x="354" y="322"/>
                    <a:pt x="389" y="246"/>
                  </a:cubicBezTo>
                  <a:cubicBezTo>
                    <a:pt x="433" y="122"/>
                    <a:pt x="326" y="0"/>
                    <a:pt x="2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5"/>
            <p:cNvSpPr/>
            <p:nvPr/>
          </p:nvSpPr>
          <p:spPr>
            <a:xfrm>
              <a:off x="4963440" y="2864957"/>
              <a:ext cx="17929" cy="30469"/>
            </a:xfrm>
            <a:custGeom>
              <a:avLst/>
              <a:gdLst/>
              <a:ahLst/>
              <a:cxnLst/>
              <a:rect l="l" t="t" r="r" b="b"/>
              <a:pathLst>
                <a:path w="376" h="639" extrusionOk="0">
                  <a:moveTo>
                    <a:pt x="181" y="0"/>
                  </a:moveTo>
                  <a:cubicBezTo>
                    <a:pt x="84" y="0"/>
                    <a:pt x="0" y="83"/>
                    <a:pt x="0" y="194"/>
                  </a:cubicBezTo>
                  <a:lnTo>
                    <a:pt x="0" y="444"/>
                  </a:lnTo>
                  <a:cubicBezTo>
                    <a:pt x="0" y="555"/>
                    <a:pt x="84" y="638"/>
                    <a:pt x="181" y="638"/>
                  </a:cubicBezTo>
                  <a:cubicBezTo>
                    <a:pt x="292" y="638"/>
                    <a:pt x="375" y="555"/>
                    <a:pt x="375" y="444"/>
                  </a:cubicBezTo>
                  <a:lnTo>
                    <a:pt x="375" y="194"/>
                  </a:lnTo>
                  <a:cubicBezTo>
                    <a:pt x="375" y="83"/>
                    <a:pt x="292" y="0"/>
                    <a:pt x="1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5"/>
            <p:cNvSpPr/>
            <p:nvPr/>
          </p:nvSpPr>
          <p:spPr>
            <a:xfrm>
              <a:off x="4996484" y="2845120"/>
              <a:ext cx="17929" cy="71428"/>
            </a:xfrm>
            <a:custGeom>
              <a:avLst/>
              <a:gdLst/>
              <a:ahLst/>
              <a:cxnLst/>
              <a:rect l="l" t="t" r="r" b="b"/>
              <a:pathLst>
                <a:path w="376" h="1498" extrusionOk="0">
                  <a:moveTo>
                    <a:pt x="182" y="0"/>
                  </a:moveTo>
                  <a:cubicBezTo>
                    <a:pt x="84" y="0"/>
                    <a:pt x="1" y="83"/>
                    <a:pt x="1" y="180"/>
                  </a:cubicBezTo>
                  <a:lnTo>
                    <a:pt x="1" y="1317"/>
                  </a:lnTo>
                  <a:cubicBezTo>
                    <a:pt x="1" y="1415"/>
                    <a:pt x="84" y="1498"/>
                    <a:pt x="182" y="1498"/>
                  </a:cubicBezTo>
                  <a:cubicBezTo>
                    <a:pt x="293" y="1498"/>
                    <a:pt x="376" y="1415"/>
                    <a:pt x="376" y="1317"/>
                  </a:cubicBezTo>
                  <a:lnTo>
                    <a:pt x="376" y="180"/>
                  </a:lnTo>
                  <a:cubicBezTo>
                    <a:pt x="376" y="83"/>
                    <a:pt x="293" y="0"/>
                    <a:pt x="1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5"/>
            <p:cNvSpPr/>
            <p:nvPr/>
          </p:nvSpPr>
          <p:spPr>
            <a:xfrm>
              <a:off x="4931682" y="3022074"/>
              <a:ext cx="19884" cy="17547"/>
            </a:xfrm>
            <a:custGeom>
              <a:avLst/>
              <a:gdLst/>
              <a:ahLst/>
              <a:cxnLst/>
              <a:rect l="l" t="t" r="r" b="b"/>
              <a:pathLst>
                <a:path w="417" h="368" extrusionOk="0">
                  <a:moveTo>
                    <a:pt x="220" y="0"/>
                  </a:moveTo>
                  <a:cubicBezTo>
                    <a:pt x="183" y="0"/>
                    <a:pt x="145" y="11"/>
                    <a:pt x="112" y="34"/>
                  </a:cubicBezTo>
                  <a:cubicBezTo>
                    <a:pt x="28" y="89"/>
                    <a:pt x="1" y="200"/>
                    <a:pt x="56" y="283"/>
                  </a:cubicBezTo>
                  <a:cubicBezTo>
                    <a:pt x="92" y="337"/>
                    <a:pt x="151" y="368"/>
                    <a:pt x="211" y="368"/>
                  </a:cubicBezTo>
                  <a:cubicBezTo>
                    <a:pt x="243" y="368"/>
                    <a:pt x="276" y="358"/>
                    <a:pt x="306" y="339"/>
                  </a:cubicBezTo>
                  <a:cubicBezTo>
                    <a:pt x="389" y="283"/>
                    <a:pt x="417" y="158"/>
                    <a:pt x="361" y="75"/>
                  </a:cubicBezTo>
                  <a:cubicBezTo>
                    <a:pt x="328" y="25"/>
                    <a:pt x="275" y="0"/>
                    <a:pt x="2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8" name="Google Shape;658;p35"/>
          <p:cNvGrpSpPr/>
          <p:nvPr/>
        </p:nvGrpSpPr>
        <p:grpSpPr>
          <a:xfrm>
            <a:off x="5319062" y="1788221"/>
            <a:ext cx="452984" cy="451792"/>
            <a:chOff x="3985449" y="1953008"/>
            <a:chExt cx="452984" cy="451792"/>
          </a:xfrm>
        </p:grpSpPr>
        <p:sp>
          <p:nvSpPr>
            <p:cNvPr id="659" name="Google Shape;659;p35"/>
            <p:cNvSpPr/>
            <p:nvPr/>
          </p:nvSpPr>
          <p:spPr>
            <a:xfrm>
              <a:off x="3985449" y="1953008"/>
              <a:ext cx="452984" cy="451792"/>
            </a:xfrm>
            <a:custGeom>
              <a:avLst/>
              <a:gdLst/>
              <a:ahLst/>
              <a:cxnLst/>
              <a:rect l="l" t="t" r="r" b="b"/>
              <a:pathLst>
                <a:path w="9500" h="9475" extrusionOk="0">
                  <a:moveTo>
                    <a:pt x="5172" y="2275"/>
                  </a:moveTo>
                  <a:cubicBezTo>
                    <a:pt x="5270" y="2275"/>
                    <a:pt x="5353" y="2358"/>
                    <a:pt x="5353" y="2469"/>
                  </a:cubicBezTo>
                  <a:cubicBezTo>
                    <a:pt x="5353" y="2552"/>
                    <a:pt x="5283" y="2636"/>
                    <a:pt x="5187" y="2650"/>
                  </a:cubicBezTo>
                  <a:lnTo>
                    <a:pt x="888" y="2650"/>
                  </a:lnTo>
                  <a:cubicBezTo>
                    <a:pt x="805" y="2636"/>
                    <a:pt x="735" y="2552"/>
                    <a:pt x="735" y="2469"/>
                  </a:cubicBezTo>
                  <a:cubicBezTo>
                    <a:pt x="735" y="2358"/>
                    <a:pt x="818" y="2275"/>
                    <a:pt x="916" y="2275"/>
                  </a:cubicBezTo>
                  <a:close/>
                  <a:moveTo>
                    <a:pt x="4978" y="3024"/>
                  </a:moveTo>
                  <a:lnTo>
                    <a:pt x="4729" y="3912"/>
                  </a:lnTo>
                  <a:lnTo>
                    <a:pt x="1359" y="3912"/>
                  </a:lnTo>
                  <a:lnTo>
                    <a:pt x="1095" y="3024"/>
                  </a:lnTo>
                  <a:close/>
                  <a:moveTo>
                    <a:pt x="5437" y="4287"/>
                  </a:moveTo>
                  <a:cubicBezTo>
                    <a:pt x="5589" y="4287"/>
                    <a:pt x="5714" y="4411"/>
                    <a:pt x="5714" y="4564"/>
                  </a:cubicBezTo>
                  <a:lnTo>
                    <a:pt x="5714" y="5119"/>
                  </a:lnTo>
                  <a:lnTo>
                    <a:pt x="5672" y="5119"/>
                  </a:lnTo>
                  <a:cubicBezTo>
                    <a:pt x="5653" y="5113"/>
                    <a:pt x="5635" y="5110"/>
                    <a:pt x="5617" y="5110"/>
                  </a:cubicBezTo>
                  <a:cubicBezTo>
                    <a:pt x="5502" y="5110"/>
                    <a:pt x="5413" y="5220"/>
                    <a:pt x="5437" y="5340"/>
                  </a:cubicBezTo>
                  <a:lnTo>
                    <a:pt x="5658" y="6241"/>
                  </a:lnTo>
                  <a:cubicBezTo>
                    <a:pt x="5589" y="6408"/>
                    <a:pt x="5533" y="6589"/>
                    <a:pt x="5505" y="6768"/>
                  </a:cubicBezTo>
                  <a:cubicBezTo>
                    <a:pt x="5478" y="6768"/>
                    <a:pt x="5450" y="6783"/>
                    <a:pt x="5437" y="6783"/>
                  </a:cubicBezTo>
                  <a:lnTo>
                    <a:pt x="652" y="6783"/>
                  </a:lnTo>
                  <a:cubicBezTo>
                    <a:pt x="500" y="6783"/>
                    <a:pt x="374" y="6644"/>
                    <a:pt x="374" y="6491"/>
                  </a:cubicBezTo>
                  <a:lnTo>
                    <a:pt x="374" y="4564"/>
                  </a:lnTo>
                  <a:cubicBezTo>
                    <a:pt x="374" y="4411"/>
                    <a:pt x="500" y="4287"/>
                    <a:pt x="652" y="4287"/>
                  </a:cubicBezTo>
                  <a:close/>
                  <a:moveTo>
                    <a:pt x="7387" y="5516"/>
                  </a:moveTo>
                  <a:cubicBezTo>
                    <a:pt x="7790" y="5516"/>
                    <a:pt x="8184" y="5670"/>
                    <a:pt x="8487" y="5964"/>
                  </a:cubicBezTo>
                  <a:cubicBezTo>
                    <a:pt x="9083" y="6574"/>
                    <a:pt x="9083" y="7559"/>
                    <a:pt x="8487" y="8155"/>
                  </a:cubicBezTo>
                  <a:cubicBezTo>
                    <a:pt x="8182" y="8460"/>
                    <a:pt x="7787" y="8613"/>
                    <a:pt x="7392" y="8613"/>
                  </a:cubicBezTo>
                  <a:cubicBezTo>
                    <a:pt x="6997" y="8613"/>
                    <a:pt x="6601" y="8460"/>
                    <a:pt x="6296" y="8155"/>
                  </a:cubicBezTo>
                  <a:cubicBezTo>
                    <a:pt x="5894" y="7754"/>
                    <a:pt x="5755" y="7171"/>
                    <a:pt x="5908" y="6630"/>
                  </a:cubicBezTo>
                  <a:cubicBezTo>
                    <a:pt x="5936" y="6533"/>
                    <a:pt x="5977" y="6436"/>
                    <a:pt x="6019" y="6352"/>
                  </a:cubicBezTo>
                  <a:cubicBezTo>
                    <a:pt x="6047" y="6311"/>
                    <a:pt x="6047" y="6256"/>
                    <a:pt x="6032" y="6214"/>
                  </a:cubicBezTo>
                  <a:lnTo>
                    <a:pt x="5880" y="5548"/>
                  </a:lnTo>
                  <a:lnTo>
                    <a:pt x="6546" y="5714"/>
                  </a:lnTo>
                  <a:cubicBezTo>
                    <a:pt x="6587" y="5714"/>
                    <a:pt x="6629" y="5714"/>
                    <a:pt x="6670" y="5687"/>
                  </a:cubicBezTo>
                  <a:cubicBezTo>
                    <a:pt x="6900" y="5572"/>
                    <a:pt x="7145" y="5516"/>
                    <a:pt x="7387" y="5516"/>
                  </a:cubicBezTo>
                  <a:close/>
                  <a:moveTo>
                    <a:pt x="1872" y="1"/>
                  </a:moveTo>
                  <a:cubicBezTo>
                    <a:pt x="1511" y="1"/>
                    <a:pt x="1193" y="250"/>
                    <a:pt x="1095" y="598"/>
                  </a:cubicBezTo>
                  <a:lnTo>
                    <a:pt x="707" y="1957"/>
                  </a:lnTo>
                  <a:cubicBezTo>
                    <a:pt x="500" y="2040"/>
                    <a:pt x="361" y="2234"/>
                    <a:pt x="361" y="2469"/>
                  </a:cubicBezTo>
                  <a:cubicBezTo>
                    <a:pt x="361" y="2691"/>
                    <a:pt x="500" y="2900"/>
                    <a:pt x="707" y="2983"/>
                  </a:cubicBezTo>
                  <a:lnTo>
                    <a:pt x="971" y="3912"/>
                  </a:lnTo>
                  <a:lnTo>
                    <a:pt x="652" y="3912"/>
                  </a:lnTo>
                  <a:cubicBezTo>
                    <a:pt x="291" y="3912"/>
                    <a:pt x="0" y="4203"/>
                    <a:pt x="0" y="4564"/>
                  </a:cubicBezTo>
                  <a:lnTo>
                    <a:pt x="0" y="6491"/>
                  </a:lnTo>
                  <a:cubicBezTo>
                    <a:pt x="0" y="6852"/>
                    <a:pt x="291" y="7143"/>
                    <a:pt x="652" y="7143"/>
                  </a:cubicBezTo>
                  <a:lnTo>
                    <a:pt x="1206" y="7143"/>
                  </a:lnTo>
                  <a:lnTo>
                    <a:pt x="1511" y="9320"/>
                  </a:lnTo>
                  <a:cubicBezTo>
                    <a:pt x="1525" y="9410"/>
                    <a:pt x="1596" y="9475"/>
                    <a:pt x="1693" y="9475"/>
                  </a:cubicBezTo>
                  <a:cubicBezTo>
                    <a:pt x="1702" y="9475"/>
                    <a:pt x="1711" y="9474"/>
                    <a:pt x="1720" y="9473"/>
                  </a:cubicBezTo>
                  <a:cubicBezTo>
                    <a:pt x="1816" y="9459"/>
                    <a:pt x="1886" y="9362"/>
                    <a:pt x="1872" y="9265"/>
                  </a:cubicBezTo>
                  <a:lnTo>
                    <a:pt x="1581" y="7143"/>
                  </a:lnTo>
                  <a:lnTo>
                    <a:pt x="4507" y="7143"/>
                  </a:lnTo>
                  <a:lnTo>
                    <a:pt x="4202" y="9265"/>
                  </a:lnTo>
                  <a:cubicBezTo>
                    <a:pt x="4188" y="9362"/>
                    <a:pt x="4272" y="9459"/>
                    <a:pt x="4368" y="9473"/>
                  </a:cubicBezTo>
                  <a:lnTo>
                    <a:pt x="4396" y="9473"/>
                  </a:lnTo>
                  <a:cubicBezTo>
                    <a:pt x="4479" y="9473"/>
                    <a:pt x="4562" y="9403"/>
                    <a:pt x="4577" y="9320"/>
                  </a:cubicBezTo>
                  <a:lnTo>
                    <a:pt x="4882" y="7143"/>
                  </a:lnTo>
                  <a:lnTo>
                    <a:pt x="5478" y="7143"/>
                  </a:lnTo>
                  <a:cubicBezTo>
                    <a:pt x="5478" y="7212"/>
                    <a:pt x="5492" y="7268"/>
                    <a:pt x="5492" y="7337"/>
                  </a:cubicBezTo>
                  <a:cubicBezTo>
                    <a:pt x="5561" y="7754"/>
                    <a:pt x="5742" y="8127"/>
                    <a:pt x="6032" y="8419"/>
                  </a:cubicBezTo>
                  <a:cubicBezTo>
                    <a:pt x="6407" y="8793"/>
                    <a:pt x="6907" y="8974"/>
                    <a:pt x="7391" y="8974"/>
                  </a:cubicBezTo>
                  <a:cubicBezTo>
                    <a:pt x="7877" y="8974"/>
                    <a:pt x="8377" y="8793"/>
                    <a:pt x="8750" y="8419"/>
                  </a:cubicBezTo>
                  <a:cubicBezTo>
                    <a:pt x="9499" y="7670"/>
                    <a:pt x="9499" y="6450"/>
                    <a:pt x="8750" y="5714"/>
                  </a:cubicBezTo>
                  <a:cubicBezTo>
                    <a:pt x="8445" y="5409"/>
                    <a:pt x="8085" y="5230"/>
                    <a:pt x="7669" y="5174"/>
                  </a:cubicBezTo>
                  <a:cubicBezTo>
                    <a:pt x="7575" y="5160"/>
                    <a:pt x="7481" y="5153"/>
                    <a:pt x="7387" y="5153"/>
                  </a:cubicBezTo>
                  <a:cubicBezTo>
                    <a:pt x="7104" y="5153"/>
                    <a:pt x="6823" y="5216"/>
                    <a:pt x="6574" y="5340"/>
                  </a:cubicBezTo>
                  <a:lnTo>
                    <a:pt x="6088" y="5215"/>
                  </a:lnTo>
                  <a:lnTo>
                    <a:pt x="6088" y="4564"/>
                  </a:lnTo>
                  <a:cubicBezTo>
                    <a:pt x="6088" y="4203"/>
                    <a:pt x="5783" y="3912"/>
                    <a:pt x="5437" y="3912"/>
                  </a:cubicBezTo>
                  <a:lnTo>
                    <a:pt x="5117" y="3912"/>
                  </a:lnTo>
                  <a:lnTo>
                    <a:pt x="5381" y="2983"/>
                  </a:lnTo>
                  <a:cubicBezTo>
                    <a:pt x="5575" y="2900"/>
                    <a:pt x="5727" y="2691"/>
                    <a:pt x="5727" y="2469"/>
                  </a:cubicBezTo>
                  <a:cubicBezTo>
                    <a:pt x="5727" y="2234"/>
                    <a:pt x="5575" y="2040"/>
                    <a:pt x="5381" y="1957"/>
                  </a:cubicBezTo>
                  <a:lnTo>
                    <a:pt x="4993" y="598"/>
                  </a:lnTo>
                  <a:cubicBezTo>
                    <a:pt x="4895" y="250"/>
                    <a:pt x="4577" y="1"/>
                    <a:pt x="4202" y="1"/>
                  </a:cubicBezTo>
                  <a:lnTo>
                    <a:pt x="3856" y="1"/>
                  </a:lnTo>
                  <a:cubicBezTo>
                    <a:pt x="3745" y="1"/>
                    <a:pt x="3661" y="84"/>
                    <a:pt x="3661" y="195"/>
                  </a:cubicBezTo>
                  <a:cubicBezTo>
                    <a:pt x="3661" y="293"/>
                    <a:pt x="3745" y="376"/>
                    <a:pt x="3856" y="376"/>
                  </a:cubicBezTo>
                  <a:lnTo>
                    <a:pt x="4202" y="376"/>
                  </a:lnTo>
                  <a:cubicBezTo>
                    <a:pt x="4410" y="376"/>
                    <a:pt x="4577" y="514"/>
                    <a:pt x="4632" y="694"/>
                  </a:cubicBezTo>
                  <a:lnTo>
                    <a:pt x="4978" y="1915"/>
                  </a:lnTo>
                  <a:lnTo>
                    <a:pt x="1095" y="1915"/>
                  </a:lnTo>
                  <a:lnTo>
                    <a:pt x="1443" y="694"/>
                  </a:lnTo>
                  <a:cubicBezTo>
                    <a:pt x="1498" y="514"/>
                    <a:pt x="1678" y="376"/>
                    <a:pt x="1872" y="376"/>
                  </a:cubicBezTo>
                  <a:lnTo>
                    <a:pt x="2219" y="376"/>
                  </a:lnTo>
                  <a:cubicBezTo>
                    <a:pt x="2330" y="376"/>
                    <a:pt x="2413" y="293"/>
                    <a:pt x="2413" y="195"/>
                  </a:cubicBezTo>
                  <a:cubicBezTo>
                    <a:pt x="2413" y="84"/>
                    <a:pt x="2330" y="1"/>
                    <a:pt x="22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5"/>
            <p:cNvSpPr/>
            <p:nvPr/>
          </p:nvSpPr>
          <p:spPr>
            <a:xfrm>
              <a:off x="4028412" y="2177216"/>
              <a:ext cx="38384" cy="76769"/>
            </a:xfrm>
            <a:custGeom>
              <a:avLst/>
              <a:gdLst/>
              <a:ahLst/>
              <a:cxnLst/>
              <a:rect l="l" t="t" r="r" b="b"/>
              <a:pathLst>
                <a:path w="805" h="1610" extrusionOk="0">
                  <a:moveTo>
                    <a:pt x="181" y="1"/>
                  </a:moveTo>
                  <a:cubicBezTo>
                    <a:pt x="83" y="1"/>
                    <a:pt x="0" y="84"/>
                    <a:pt x="0" y="180"/>
                  </a:cubicBezTo>
                  <a:lnTo>
                    <a:pt x="0" y="1428"/>
                  </a:lnTo>
                  <a:cubicBezTo>
                    <a:pt x="0" y="1512"/>
                    <a:pt x="70" y="1595"/>
                    <a:pt x="153" y="1609"/>
                  </a:cubicBezTo>
                  <a:lnTo>
                    <a:pt x="625" y="1609"/>
                  </a:lnTo>
                  <a:cubicBezTo>
                    <a:pt x="721" y="1609"/>
                    <a:pt x="805" y="1526"/>
                    <a:pt x="805" y="1415"/>
                  </a:cubicBezTo>
                  <a:cubicBezTo>
                    <a:pt x="805" y="1317"/>
                    <a:pt x="721" y="1234"/>
                    <a:pt x="625" y="1234"/>
                  </a:cubicBezTo>
                  <a:lnTo>
                    <a:pt x="375" y="1234"/>
                  </a:lnTo>
                  <a:lnTo>
                    <a:pt x="375" y="180"/>
                  </a:lnTo>
                  <a:cubicBezTo>
                    <a:pt x="375" y="84"/>
                    <a:pt x="292" y="1"/>
                    <a:pt x="1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5"/>
            <p:cNvSpPr/>
            <p:nvPr/>
          </p:nvSpPr>
          <p:spPr>
            <a:xfrm>
              <a:off x="4082629" y="2177216"/>
              <a:ext cx="17929" cy="76769"/>
            </a:xfrm>
            <a:custGeom>
              <a:avLst/>
              <a:gdLst/>
              <a:ahLst/>
              <a:cxnLst/>
              <a:rect l="l" t="t" r="r" b="b"/>
              <a:pathLst>
                <a:path w="376" h="1610" extrusionOk="0">
                  <a:moveTo>
                    <a:pt x="194" y="1"/>
                  </a:moveTo>
                  <a:cubicBezTo>
                    <a:pt x="84" y="1"/>
                    <a:pt x="0" y="84"/>
                    <a:pt x="0" y="180"/>
                  </a:cubicBezTo>
                  <a:lnTo>
                    <a:pt x="0" y="1428"/>
                  </a:lnTo>
                  <a:cubicBezTo>
                    <a:pt x="0" y="1526"/>
                    <a:pt x="84" y="1609"/>
                    <a:pt x="194" y="1609"/>
                  </a:cubicBezTo>
                  <a:cubicBezTo>
                    <a:pt x="292" y="1609"/>
                    <a:pt x="375" y="1526"/>
                    <a:pt x="375" y="1428"/>
                  </a:cubicBezTo>
                  <a:lnTo>
                    <a:pt x="375" y="180"/>
                  </a:lnTo>
                  <a:cubicBezTo>
                    <a:pt x="375" y="84"/>
                    <a:pt x="292" y="1"/>
                    <a:pt x="19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5"/>
            <p:cNvSpPr/>
            <p:nvPr/>
          </p:nvSpPr>
          <p:spPr>
            <a:xfrm>
              <a:off x="4192396" y="2177836"/>
              <a:ext cx="42342" cy="76149"/>
            </a:xfrm>
            <a:custGeom>
              <a:avLst/>
              <a:gdLst/>
              <a:ahLst/>
              <a:cxnLst/>
              <a:rect l="l" t="t" r="r" b="b"/>
              <a:pathLst>
                <a:path w="888" h="1597" extrusionOk="0">
                  <a:moveTo>
                    <a:pt x="195" y="1"/>
                  </a:moveTo>
                  <a:cubicBezTo>
                    <a:pt x="84" y="1"/>
                    <a:pt x="0" y="84"/>
                    <a:pt x="0" y="182"/>
                  </a:cubicBezTo>
                  <a:lnTo>
                    <a:pt x="0" y="1415"/>
                  </a:lnTo>
                  <a:cubicBezTo>
                    <a:pt x="0" y="1513"/>
                    <a:pt x="84" y="1596"/>
                    <a:pt x="195" y="1596"/>
                  </a:cubicBezTo>
                  <a:lnTo>
                    <a:pt x="708" y="1596"/>
                  </a:lnTo>
                  <a:cubicBezTo>
                    <a:pt x="805" y="1596"/>
                    <a:pt x="888" y="1513"/>
                    <a:pt x="888" y="1415"/>
                  </a:cubicBezTo>
                  <a:cubicBezTo>
                    <a:pt x="888" y="1304"/>
                    <a:pt x="805" y="1221"/>
                    <a:pt x="708" y="1221"/>
                  </a:cubicBezTo>
                  <a:lnTo>
                    <a:pt x="375" y="1221"/>
                  </a:lnTo>
                  <a:lnTo>
                    <a:pt x="375" y="986"/>
                  </a:lnTo>
                  <a:lnTo>
                    <a:pt x="666" y="986"/>
                  </a:lnTo>
                  <a:cubicBezTo>
                    <a:pt x="777" y="986"/>
                    <a:pt x="860" y="903"/>
                    <a:pt x="860" y="792"/>
                  </a:cubicBezTo>
                  <a:cubicBezTo>
                    <a:pt x="860" y="694"/>
                    <a:pt x="777" y="611"/>
                    <a:pt x="666" y="611"/>
                  </a:cubicBezTo>
                  <a:lnTo>
                    <a:pt x="375" y="611"/>
                  </a:lnTo>
                  <a:lnTo>
                    <a:pt x="375" y="361"/>
                  </a:lnTo>
                  <a:lnTo>
                    <a:pt x="708" y="361"/>
                  </a:lnTo>
                  <a:cubicBezTo>
                    <a:pt x="805" y="361"/>
                    <a:pt x="888" y="278"/>
                    <a:pt x="888" y="182"/>
                  </a:cubicBezTo>
                  <a:cubicBezTo>
                    <a:pt x="888" y="84"/>
                    <a:pt x="805" y="1"/>
                    <a:pt x="7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5"/>
            <p:cNvSpPr/>
            <p:nvPr/>
          </p:nvSpPr>
          <p:spPr>
            <a:xfrm>
              <a:off x="4115673" y="2177216"/>
              <a:ext cx="61558" cy="76769"/>
            </a:xfrm>
            <a:custGeom>
              <a:avLst/>
              <a:gdLst/>
              <a:ahLst/>
              <a:cxnLst/>
              <a:rect l="l" t="t" r="r" b="b"/>
              <a:pathLst>
                <a:path w="1291" h="1610" extrusionOk="0">
                  <a:moveTo>
                    <a:pt x="207" y="0"/>
                  </a:moveTo>
                  <a:cubicBezTo>
                    <a:pt x="185" y="0"/>
                    <a:pt x="162" y="5"/>
                    <a:pt x="139" y="14"/>
                  </a:cubicBezTo>
                  <a:cubicBezTo>
                    <a:pt x="43" y="42"/>
                    <a:pt x="1" y="153"/>
                    <a:pt x="28" y="250"/>
                  </a:cubicBezTo>
                  <a:lnTo>
                    <a:pt x="459" y="1471"/>
                  </a:lnTo>
                  <a:cubicBezTo>
                    <a:pt x="487" y="1554"/>
                    <a:pt x="570" y="1609"/>
                    <a:pt x="653" y="1609"/>
                  </a:cubicBezTo>
                  <a:cubicBezTo>
                    <a:pt x="750" y="1609"/>
                    <a:pt x="833" y="1554"/>
                    <a:pt x="861" y="1456"/>
                  </a:cubicBezTo>
                  <a:lnTo>
                    <a:pt x="1263" y="250"/>
                  </a:lnTo>
                  <a:cubicBezTo>
                    <a:pt x="1291" y="153"/>
                    <a:pt x="1236" y="42"/>
                    <a:pt x="1138" y="14"/>
                  </a:cubicBezTo>
                  <a:cubicBezTo>
                    <a:pt x="1116" y="5"/>
                    <a:pt x="1094" y="0"/>
                    <a:pt x="1073" y="0"/>
                  </a:cubicBezTo>
                  <a:cubicBezTo>
                    <a:pt x="1001" y="0"/>
                    <a:pt x="937" y="50"/>
                    <a:pt x="916" y="125"/>
                  </a:cubicBezTo>
                  <a:lnTo>
                    <a:pt x="653" y="901"/>
                  </a:lnTo>
                  <a:lnTo>
                    <a:pt x="376" y="125"/>
                  </a:lnTo>
                  <a:cubicBezTo>
                    <a:pt x="354" y="50"/>
                    <a:pt x="283" y="0"/>
                    <a:pt x="2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5"/>
            <p:cNvSpPr/>
            <p:nvPr/>
          </p:nvSpPr>
          <p:spPr>
            <a:xfrm>
              <a:off x="4296871" y="2232339"/>
              <a:ext cx="93315" cy="107619"/>
            </a:xfrm>
            <a:custGeom>
              <a:avLst/>
              <a:gdLst/>
              <a:ahLst/>
              <a:cxnLst/>
              <a:rect l="l" t="t" r="r" b="b"/>
              <a:pathLst>
                <a:path w="1957" h="2257" extrusionOk="0">
                  <a:moveTo>
                    <a:pt x="736" y="1548"/>
                  </a:moveTo>
                  <a:cubicBezTo>
                    <a:pt x="833" y="1548"/>
                    <a:pt x="903" y="1631"/>
                    <a:pt x="903" y="1715"/>
                  </a:cubicBezTo>
                  <a:cubicBezTo>
                    <a:pt x="903" y="1812"/>
                    <a:pt x="833" y="1881"/>
                    <a:pt x="736" y="1881"/>
                  </a:cubicBezTo>
                  <a:lnTo>
                    <a:pt x="542" y="1881"/>
                  </a:lnTo>
                  <a:cubicBezTo>
                    <a:pt x="459" y="1881"/>
                    <a:pt x="376" y="1812"/>
                    <a:pt x="376" y="1715"/>
                  </a:cubicBezTo>
                  <a:cubicBezTo>
                    <a:pt x="376" y="1631"/>
                    <a:pt x="459" y="1548"/>
                    <a:pt x="542" y="1548"/>
                  </a:cubicBezTo>
                  <a:close/>
                  <a:moveTo>
                    <a:pt x="1094" y="1"/>
                  </a:moveTo>
                  <a:cubicBezTo>
                    <a:pt x="1077" y="1"/>
                    <a:pt x="1059" y="4"/>
                    <a:pt x="1041" y="9"/>
                  </a:cubicBezTo>
                  <a:cubicBezTo>
                    <a:pt x="958" y="23"/>
                    <a:pt x="903" y="106"/>
                    <a:pt x="903" y="189"/>
                  </a:cubicBezTo>
                  <a:lnTo>
                    <a:pt x="903" y="1202"/>
                  </a:lnTo>
                  <a:cubicBezTo>
                    <a:pt x="847" y="1188"/>
                    <a:pt x="792" y="1188"/>
                    <a:pt x="736" y="1188"/>
                  </a:cubicBezTo>
                  <a:lnTo>
                    <a:pt x="555" y="1188"/>
                  </a:lnTo>
                  <a:cubicBezTo>
                    <a:pt x="265" y="1188"/>
                    <a:pt x="15" y="1410"/>
                    <a:pt x="15" y="1701"/>
                  </a:cubicBezTo>
                  <a:cubicBezTo>
                    <a:pt x="1" y="2006"/>
                    <a:pt x="250" y="2256"/>
                    <a:pt x="542" y="2256"/>
                  </a:cubicBezTo>
                  <a:lnTo>
                    <a:pt x="736" y="2256"/>
                  </a:lnTo>
                  <a:cubicBezTo>
                    <a:pt x="1041" y="2256"/>
                    <a:pt x="1276" y="2006"/>
                    <a:pt x="1276" y="1715"/>
                  </a:cubicBezTo>
                  <a:lnTo>
                    <a:pt x="1276" y="578"/>
                  </a:lnTo>
                  <a:cubicBezTo>
                    <a:pt x="1304" y="592"/>
                    <a:pt x="1346" y="605"/>
                    <a:pt x="1387" y="620"/>
                  </a:cubicBezTo>
                  <a:cubicBezTo>
                    <a:pt x="1526" y="661"/>
                    <a:pt x="1568" y="758"/>
                    <a:pt x="1568" y="758"/>
                  </a:cubicBezTo>
                  <a:cubicBezTo>
                    <a:pt x="1568" y="758"/>
                    <a:pt x="1568" y="772"/>
                    <a:pt x="1581" y="786"/>
                  </a:cubicBezTo>
                  <a:cubicBezTo>
                    <a:pt x="1606" y="870"/>
                    <a:pt x="1683" y="913"/>
                    <a:pt x="1766" y="913"/>
                  </a:cubicBezTo>
                  <a:cubicBezTo>
                    <a:pt x="1779" y="913"/>
                    <a:pt x="1791" y="912"/>
                    <a:pt x="1803" y="910"/>
                  </a:cubicBezTo>
                  <a:cubicBezTo>
                    <a:pt x="1901" y="869"/>
                    <a:pt x="1956" y="772"/>
                    <a:pt x="1929" y="675"/>
                  </a:cubicBezTo>
                  <a:lnTo>
                    <a:pt x="1929" y="661"/>
                  </a:lnTo>
                  <a:cubicBezTo>
                    <a:pt x="1914" y="633"/>
                    <a:pt x="1831" y="370"/>
                    <a:pt x="1498" y="259"/>
                  </a:cubicBezTo>
                  <a:cubicBezTo>
                    <a:pt x="1332" y="217"/>
                    <a:pt x="1263" y="106"/>
                    <a:pt x="1249" y="93"/>
                  </a:cubicBezTo>
                  <a:cubicBezTo>
                    <a:pt x="1216" y="38"/>
                    <a:pt x="1158" y="1"/>
                    <a:pt x="109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5"/>
            <p:cNvSpPr/>
            <p:nvPr/>
          </p:nvSpPr>
          <p:spPr>
            <a:xfrm>
              <a:off x="4120346" y="1953437"/>
              <a:ext cx="19884" cy="17547"/>
            </a:xfrm>
            <a:custGeom>
              <a:avLst/>
              <a:gdLst/>
              <a:ahLst/>
              <a:cxnLst/>
              <a:rect l="l" t="t" r="r" b="b"/>
              <a:pathLst>
                <a:path w="417" h="368" extrusionOk="0">
                  <a:moveTo>
                    <a:pt x="220" y="0"/>
                  </a:moveTo>
                  <a:cubicBezTo>
                    <a:pt x="183" y="0"/>
                    <a:pt x="145" y="12"/>
                    <a:pt x="111" y="34"/>
                  </a:cubicBezTo>
                  <a:cubicBezTo>
                    <a:pt x="28" y="89"/>
                    <a:pt x="0" y="200"/>
                    <a:pt x="56" y="284"/>
                  </a:cubicBezTo>
                  <a:cubicBezTo>
                    <a:pt x="92" y="337"/>
                    <a:pt x="156" y="368"/>
                    <a:pt x="220" y="368"/>
                  </a:cubicBezTo>
                  <a:cubicBezTo>
                    <a:pt x="255" y="368"/>
                    <a:pt x="289" y="359"/>
                    <a:pt x="319" y="339"/>
                  </a:cubicBezTo>
                  <a:cubicBezTo>
                    <a:pt x="402" y="284"/>
                    <a:pt x="416" y="158"/>
                    <a:pt x="361" y="75"/>
                  </a:cubicBezTo>
                  <a:cubicBezTo>
                    <a:pt x="328" y="25"/>
                    <a:pt x="275" y="0"/>
                    <a:pt x="2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6" name="Google Shape;666;p35"/>
          <p:cNvGrpSpPr/>
          <p:nvPr/>
        </p:nvGrpSpPr>
        <p:grpSpPr>
          <a:xfrm>
            <a:off x="1771511" y="1834796"/>
            <a:ext cx="451029" cy="358620"/>
            <a:chOff x="4716105" y="1999833"/>
            <a:chExt cx="451029" cy="358620"/>
          </a:xfrm>
        </p:grpSpPr>
        <p:sp>
          <p:nvSpPr>
            <p:cNvPr id="667" name="Google Shape;667;p35"/>
            <p:cNvSpPr/>
            <p:nvPr/>
          </p:nvSpPr>
          <p:spPr>
            <a:xfrm>
              <a:off x="4716105" y="1999977"/>
              <a:ext cx="451029" cy="358477"/>
            </a:xfrm>
            <a:custGeom>
              <a:avLst/>
              <a:gdLst/>
              <a:ahLst/>
              <a:cxnLst/>
              <a:rect l="l" t="t" r="r" b="b"/>
              <a:pathLst>
                <a:path w="9459" h="7518" extrusionOk="0">
                  <a:moveTo>
                    <a:pt x="9098" y="5922"/>
                  </a:moveTo>
                  <a:lnTo>
                    <a:pt x="9098" y="6796"/>
                  </a:lnTo>
                  <a:cubicBezTo>
                    <a:pt x="9098" y="6990"/>
                    <a:pt x="8932" y="7142"/>
                    <a:pt x="8752" y="7142"/>
                  </a:cubicBezTo>
                  <a:lnTo>
                    <a:pt x="709" y="7142"/>
                  </a:lnTo>
                  <a:cubicBezTo>
                    <a:pt x="514" y="7142"/>
                    <a:pt x="361" y="6990"/>
                    <a:pt x="361" y="6796"/>
                  </a:cubicBezTo>
                  <a:lnTo>
                    <a:pt x="361" y="5922"/>
                  </a:lnTo>
                  <a:close/>
                  <a:moveTo>
                    <a:pt x="709" y="1"/>
                  </a:moveTo>
                  <a:cubicBezTo>
                    <a:pt x="320" y="1"/>
                    <a:pt x="1" y="319"/>
                    <a:pt x="1" y="708"/>
                  </a:cubicBezTo>
                  <a:lnTo>
                    <a:pt x="1" y="6796"/>
                  </a:lnTo>
                  <a:cubicBezTo>
                    <a:pt x="1" y="7198"/>
                    <a:pt x="320" y="7517"/>
                    <a:pt x="709" y="7517"/>
                  </a:cubicBezTo>
                  <a:lnTo>
                    <a:pt x="8752" y="7517"/>
                  </a:lnTo>
                  <a:cubicBezTo>
                    <a:pt x="9140" y="7517"/>
                    <a:pt x="9459" y="7198"/>
                    <a:pt x="9459" y="6796"/>
                  </a:cubicBezTo>
                  <a:lnTo>
                    <a:pt x="9459" y="708"/>
                  </a:lnTo>
                  <a:cubicBezTo>
                    <a:pt x="9459" y="319"/>
                    <a:pt x="9140" y="1"/>
                    <a:pt x="8752" y="1"/>
                  </a:cubicBezTo>
                  <a:lnTo>
                    <a:pt x="5548" y="1"/>
                  </a:lnTo>
                  <a:cubicBezTo>
                    <a:pt x="5437" y="1"/>
                    <a:pt x="5354" y="84"/>
                    <a:pt x="5354" y="181"/>
                  </a:cubicBezTo>
                  <a:cubicBezTo>
                    <a:pt x="5354" y="278"/>
                    <a:pt x="5437" y="362"/>
                    <a:pt x="5548" y="362"/>
                  </a:cubicBezTo>
                  <a:lnTo>
                    <a:pt x="8752" y="362"/>
                  </a:lnTo>
                  <a:cubicBezTo>
                    <a:pt x="8932" y="362"/>
                    <a:pt x="9098" y="528"/>
                    <a:pt x="9098" y="708"/>
                  </a:cubicBezTo>
                  <a:lnTo>
                    <a:pt x="9098" y="5548"/>
                  </a:lnTo>
                  <a:lnTo>
                    <a:pt x="361" y="5548"/>
                  </a:lnTo>
                  <a:lnTo>
                    <a:pt x="361" y="708"/>
                  </a:lnTo>
                  <a:cubicBezTo>
                    <a:pt x="361" y="528"/>
                    <a:pt x="514" y="362"/>
                    <a:pt x="709" y="362"/>
                  </a:cubicBezTo>
                  <a:lnTo>
                    <a:pt x="3912" y="362"/>
                  </a:lnTo>
                  <a:cubicBezTo>
                    <a:pt x="4023" y="362"/>
                    <a:pt x="4106" y="278"/>
                    <a:pt x="4106" y="181"/>
                  </a:cubicBezTo>
                  <a:cubicBezTo>
                    <a:pt x="4106" y="84"/>
                    <a:pt x="4023" y="1"/>
                    <a:pt x="39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5"/>
            <p:cNvSpPr/>
            <p:nvPr/>
          </p:nvSpPr>
          <p:spPr>
            <a:xfrm>
              <a:off x="4953521" y="2048948"/>
              <a:ext cx="57553" cy="187154"/>
            </a:xfrm>
            <a:custGeom>
              <a:avLst/>
              <a:gdLst/>
              <a:ahLst/>
              <a:cxnLst/>
              <a:rect l="l" t="t" r="r" b="b"/>
              <a:pathLst>
                <a:path w="1207" h="3925" extrusionOk="0">
                  <a:moveTo>
                    <a:pt x="611" y="1221"/>
                  </a:moveTo>
                  <a:cubicBezTo>
                    <a:pt x="735" y="1221"/>
                    <a:pt x="833" y="1317"/>
                    <a:pt x="833" y="1456"/>
                  </a:cubicBezTo>
                  <a:cubicBezTo>
                    <a:pt x="833" y="1581"/>
                    <a:pt x="735" y="1678"/>
                    <a:pt x="611" y="1678"/>
                  </a:cubicBezTo>
                  <a:cubicBezTo>
                    <a:pt x="472" y="1678"/>
                    <a:pt x="375" y="1581"/>
                    <a:pt x="375" y="1456"/>
                  </a:cubicBezTo>
                  <a:cubicBezTo>
                    <a:pt x="375" y="1317"/>
                    <a:pt x="472" y="1221"/>
                    <a:pt x="611" y="1221"/>
                  </a:cubicBezTo>
                  <a:close/>
                  <a:moveTo>
                    <a:pt x="611" y="0"/>
                  </a:moveTo>
                  <a:cubicBezTo>
                    <a:pt x="500" y="0"/>
                    <a:pt x="417" y="83"/>
                    <a:pt x="417" y="180"/>
                  </a:cubicBezTo>
                  <a:lnTo>
                    <a:pt x="417" y="873"/>
                  </a:lnTo>
                  <a:cubicBezTo>
                    <a:pt x="181" y="957"/>
                    <a:pt x="1" y="1178"/>
                    <a:pt x="1" y="1456"/>
                  </a:cubicBezTo>
                  <a:cubicBezTo>
                    <a:pt x="1" y="1720"/>
                    <a:pt x="181" y="1942"/>
                    <a:pt x="417" y="2025"/>
                  </a:cubicBezTo>
                  <a:lnTo>
                    <a:pt x="417" y="3745"/>
                  </a:lnTo>
                  <a:cubicBezTo>
                    <a:pt x="417" y="3841"/>
                    <a:pt x="500" y="3924"/>
                    <a:pt x="611" y="3924"/>
                  </a:cubicBezTo>
                  <a:cubicBezTo>
                    <a:pt x="708" y="3924"/>
                    <a:pt x="791" y="3841"/>
                    <a:pt x="791" y="3745"/>
                  </a:cubicBezTo>
                  <a:lnTo>
                    <a:pt x="791" y="2025"/>
                  </a:lnTo>
                  <a:cubicBezTo>
                    <a:pt x="1027" y="1942"/>
                    <a:pt x="1207" y="1720"/>
                    <a:pt x="1207" y="1456"/>
                  </a:cubicBezTo>
                  <a:cubicBezTo>
                    <a:pt x="1207" y="1178"/>
                    <a:pt x="1027" y="957"/>
                    <a:pt x="791" y="873"/>
                  </a:cubicBezTo>
                  <a:lnTo>
                    <a:pt x="791" y="180"/>
                  </a:lnTo>
                  <a:cubicBezTo>
                    <a:pt x="791" y="83"/>
                    <a:pt x="708" y="0"/>
                    <a:pt x="6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5"/>
            <p:cNvSpPr/>
            <p:nvPr/>
          </p:nvSpPr>
          <p:spPr>
            <a:xfrm>
              <a:off x="4786200" y="2048948"/>
              <a:ext cx="57600" cy="187154"/>
            </a:xfrm>
            <a:custGeom>
              <a:avLst/>
              <a:gdLst/>
              <a:ahLst/>
              <a:cxnLst/>
              <a:rect l="l" t="t" r="r" b="b"/>
              <a:pathLst>
                <a:path w="1208" h="3925" extrusionOk="0">
                  <a:moveTo>
                    <a:pt x="598" y="1705"/>
                  </a:moveTo>
                  <a:cubicBezTo>
                    <a:pt x="722" y="1705"/>
                    <a:pt x="833" y="1816"/>
                    <a:pt x="833" y="1942"/>
                  </a:cubicBezTo>
                  <a:cubicBezTo>
                    <a:pt x="833" y="2066"/>
                    <a:pt x="722" y="2177"/>
                    <a:pt x="598" y="2177"/>
                  </a:cubicBezTo>
                  <a:cubicBezTo>
                    <a:pt x="472" y="2177"/>
                    <a:pt x="361" y="2066"/>
                    <a:pt x="361" y="1942"/>
                  </a:cubicBezTo>
                  <a:cubicBezTo>
                    <a:pt x="361" y="1816"/>
                    <a:pt x="472" y="1705"/>
                    <a:pt x="598" y="1705"/>
                  </a:cubicBezTo>
                  <a:close/>
                  <a:moveTo>
                    <a:pt x="598" y="0"/>
                  </a:moveTo>
                  <a:cubicBezTo>
                    <a:pt x="500" y="0"/>
                    <a:pt x="417" y="83"/>
                    <a:pt x="417" y="180"/>
                  </a:cubicBezTo>
                  <a:lnTo>
                    <a:pt x="417" y="1373"/>
                  </a:lnTo>
                  <a:cubicBezTo>
                    <a:pt x="167" y="1442"/>
                    <a:pt x="1" y="1678"/>
                    <a:pt x="1" y="1942"/>
                  </a:cubicBezTo>
                  <a:cubicBezTo>
                    <a:pt x="1" y="2205"/>
                    <a:pt x="167" y="2441"/>
                    <a:pt x="417" y="2510"/>
                  </a:cubicBezTo>
                  <a:lnTo>
                    <a:pt x="417" y="3745"/>
                  </a:lnTo>
                  <a:cubicBezTo>
                    <a:pt x="417" y="3841"/>
                    <a:pt x="500" y="3924"/>
                    <a:pt x="598" y="3924"/>
                  </a:cubicBezTo>
                  <a:cubicBezTo>
                    <a:pt x="694" y="3924"/>
                    <a:pt x="777" y="3841"/>
                    <a:pt x="777" y="3745"/>
                  </a:cubicBezTo>
                  <a:lnTo>
                    <a:pt x="777" y="2510"/>
                  </a:lnTo>
                  <a:cubicBezTo>
                    <a:pt x="1027" y="2441"/>
                    <a:pt x="1208" y="2205"/>
                    <a:pt x="1208" y="1942"/>
                  </a:cubicBezTo>
                  <a:cubicBezTo>
                    <a:pt x="1208" y="1678"/>
                    <a:pt x="1027" y="1442"/>
                    <a:pt x="777" y="1373"/>
                  </a:cubicBezTo>
                  <a:lnTo>
                    <a:pt x="777" y="180"/>
                  </a:lnTo>
                  <a:cubicBezTo>
                    <a:pt x="777" y="83"/>
                    <a:pt x="694" y="0"/>
                    <a:pt x="5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5"/>
            <p:cNvSpPr/>
            <p:nvPr/>
          </p:nvSpPr>
          <p:spPr>
            <a:xfrm>
              <a:off x="4872173" y="2048948"/>
              <a:ext cx="57600" cy="187154"/>
            </a:xfrm>
            <a:custGeom>
              <a:avLst/>
              <a:gdLst/>
              <a:ahLst/>
              <a:cxnLst/>
              <a:rect l="l" t="t" r="r" b="b"/>
              <a:pathLst>
                <a:path w="1208" h="3925" extrusionOk="0">
                  <a:moveTo>
                    <a:pt x="598" y="2371"/>
                  </a:moveTo>
                  <a:cubicBezTo>
                    <a:pt x="736" y="2371"/>
                    <a:pt x="833" y="2469"/>
                    <a:pt x="833" y="2607"/>
                  </a:cubicBezTo>
                  <a:cubicBezTo>
                    <a:pt x="833" y="2732"/>
                    <a:pt x="736" y="2843"/>
                    <a:pt x="598" y="2843"/>
                  </a:cubicBezTo>
                  <a:cubicBezTo>
                    <a:pt x="472" y="2843"/>
                    <a:pt x="361" y="2732"/>
                    <a:pt x="361" y="2607"/>
                  </a:cubicBezTo>
                  <a:cubicBezTo>
                    <a:pt x="361" y="2469"/>
                    <a:pt x="472" y="2371"/>
                    <a:pt x="598" y="2371"/>
                  </a:cubicBezTo>
                  <a:close/>
                  <a:moveTo>
                    <a:pt x="598" y="0"/>
                  </a:moveTo>
                  <a:cubicBezTo>
                    <a:pt x="500" y="0"/>
                    <a:pt x="417" y="83"/>
                    <a:pt x="417" y="180"/>
                  </a:cubicBezTo>
                  <a:lnTo>
                    <a:pt x="417" y="2025"/>
                  </a:lnTo>
                  <a:cubicBezTo>
                    <a:pt x="167" y="2108"/>
                    <a:pt x="1" y="2330"/>
                    <a:pt x="1" y="2607"/>
                  </a:cubicBezTo>
                  <a:cubicBezTo>
                    <a:pt x="1" y="2870"/>
                    <a:pt x="167" y="3092"/>
                    <a:pt x="417" y="3175"/>
                  </a:cubicBezTo>
                  <a:lnTo>
                    <a:pt x="417" y="3745"/>
                  </a:lnTo>
                  <a:cubicBezTo>
                    <a:pt x="417" y="3841"/>
                    <a:pt x="500" y="3924"/>
                    <a:pt x="598" y="3924"/>
                  </a:cubicBezTo>
                  <a:cubicBezTo>
                    <a:pt x="708" y="3924"/>
                    <a:pt x="792" y="3841"/>
                    <a:pt x="792" y="3745"/>
                  </a:cubicBezTo>
                  <a:lnTo>
                    <a:pt x="792" y="3175"/>
                  </a:lnTo>
                  <a:cubicBezTo>
                    <a:pt x="1027" y="3092"/>
                    <a:pt x="1208" y="2870"/>
                    <a:pt x="1208" y="2607"/>
                  </a:cubicBezTo>
                  <a:cubicBezTo>
                    <a:pt x="1208" y="2330"/>
                    <a:pt x="1027" y="2108"/>
                    <a:pt x="792" y="2025"/>
                  </a:cubicBezTo>
                  <a:lnTo>
                    <a:pt x="792" y="180"/>
                  </a:lnTo>
                  <a:cubicBezTo>
                    <a:pt x="792" y="83"/>
                    <a:pt x="708" y="0"/>
                    <a:pt x="5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5"/>
            <p:cNvSpPr/>
            <p:nvPr/>
          </p:nvSpPr>
          <p:spPr>
            <a:xfrm>
              <a:off x="5039495" y="2048948"/>
              <a:ext cx="57553" cy="187154"/>
            </a:xfrm>
            <a:custGeom>
              <a:avLst/>
              <a:gdLst/>
              <a:ahLst/>
              <a:cxnLst/>
              <a:rect l="l" t="t" r="r" b="b"/>
              <a:pathLst>
                <a:path w="1207" h="3925" extrusionOk="0">
                  <a:moveTo>
                    <a:pt x="611" y="3092"/>
                  </a:moveTo>
                  <a:cubicBezTo>
                    <a:pt x="735" y="3092"/>
                    <a:pt x="846" y="3203"/>
                    <a:pt x="846" y="3328"/>
                  </a:cubicBezTo>
                  <a:cubicBezTo>
                    <a:pt x="846" y="3453"/>
                    <a:pt x="735" y="3564"/>
                    <a:pt x="611" y="3564"/>
                  </a:cubicBezTo>
                  <a:cubicBezTo>
                    <a:pt x="472" y="3564"/>
                    <a:pt x="375" y="3453"/>
                    <a:pt x="375" y="3328"/>
                  </a:cubicBezTo>
                  <a:cubicBezTo>
                    <a:pt x="375" y="3203"/>
                    <a:pt x="472" y="3092"/>
                    <a:pt x="611" y="3092"/>
                  </a:cubicBezTo>
                  <a:close/>
                  <a:moveTo>
                    <a:pt x="611" y="0"/>
                  </a:moveTo>
                  <a:cubicBezTo>
                    <a:pt x="500" y="0"/>
                    <a:pt x="417" y="83"/>
                    <a:pt x="417" y="180"/>
                  </a:cubicBezTo>
                  <a:lnTo>
                    <a:pt x="417" y="2759"/>
                  </a:lnTo>
                  <a:cubicBezTo>
                    <a:pt x="181" y="2829"/>
                    <a:pt x="1" y="3064"/>
                    <a:pt x="1" y="3328"/>
                  </a:cubicBezTo>
                  <a:cubicBezTo>
                    <a:pt x="1" y="3661"/>
                    <a:pt x="278" y="3924"/>
                    <a:pt x="611" y="3924"/>
                  </a:cubicBezTo>
                  <a:cubicBezTo>
                    <a:pt x="944" y="3924"/>
                    <a:pt x="1207" y="3661"/>
                    <a:pt x="1207" y="3328"/>
                  </a:cubicBezTo>
                  <a:cubicBezTo>
                    <a:pt x="1207" y="3064"/>
                    <a:pt x="1040" y="2829"/>
                    <a:pt x="791" y="2759"/>
                  </a:cubicBezTo>
                  <a:lnTo>
                    <a:pt x="791" y="180"/>
                  </a:lnTo>
                  <a:cubicBezTo>
                    <a:pt x="791" y="83"/>
                    <a:pt x="707" y="0"/>
                    <a:pt x="6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5"/>
            <p:cNvSpPr/>
            <p:nvPr/>
          </p:nvSpPr>
          <p:spPr>
            <a:xfrm>
              <a:off x="4790873" y="2302195"/>
              <a:ext cx="46347" cy="17929"/>
            </a:xfrm>
            <a:custGeom>
              <a:avLst/>
              <a:gdLst/>
              <a:ahLst/>
              <a:cxnLst/>
              <a:rect l="l" t="t" r="r" b="b"/>
              <a:pathLst>
                <a:path w="972" h="376" extrusionOk="0">
                  <a:moveTo>
                    <a:pt x="180" y="0"/>
                  </a:moveTo>
                  <a:cubicBezTo>
                    <a:pt x="84" y="0"/>
                    <a:pt x="0" y="83"/>
                    <a:pt x="0" y="194"/>
                  </a:cubicBezTo>
                  <a:cubicBezTo>
                    <a:pt x="0" y="292"/>
                    <a:pt x="84" y="375"/>
                    <a:pt x="180" y="375"/>
                  </a:cubicBezTo>
                  <a:lnTo>
                    <a:pt x="777" y="375"/>
                  </a:lnTo>
                  <a:cubicBezTo>
                    <a:pt x="888" y="375"/>
                    <a:pt x="971" y="292"/>
                    <a:pt x="971" y="194"/>
                  </a:cubicBezTo>
                  <a:cubicBezTo>
                    <a:pt x="971" y="83"/>
                    <a:pt x="888" y="0"/>
                    <a:pt x="7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5"/>
            <p:cNvSpPr/>
            <p:nvPr/>
          </p:nvSpPr>
          <p:spPr>
            <a:xfrm>
              <a:off x="4877466" y="2302195"/>
              <a:ext cx="46347" cy="17929"/>
            </a:xfrm>
            <a:custGeom>
              <a:avLst/>
              <a:gdLst/>
              <a:ahLst/>
              <a:cxnLst/>
              <a:rect l="l" t="t" r="r" b="b"/>
              <a:pathLst>
                <a:path w="972" h="376" extrusionOk="0">
                  <a:moveTo>
                    <a:pt x="195" y="0"/>
                  </a:moveTo>
                  <a:cubicBezTo>
                    <a:pt x="84" y="0"/>
                    <a:pt x="1" y="83"/>
                    <a:pt x="1" y="194"/>
                  </a:cubicBezTo>
                  <a:cubicBezTo>
                    <a:pt x="1" y="292"/>
                    <a:pt x="84" y="375"/>
                    <a:pt x="195" y="375"/>
                  </a:cubicBezTo>
                  <a:lnTo>
                    <a:pt x="792" y="375"/>
                  </a:lnTo>
                  <a:cubicBezTo>
                    <a:pt x="888" y="375"/>
                    <a:pt x="971" y="292"/>
                    <a:pt x="971" y="194"/>
                  </a:cubicBezTo>
                  <a:cubicBezTo>
                    <a:pt x="971" y="83"/>
                    <a:pt x="888" y="0"/>
                    <a:pt x="7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5"/>
            <p:cNvSpPr/>
            <p:nvPr/>
          </p:nvSpPr>
          <p:spPr>
            <a:xfrm>
              <a:off x="4964775" y="2302195"/>
              <a:ext cx="46300" cy="17929"/>
            </a:xfrm>
            <a:custGeom>
              <a:avLst/>
              <a:gdLst/>
              <a:ahLst/>
              <a:cxnLst/>
              <a:rect l="l" t="t" r="r" b="b"/>
              <a:pathLst>
                <a:path w="971" h="376" extrusionOk="0">
                  <a:moveTo>
                    <a:pt x="181" y="0"/>
                  </a:moveTo>
                  <a:cubicBezTo>
                    <a:pt x="83" y="0"/>
                    <a:pt x="0" y="83"/>
                    <a:pt x="0" y="194"/>
                  </a:cubicBezTo>
                  <a:cubicBezTo>
                    <a:pt x="0" y="292"/>
                    <a:pt x="83" y="375"/>
                    <a:pt x="181" y="375"/>
                  </a:cubicBezTo>
                  <a:lnTo>
                    <a:pt x="777" y="375"/>
                  </a:lnTo>
                  <a:cubicBezTo>
                    <a:pt x="888" y="375"/>
                    <a:pt x="971" y="292"/>
                    <a:pt x="971" y="194"/>
                  </a:cubicBezTo>
                  <a:cubicBezTo>
                    <a:pt x="971" y="83"/>
                    <a:pt x="888" y="0"/>
                    <a:pt x="7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5"/>
            <p:cNvSpPr/>
            <p:nvPr/>
          </p:nvSpPr>
          <p:spPr>
            <a:xfrm>
              <a:off x="5051416" y="2302195"/>
              <a:ext cx="46347" cy="17929"/>
            </a:xfrm>
            <a:custGeom>
              <a:avLst/>
              <a:gdLst/>
              <a:ahLst/>
              <a:cxnLst/>
              <a:rect l="l" t="t" r="r" b="b"/>
              <a:pathLst>
                <a:path w="972" h="376" extrusionOk="0">
                  <a:moveTo>
                    <a:pt x="180" y="0"/>
                  </a:moveTo>
                  <a:cubicBezTo>
                    <a:pt x="84" y="0"/>
                    <a:pt x="0" y="83"/>
                    <a:pt x="0" y="194"/>
                  </a:cubicBezTo>
                  <a:cubicBezTo>
                    <a:pt x="0" y="292"/>
                    <a:pt x="84" y="375"/>
                    <a:pt x="180" y="375"/>
                  </a:cubicBezTo>
                  <a:lnTo>
                    <a:pt x="790" y="375"/>
                  </a:lnTo>
                  <a:cubicBezTo>
                    <a:pt x="888" y="375"/>
                    <a:pt x="971" y="292"/>
                    <a:pt x="971" y="194"/>
                  </a:cubicBezTo>
                  <a:cubicBezTo>
                    <a:pt x="971" y="83"/>
                    <a:pt x="888" y="0"/>
                    <a:pt x="7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5"/>
            <p:cNvSpPr/>
            <p:nvPr/>
          </p:nvSpPr>
          <p:spPr>
            <a:xfrm>
              <a:off x="4933018" y="1999833"/>
              <a:ext cx="19264" cy="17499"/>
            </a:xfrm>
            <a:custGeom>
              <a:avLst/>
              <a:gdLst/>
              <a:ahLst/>
              <a:cxnLst/>
              <a:rect l="l" t="t" r="r" b="b"/>
              <a:pathLst>
                <a:path w="404" h="367" extrusionOk="0">
                  <a:moveTo>
                    <a:pt x="195" y="0"/>
                  </a:moveTo>
                  <a:cubicBezTo>
                    <a:pt x="157" y="0"/>
                    <a:pt x="119" y="11"/>
                    <a:pt x="84" y="32"/>
                  </a:cubicBezTo>
                  <a:cubicBezTo>
                    <a:pt x="15" y="87"/>
                    <a:pt x="0" y="184"/>
                    <a:pt x="28" y="254"/>
                  </a:cubicBezTo>
                  <a:cubicBezTo>
                    <a:pt x="53" y="315"/>
                    <a:pt x="123" y="366"/>
                    <a:pt x="188" y="366"/>
                  </a:cubicBezTo>
                  <a:cubicBezTo>
                    <a:pt x="195" y="366"/>
                    <a:pt x="202" y="366"/>
                    <a:pt x="209" y="365"/>
                  </a:cubicBezTo>
                  <a:cubicBezTo>
                    <a:pt x="292" y="365"/>
                    <a:pt x="361" y="309"/>
                    <a:pt x="375" y="239"/>
                  </a:cubicBezTo>
                  <a:cubicBezTo>
                    <a:pt x="403" y="156"/>
                    <a:pt x="361" y="73"/>
                    <a:pt x="306" y="32"/>
                  </a:cubicBezTo>
                  <a:cubicBezTo>
                    <a:pt x="271" y="11"/>
                    <a:pt x="233" y="0"/>
                    <a:pt x="1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7" name="Google Shape;677;p35"/>
          <p:cNvGrpSpPr/>
          <p:nvPr/>
        </p:nvGrpSpPr>
        <p:grpSpPr>
          <a:xfrm>
            <a:off x="8081555" y="1612849"/>
            <a:ext cx="240229" cy="233993"/>
            <a:chOff x="5548725" y="1996100"/>
            <a:chExt cx="275650" cy="269950"/>
          </a:xfrm>
        </p:grpSpPr>
        <p:sp>
          <p:nvSpPr>
            <p:cNvPr id="678" name="Google Shape;678;p35"/>
            <p:cNvSpPr/>
            <p:nvPr/>
          </p:nvSpPr>
          <p:spPr>
            <a:xfrm>
              <a:off x="5548725" y="1996100"/>
              <a:ext cx="275650" cy="269950"/>
            </a:xfrm>
            <a:custGeom>
              <a:avLst/>
              <a:gdLst/>
              <a:ahLst/>
              <a:cxnLst/>
              <a:rect l="l" t="t" r="r" b="b"/>
              <a:pathLst>
                <a:path w="11026" h="10798" extrusionOk="0">
                  <a:moveTo>
                    <a:pt x="5503" y="1"/>
                  </a:moveTo>
                  <a:cubicBezTo>
                    <a:pt x="5435" y="1"/>
                    <a:pt x="5367" y="2"/>
                    <a:pt x="5298" y="4"/>
                  </a:cubicBezTo>
                  <a:cubicBezTo>
                    <a:pt x="2330" y="130"/>
                    <a:pt x="0" y="2639"/>
                    <a:pt x="126" y="5607"/>
                  </a:cubicBezTo>
                  <a:cubicBezTo>
                    <a:pt x="247" y="8521"/>
                    <a:pt x="2646" y="10798"/>
                    <a:pt x="5524" y="10798"/>
                  </a:cubicBezTo>
                  <a:cubicBezTo>
                    <a:pt x="5592" y="10798"/>
                    <a:pt x="5660" y="10796"/>
                    <a:pt x="5728" y="10794"/>
                  </a:cubicBezTo>
                  <a:cubicBezTo>
                    <a:pt x="8709" y="10670"/>
                    <a:pt x="11026" y="8159"/>
                    <a:pt x="10915" y="5191"/>
                  </a:cubicBezTo>
                  <a:cubicBezTo>
                    <a:pt x="10792" y="2279"/>
                    <a:pt x="8394" y="1"/>
                    <a:pt x="5503" y="1"/>
                  </a:cubicBezTo>
                  <a:close/>
                </a:path>
              </a:pathLst>
            </a:custGeom>
            <a:solidFill>
              <a:srgbClr val="FF6A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5"/>
            <p:cNvSpPr/>
            <p:nvPr/>
          </p:nvSpPr>
          <p:spPr>
            <a:xfrm>
              <a:off x="5652025" y="2075800"/>
              <a:ext cx="100250" cy="122700"/>
            </a:xfrm>
            <a:custGeom>
              <a:avLst/>
              <a:gdLst/>
              <a:ahLst/>
              <a:cxnLst/>
              <a:rect l="l" t="t" r="r" b="b"/>
              <a:pathLst>
                <a:path w="4010" h="4908" extrusionOk="0">
                  <a:moveTo>
                    <a:pt x="30" y="1"/>
                  </a:moveTo>
                  <a:cubicBezTo>
                    <a:pt x="16" y="1"/>
                    <a:pt x="1" y="14"/>
                    <a:pt x="1" y="34"/>
                  </a:cubicBezTo>
                  <a:lnTo>
                    <a:pt x="1" y="4874"/>
                  </a:lnTo>
                  <a:cubicBezTo>
                    <a:pt x="1" y="4895"/>
                    <a:pt x="16" y="4907"/>
                    <a:pt x="30" y="4907"/>
                  </a:cubicBezTo>
                  <a:cubicBezTo>
                    <a:pt x="35" y="4907"/>
                    <a:pt x="39" y="4906"/>
                    <a:pt x="43" y="4902"/>
                  </a:cubicBezTo>
                  <a:lnTo>
                    <a:pt x="3995" y="2475"/>
                  </a:lnTo>
                  <a:cubicBezTo>
                    <a:pt x="4009" y="2461"/>
                    <a:pt x="4009" y="2447"/>
                    <a:pt x="3995" y="2434"/>
                  </a:cubicBezTo>
                  <a:lnTo>
                    <a:pt x="43" y="6"/>
                  </a:lnTo>
                  <a:cubicBezTo>
                    <a:pt x="39" y="3"/>
                    <a:pt x="35" y="1"/>
                    <a:pt x="30" y="1"/>
                  </a:cubicBezTo>
                  <a:close/>
                </a:path>
              </a:pathLst>
            </a:custGeom>
            <a:solidFill>
              <a:srgbClr val="E8EA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0" name="Google Shape;680;p35"/>
          <p:cNvSpPr txBox="1"/>
          <p:nvPr/>
        </p:nvSpPr>
        <p:spPr>
          <a:xfrm>
            <a:off x="7349000" y="1656793"/>
            <a:ext cx="6672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Metrophobic"/>
                <a:ea typeface="Metrophobic"/>
                <a:cs typeface="Metrophobic"/>
                <a:sym typeface="Metrophobic"/>
              </a:rPr>
              <a:t>Resolved</a:t>
            </a:r>
            <a:endParaRPr sz="1000">
              <a:solidFill>
                <a:schemeClr val="accent1"/>
              </a:solidFill>
              <a:latin typeface="Metrophobic"/>
              <a:ea typeface="Metrophobic"/>
              <a:cs typeface="Metrophobic"/>
              <a:sym typeface="Metrophobic"/>
            </a:endParaRPr>
          </a:p>
        </p:txBody>
      </p:sp>
      <p:grpSp>
        <p:nvGrpSpPr>
          <p:cNvPr id="681" name="Google Shape;681;p35"/>
          <p:cNvGrpSpPr/>
          <p:nvPr/>
        </p:nvGrpSpPr>
        <p:grpSpPr>
          <a:xfrm>
            <a:off x="8081555" y="3273199"/>
            <a:ext cx="240229" cy="233993"/>
            <a:chOff x="5548725" y="1996100"/>
            <a:chExt cx="275650" cy="269950"/>
          </a:xfrm>
        </p:grpSpPr>
        <p:sp>
          <p:nvSpPr>
            <p:cNvPr id="682" name="Google Shape;682;p35"/>
            <p:cNvSpPr/>
            <p:nvPr/>
          </p:nvSpPr>
          <p:spPr>
            <a:xfrm>
              <a:off x="5548725" y="1996100"/>
              <a:ext cx="275650" cy="269950"/>
            </a:xfrm>
            <a:custGeom>
              <a:avLst/>
              <a:gdLst/>
              <a:ahLst/>
              <a:cxnLst/>
              <a:rect l="l" t="t" r="r" b="b"/>
              <a:pathLst>
                <a:path w="11026" h="10798" extrusionOk="0">
                  <a:moveTo>
                    <a:pt x="5503" y="1"/>
                  </a:moveTo>
                  <a:cubicBezTo>
                    <a:pt x="5435" y="1"/>
                    <a:pt x="5367" y="2"/>
                    <a:pt x="5298" y="4"/>
                  </a:cubicBezTo>
                  <a:cubicBezTo>
                    <a:pt x="2330" y="130"/>
                    <a:pt x="0" y="2639"/>
                    <a:pt x="126" y="5607"/>
                  </a:cubicBezTo>
                  <a:cubicBezTo>
                    <a:pt x="247" y="8521"/>
                    <a:pt x="2646" y="10798"/>
                    <a:pt x="5524" y="10798"/>
                  </a:cubicBezTo>
                  <a:cubicBezTo>
                    <a:pt x="5592" y="10798"/>
                    <a:pt x="5660" y="10796"/>
                    <a:pt x="5728" y="10794"/>
                  </a:cubicBezTo>
                  <a:cubicBezTo>
                    <a:pt x="8709" y="10670"/>
                    <a:pt x="11026" y="8159"/>
                    <a:pt x="10915" y="5191"/>
                  </a:cubicBezTo>
                  <a:cubicBezTo>
                    <a:pt x="10792" y="2279"/>
                    <a:pt x="8394" y="1"/>
                    <a:pt x="5503" y="1"/>
                  </a:cubicBezTo>
                  <a:close/>
                </a:path>
              </a:pathLst>
            </a:custGeom>
            <a:solidFill>
              <a:srgbClr val="FF6A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5"/>
            <p:cNvSpPr/>
            <p:nvPr/>
          </p:nvSpPr>
          <p:spPr>
            <a:xfrm>
              <a:off x="5652025" y="2075800"/>
              <a:ext cx="100250" cy="122700"/>
            </a:xfrm>
            <a:custGeom>
              <a:avLst/>
              <a:gdLst/>
              <a:ahLst/>
              <a:cxnLst/>
              <a:rect l="l" t="t" r="r" b="b"/>
              <a:pathLst>
                <a:path w="4010" h="4908" extrusionOk="0">
                  <a:moveTo>
                    <a:pt x="30" y="1"/>
                  </a:moveTo>
                  <a:cubicBezTo>
                    <a:pt x="16" y="1"/>
                    <a:pt x="1" y="14"/>
                    <a:pt x="1" y="34"/>
                  </a:cubicBezTo>
                  <a:lnTo>
                    <a:pt x="1" y="4874"/>
                  </a:lnTo>
                  <a:cubicBezTo>
                    <a:pt x="1" y="4895"/>
                    <a:pt x="16" y="4907"/>
                    <a:pt x="30" y="4907"/>
                  </a:cubicBezTo>
                  <a:cubicBezTo>
                    <a:pt x="35" y="4907"/>
                    <a:pt x="39" y="4906"/>
                    <a:pt x="43" y="4902"/>
                  </a:cubicBezTo>
                  <a:lnTo>
                    <a:pt x="3995" y="2475"/>
                  </a:lnTo>
                  <a:cubicBezTo>
                    <a:pt x="4009" y="2461"/>
                    <a:pt x="4009" y="2447"/>
                    <a:pt x="3995" y="2434"/>
                  </a:cubicBezTo>
                  <a:lnTo>
                    <a:pt x="43" y="6"/>
                  </a:lnTo>
                  <a:cubicBezTo>
                    <a:pt x="39" y="3"/>
                    <a:pt x="35" y="1"/>
                    <a:pt x="30" y="1"/>
                  </a:cubicBezTo>
                  <a:close/>
                </a:path>
              </a:pathLst>
            </a:custGeom>
            <a:solidFill>
              <a:srgbClr val="E8EA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4" name="Google Shape;684;p35"/>
          <p:cNvSpPr txBox="1"/>
          <p:nvPr/>
        </p:nvSpPr>
        <p:spPr>
          <a:xfrm>
            <a:off x="7349000" y="3317143"/>
            <a:ext cx="6672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Metrophobic"/>
                <a:ea typeface="Metrophobic"/>
                <a:cs typeface="Metrophobic"/>
                <a:sym typeface="Metrophobic"/>
              </a:rPr>
              <a:t>Next</a:t>
            </a:r>
            <a:endParaRPr sz="1000">
              <a:solidFill>
                <a:schemeClr val="accent1"/>
              </a:solidFill>
              <a:latin typeface="Metrophobic"/>
              <a:ea typeface="Metrophobic"/>
              <a:cs typeface="Metrophobic"/>
              <a:sym typeface="Metrophobic"/>
            </a:endParaRPr>
          </a:p>
        </p:txBody>
      </p:sp>
      <p:grpSp>
        <p:nvGrpSpPr>
          <p:cNvPr id="685" name="Google Shape;685;p35"/>
          <p:cNvGrpSpPr/>
          <p:nvPr/>
        </p:nvGrpSpPr>
        <p:grpSpPr>
          <a:xfrm>
            <a:off x="4542605" y="1612849"/>
            <a:ext cx="240229" cy="233993"/>
            <a:chOff x="5548725" y="1996100"/>
            <a:chExt cx="275650" cy="269950"/>
          </a:xfrm>
        </p:grpSpPr>
        <p:sp>
          <p:nvSpPr>
            <p:cNvPr id="686" name="Google Shape;686;p35"/>
            <p:cNvSpPr/>
            <p:nvPr/>
          </p:nvSpPr>
          <p:spPr>
            <a:xfrm>
              <a:off x="5548725" y="1996100"/>
              <a:ext cx="275650" cy="269950"/>
            </a:xfrm>
            <a:custGeom>
              <a:avLst/>
              <a:gdLst/>
              <a:ahLst/>
              <a:cxnLst/>
              <a:rect l="l" t="t" r="r" b="b"/>
              <a:pathLst>
                <a:path w="11026" h="10798" extrusionOk="0">
                  <a:moveTo>
                    <a:pt x="5503" y="1"/>
                  </a:moveTo>
                  <a:cubicBezTo>
                    <a:pt x="5435" y="1"/>
                    <a:pt x="5367" y="2"/>
                    <a:pt x="5298" y="4"/>
                  </a:cubicBezTo>
                  <a:cubicBezTo>
                    <a:pt x="2330" y="130"/>
                    <a:pt x="0" y="2639"/>
                    <a:pt x="126" y="5607"/>
                  </a:cubicBezTo>
                  <a:cubicBezTo>
                    <a:pt x="247" y="8521"/>
                    <a:pt x="2646" y="10798"/>
                    <a:pt x="5524" y="10798"/>
                  </a:cubicBezTo>
                  <a:cubicBezTo>
                    <a:pt x="5592" y="10798"/>
                    <a:pt x="5660" y="10796"/>
                    <a:pt x="5728" y="10794"/>
                  </a:cubicBezTo>
                  <a:cubicBezTo>
                    <a:pt x="8709" y="10670"/>
                    <a:pt x="11026" y="8159"/>
                    <a:pt x="10915" y="5191"/>
                  </a:cubicBezTo>
                  <a:cubicBezTo>
                    <a:pt x="10792" y="2279"/>
                    <a:pt x="8394" y="1"/>
                    <a:pt x="5503" y="1"/>
                  </a:cubicBezTo>
                  <a:close/>
                </a:path>
              </a:pathLst>
            </a:custGeom>
            <a:solidFill>
              <a:srgbClr val="FF6A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5"/>
            <p:cNvSpPr/>
            <p:nvPr/>
          </p:nvSpPr>
          <p:spPr>
            <a:xfrm>
              <a:off x="5652025" y="2075800"/>
              <a:ext cx="100250" cy="122700"/>
            </a:xfrm>
            <a:custGeom>
              <a:avLst/>
              <a:gdLst/>
              <a:ahLst/>
              <a:cxnLst/>
              <a:rect l="l" t="t" r="r" b="b"/>
              <a:pathLst>
                <a:path w="4010" h="4908" extrusionOk="0">
                  <a:moveTo>
                    <a:pt x="30" y="1"/>
                  </a:moveTo>
                  <a:cubicBezTo>
                    <a:pt x="16" y="1"/>
                    <a:pt x="1" y="14"/>
                    <a:pt x="1" y="34"/>
                  </a:cubicBezTo>
                  <a:lnTo>
                    <a:pt x="1" y="4874"/>
                  </a:lnTo>
                  <a:cubicBezTo>
                    <a:pt x="1" y="4895"/>
                    <a:pt x="16" y="4907"/>
                    <a:pt x="30" y="4907"/>
                  </a:cubicBezTo>
                  <a:cubicBezTo>
                    <a:pt x="35" y="4907"/>
                    <a:pt x="39" y="4906"/>
                    <a:pt x="43" y="4902"/>
                  </a:cubicBezTo>
                  <a:lnTo>
                    <a:pt x="3995" y="2475"/>
                  </a:lnTo>
                  <a:cubicBezTo>
                    <a:pt x="4009" y="2461"/>
                    <a:pt x="4009" y="2447"/>
                    <a:pt x="3995" y="2434"/>
                  </a:cubicBezTo>
                  <a:lnTo>
                    <a:pt x="43" y="6"/>
                  </a:lnTo>
                  <a:cubicBezTo>
                    <a:pt x="39" y="3"/>
                    <a:pt x="35" y="1"/>
                    <a:pt x="30" y="1"/>
                  </a:cubicBezTo>
                  <a:close/>
                </a:path>
              </a:pathLst>
            </a:custGeom>
            <a:solidFill>
              <a:srgbClr val="E8EA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8" name="Google Shape;688;p35"/>
          <p:cNvSpPr txBox="1"/>
          <p:nvPr/>
        </p:nvSpPr>
        <p:spPr>
          <a:xfrm>
            <a:off x="3810050" y="1656793"/>
            <a:ext cx="6672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Metrophobic"/>
                <a:ea typeface="Metrophobic"/>
                <a:cs typeface="Metrophobic"/>
                <a:sym typeface="Metrophobic"/>
              </a:rPr>
              <a:t>Fixed</a:t>
            </a:r>
            <a:endParaRPr sz="1000">
              <a:solidFill>
                <a:schemeClr val="accent1"/>
              </a:solidFill>
              <a:latin typeface="Metrophobic"/>
              <a:ea typeface="Metrophobic"/>
              <a:cs typeface="Metrophobic"/>
              <a:sym typeface="Metrophobic"/>
            </a:endParaRPr>
          </a:p>
        </p:txBody>
      </p:sp>
      <p:grpSp>
        <p:nvGrpSpPr>
          <p:cNvPr id="689" name="Google Shape;689;p35"/>
          <p:cNvGrpSpPr/>
          <p:nvPr/>
        </p:nvGrpSpPr>
        <p:grpSpPr>
          <a:xfrm>
            <a:off x="4542605" y="3273199"/>
            <a:ext cx="240229" cy="233993"/>
            <a:chOff x="5548725" y="1996100"/>
            <a:chExt cx="275650" cy="269950"/>
          </a:xfrm>
        </p:grpSpPr>
        <p:sp>
          <p:nvSpPr>
            <p:cNvPr id="690" name="Google Shape;690;p35"/>
            <p:cNvSpPr/>
            <p:nvPr/>
          </p:nvSpPr>
          <p:spPr>
            <a:xfrm>
              <a:off x="5548725" y="1996100"/>
              <a:ext cx="275650" cy="269950"/>
            </a:xfrm>
            <a:custGeom>
              <a:avLst/>
              <a:gdLst/>
              <a:ahLst/>
              <a:cxnLst/>
              <a:rect l="l" t="t" r="r" b="b"/>
              <a:pathLst>
                <a:path w="11026" h="10798" extrusionOk="0">
                  <a:moveTo>
                    <a:pt x="5503" y="1"/>
                  </a:moveTo>
                  <a:cubicBezTo>
                    <a:pt x="5435" y="1"/>
                    <a:pt x="5367" y="2"/>
                    <a:pt x="5298" y="4"/>
                  </a:cubicBezTo>
                  <a:cubicBezTo>
                    <a:pt x="2330" y="130"/>
                    <a:pt x="0" y="2639"/>
                    <a:pt x="126" y="5607"/>
                  </a:cubicBezTo>
                  <a:cubicBezTo>
                    <a:pt x="247" y="8521"/>
                    <a:pt x="2646" y="10798"/>
                    <a:pt x="5524" y="10798"/>
                  </a:cubicBezTo>
                  <a:cubicBezTo>
                    <a:pt x="5592" y="10798"/>
                    <a:pt x="5660" y="10796"/>
                    <a:pt x="5728" y="10794"/>
                  </a:cubicBezTo>
                  <a:cubicBezTo>
                    <a:pt x="8709" y="10670"/>
                    <a:pt x="11026" y="8159"/>
                    <a:pt x="10915" y="5191"/>
                  </a:cubicBezTo>
                  <a:cubicBezTo>
                    <a:pt x="10792" y="2279"/>
                    <a:pt x="8394" y="1"/>
                    <a:pt x="5503" y="1"/>
                  </a:cubicBezTo>
                  <a:close/>
                </a:path>
              </a:pathLst>
            </a:custGeom>
            <a:solidFill>
              <a:srgbClr val="FF6A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5"/>
            <p:cNvSpPr/>
            <p:nvPr/>
          </p:nvSpPr>
          <p:spPr>
            <a:xfrm>
              <a:off x="5652025" y="2075800"/>
              <a:ext cx="100250" cy="122700"/>
            </a:xfrm>
            <a:custGeom>
              <a:avLst/>
              <a:gdLst/>
              <a:ahLst/>
              <a:cxnLst/>
              <a:rect l="l" t="t" r="r" b="b"/>
              <a:pathLst>
                <a:path w="4010" h="4908" extrusionOk="0">
                  <a:moveTo>
                    <a:pt x="30" y="1"/>
                  </a:moveTo>
                  <a:cubicBezTo>
                    <a:pt x="16" y="1"/>
                    <a:pt x="1" y="14"/>
                    <a:pt x="1" y="34"/>
                  </a:cubicBezTo>
                  <a:lnTo>
                    <a:pt x="1" y="4874"/>
                  </a:lnTo>
                  <a:cubicBezTo>
                    <a:pt x="1" y="4895"/>
                    <a:pt x="16" y="4907"/>
                    <a:pt x="30" y="4907"/>
                  </a:cubicBezTo>
                  <a:cubicBezTo>
                    <a:pt x="35" y="4907"/>
                    <a:pt x="39" y="4906"/>
                    <a:pt x="43" y="4902"/>
                  </a:cubicBezTo>
                  <a:lnTo>
                    <a:pt x="3995" y="2475"/>
                  </a:lnTo>
                  <a:cubicBezTo>
                    <a:pt x="4009" y="2461"/>
                    <a:pt x="4009" y="2447"/>
                    <a:pt x="3995" y="2434"/>
                  </a:cubicBezTo>
                  <a:lnTo>
                    <a:pt x="43" y="6"/>
                  </a:lnTo>
                  <a:cubicBezTo>
                    <a:pt x="39" y="3"/>
                    <a:pt x="35" y="1"/>
                    <a:pt x="30" y="1"/>
                  </a:cubicBezTo>
                  <a:close/>
                </a:path>
              </a:pathLst>
            </a:custGeom>
            <a:solidFill>
              <a:srgbClr val="E8EA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2" name="Google Shape;692;p35"/>
          <p:cNvSpPr txBox="1"/>
          <p:nvPr/>
        </p:nvSpPr>
        <p:spPr>
          <a:xfrm>
            <a:off x="3810050" y="3317143"/>
            <a:ext cx="6672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Metrophobic"/>
                <a:ea typeface="Metrophobic"/>
                <a:cs typeface="Metrophobic"/>
                <a:sym typeface="Metrophobic"/>
              </a:rPr>
              <a:t>Next</a:t>
            </a:r>
            <a:endParaRPr sz="1000">
              <a:solidFill>
                <a:schemeClr val="accent1"/>
              </a:solidFill>
              <a:latin typeface="Metrophobic"/>
              <a:ea typeface="Metrophobic"/>
              <a:cs typeface="Metrophobic"/>
              <a:sym typeface="Metrophob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Google Shape;1774;p51"/>
          <p:cNvSpPr txBox="1">
            <a:spLocks noGrp="1"/>
          </p:cNvSpPr>
          <p:nvPr>
            <p:ph type="ctrTitle"/>
          </p:nvPr>
        </p:nvSpPr>
        <p:spPr>
          <a:xfrm>
            <a:off x="2624250" y="1070938"/>
            <a:ext cx="4262100" cy="8220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1775" name="Google Shape;1775;p51"/>
          <p:cNvSpPr txBox="1">
            <a:spLocks noGrp="1"/>
          </p:cNvSpPr>
          <p:nvPr>
            <p:ph type="subTitle" idx="1"/>
          </p:nvPr>
        </p:nvSpPr>
        <p:spPr>
          <a:xfrm>
            <a:off x="2624250" y="2396100"/>
            <a:ext cx="4262100" cy="756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77" name="Google Shape;1777;p51"/>
          <p:cNvGrpSpPr/>
          <p:nvPr/>
        </p:nvGrpSpPr>
        <p:grpSpPr>
          <a:xfrm>
            <a:off x="723837" y="552000"/>
            <a:ext cx="1244188" cy="1640915"/>
            <a:chOff x="723837" y="552000"/>
            <a:chExt cx="1244188" cy="1640915"/>
          </a:xfrm>
        </p:grpSpPr>
        <p:sp>
          <p:nvSpPr>
            <p:cNvPr id="1778" name="Google Shape;1778;p51"/>
            <p:cNvSpPr/>
            <p:nvPr/>
          </p:nvSpPr>
          <p:spPr>
            <a:xfrm>
              <a:off x="729625" y="552000"/>
              <a:ext cx="98100" cy="98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51"/>
            <p:cNvSpPr/>
            <p:nvPr/>
          </p:nvSpPr>
          <p:spPr>
            <a:xfrm>
              <a:off x="882900" y="552000"/>
              <a:ext cx="98100" cy="98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51"/>
            <p:cNvSpPr/>
            <p:nvPr/>
          </p:nvSpPr>
          <p:spPr>
            <a:xfrm>
              <a:off x="1036175" y="552000"/>
              <a:ext cx="98100" cy="98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81" name="Google Shape;1781;p51"/>
            <p:cNvGrpSpPr/>
            <p:nvPr/>
          </p:nvGrpSpPr>
          <p:grpSpPr>
            <a:xfrm>
              <a:off x="729630" y="1968358"/>
              <a:ext cx="255615" cy="224557"/>
              <a:chOff x="6184139" y="1980808"/>
              <a:chExt cx="451696" cy="396814"/>
            </a:xfrm>
          </p:grpSpPr>
          <p:sp>
            <p:nvSpPr>
              <p:cNvPr id="1782" name="Google Shape;1782;p51"/>
              <p:cNvSpPr/>
              <p:nvPr/>
            </p:nvSpPr>
            <p:spPr>
              <a:xfrm>
                <a:off x="6184139" y="1980808"/>
                <a:ext cx="451696" cy="396814"/>
              </a:xfrm>
              <a:custGeom>
                <a:avLst/>
                <a:gdLst/>
                <a:ahLst/>
                <a:cxnLst/>
                <a:rect l="l" t="t" r="r" b="b"/>
                <a:pathLst>
                  <a:path w="9473" h="8322" extrusionOk="0">
                    <a:moveTo>
                      <a:pt x="4272" y="361"/>
                    </a:moveTo>
                    <a:cubicBezTo>
                      <a:pt x="4675" y="361"/>
                      <a:pt x="5063" y="583"/>
                      <a:pt x="5257" y="943"/>
                    </a:cubicBezTo>
                    <a:cubicBezTo>
                      <a:pt x="5285" y="1013"/>
                      <a:pt x="5354" y="1041"/>
                      <a:pt x="5437" y="1041"/>
                    </a:cubicBezTo>
                    <a:cubicBezTo>
                      <a:pt x="5466" y="1038"/>
                      <a:pt x="5495" y="1036"/>
                      <a:pt x="5524" y="1036"/>
                    </a:cubicBezTo>
                    <a:cubicBezTo>
                      <a:pt x="5868" y="1036"/>
                      <a:pt x="6196" y="1263"/>
                      <a:pt x="6324" y="1596"/>
                    </a:cubicBezTo>
                    <a:cubicBezTo>
                      <a:pt x="6349" y="1657"/>
                      <a:pt x="6408" y="1709"/>
                      <a:pt x="6480" y="1709"/>
                    </a:cubicBezTo>
                    <a:cubicBezTo>
                      <a:pt x="6489" y="1709"/>
                      <a:pt x="6497" y="1708"/>
                      <a:pt x="6505" y="1707"/>
                    </a:cubicBezTo>
                    <a:cubicBezTo>
                      <a:pt x="6521" y="1705"/>
                      <a:pt x="6536" y="1704"/>
                      <a:pt x="6552" y="1704"/>
                    </a:cubicBezTo>
                    <a:cubicBezTo>
                      <a:pt x="6838" y="1704"/>
                      <a:pt x="7088" y="1944"/>
                      <a:pt x="7088" y="2234"/>
                    </a:cubicBezTo>
                    <a:cubicBezTo>
                      <a:pt x="7088" y="2524"/>
                      <a:pt x="6851" y="2760"/>
                      <a:pt x="6561" y="2760"/>
                    </a:cubicBezTo>
                    <a:lnTo>
                      <a:pt x="6311" y="2760"/>
                    </a:lnTo>
                    <a:lnTo>
                      <a:pt x="6311" y="2178"/>
                    </a:lnTo>
                    <a:cubicBezTo>
                      <a:pt x="6311" y="2073"/>
                      <a:pt x="6222" y="1988"/>
                      <a:pt x="6120" y="1988"/>
                    </a:cubicBezTo>
                    <a:cubicBezTo>
                      <a:pt x="6101" y="1988"/>
                      <a:pt x="6081" y="1991"/>
                      <a:pt x="6061" y="1997"/>
                    </a:cubicBezTo>
                    <a:lnTo>
                      <a:pt x="4064" y="2566"/>
                    </a:lnTo>
                    <a:cubicBezTo>
                      <a:pt x="3981" y="2594"/>
                      <a:pt x="3926" y="2677"/>
                      <a:pt x="3939" y="2760"/>
                    </a:cubicBezTo>
                    <a:lnTo>
                      <a:pt x="3066" y="2760"/>
                    </a:lnTo>
                    <a:cubicBezTo>
                      <a:pt x="2678" y="2760"/>
                      <a:pt x="2345" y="2413"/>
                      <a:pt x="2373" y="2025"/>
                    </a:cubicBezTo>
                    <a:cubicBezTo>
                      <a:pt x="2373" y="1886"/>
                      <a:pt x="2441" y="1720"/>
                      <a:pt x="2552" y="1609"/>
                    </a:cubicBezTo>
                    <a:cubicBezTo>
                      <a:pt x="2678" y="1470"/>
                      <a:pt x="2830" y="1401"/>
                      <a:pt x="3011" y="1387"/>
                    </a:cubicBezTo>
                    <a:cubicBezTo>
                      <a:pt x="3094" y="1374"/>
                      <a:pt x="3163" y="1318"/>
                      <a:pt x="3177" y="1235"/>
                    </a:cubicBezTo>
                    <a:cubicBezTo>
                      <a:pt x="3232" y="999"/>
                      <a:pt x="3371" y="777"/>
                      <a:pt x="3565" y="610"/>
                    </a:cubicBezTo>
                    <a:cubicBezTo>
                      <a:pt x="3773" y="444"/>
                      <a:pt x="4009" y="361"/>
                      <a:pt x="4272" y="361"/>
                    </a:cubicBezTo>
                    <a:close/>
                    <a:moveTo>
                      <a:pt x="5936" y="2413"/>
                    </a:moveTo>
                    <a:lnTo>
                      <a:pt x="5936" y="2816"/>
                    </a:lnTo>
                    <a:lnTo>
                      <a:pt x="4300" y="3301"/>
                    </a:lnTo>
                    <a:lnTo>
                      <a:pt x="4300" y="2885"/>
                    </a:lnTo>
                    <a:lnTo>
                      <a:pt x="5936" y="2413"/>
                    </a:lnTo>
                    <a:close/>
                    <a:moveTo>
                      <a:pt x="5618" y="4493"/>
                    </a:moveTo>
                    <a:cubicBezTo>
                      <a:pt x="5797" y="4493"/>
                      <a:pt x="5936" y="4632"/>
                      <a:pt x="5936" y="4813"/>
                    </a:cubicBezTo>
                    <a:lnTo>
                      <a:pt x="5936" y="4826"/>
                    </a:lnTo>
                    <a:lnTo>
                      <a:pt x="5936" y="4841"/>
                    </a:lnTo>
                    <a:cubicBezTo>
                      <a:pt x="5936" y="5007"/>
                      <a:pt x="5797" y="5146"/>
                      <a:pt x="5618" y="5146"/>
                    </a:cubicBezTo>
                    <a:lnTo>
                      <a:pt x="5326" y="5146"/>
                    </a:lnTo>
                    <a:cubicBezTo>
                      <a:pt x="5146" y="5146"/>
                      <a:pt x="5007" y="5007"/>
                      <a:pt x="5007" y="4841"/>
                    </a:cubicBezTo>
                    <a:lnTo>
                      <a:pt x="5007" y="4813"/>
                    </a:lnTo>
                    <a:cubicBezTo>
                      <a:pt x="5007" y="4632"/>
                      <a:pt x="5146" y="4493"/>
                      <a:pt x="5326" y="4493"/>
                    </a:cubicBezTo>
                    <a:close/>
                    <a:moveTo>
                      <a:pt x="3621" y="4909"/>
                    </a:moveTo>
                    <a:cubicBezTo>
                      <a:pt x="3800" y="4909"/>
                      <a:pt x="3939" y="5048"/>
                      <a:pt x="3939" y="5215"/>
                    </a:cubicBezTo>
                    <a:lnTo>
                      <a:pt x="3939" y="5229"/>
                    </a:lnTo>
                    <a:lnTo>
                      <a:pt x="3939" y="5242"/>
                    </a:lnTo>
                    <a:cubicBezTo>
                      <a:pt x="3939" y="5409"/>
                      <a:pt x="3800" y="5547"/>
                      <a:pt x="3621" y="5547"/>
                    </a:cubicBezTo>
                    <a:lnTo>
                      <a:pt x="3316" y="5547"/>
                    </a:lnTo>
                    <a:cubicBezTo>
                      <a:pt x="3149" y="5547"/>
                      <a:pt x="3011" y="5409"/>
                      <a:pt x="3011" y="5242"/>
                    </a:cubicBezTo>
                    <a:lnTo>
                      <a:pt x="3011" y="5215"/>
                    </a:lnTo>
                    <a:cubicBezTo>
                      <a:pt x="3011" y="5048"/>
                      <a:pt x="3149" y="4909"/>
                      <a:pt x="3316" y="4909"/>
                    </a:cubicBezTo>
                    <a:close/>
                    <a:moveTo>
                      <a:pt x="7615" y="2483"/>
                    </a:moveTo>
                    <a:lnTo>
                      <a:pt x="7615" y="6200"/>
                    </a:lnTo>
                    <a:lnTo>
                      <a:pt x="1873" y="6200"/>
                    </a:lnTo>
                    <a:lnTo>
                      <a:pt x="1873" y="2483"/>
                    </a:lnTo>
                    <a:lnTo>
                      <a:pt x="2081" y="2483"/>
                    </a:lnTo>
                    <a:cubicBezTo>
                      <a:pt x="2247" y="2871"/>
                      <a:pt x="2636" y="3134"/>
                      <a:pt x="3066" y="3134"/>
                    </a:cubicBezTo>
                    <a:lnTo>
                      <a:pt x="3939" y="3134"/>
                    </a:lnTo>
                    <a:lnTo>
                      <a:pt x="3939" y="4619"/>
                    </a:lnTo>
                    <a:cubicBezTo>
                      <a:pt x="3843" y="4563"/>
                      <a:pt x="3732" y="4536"/>
                      <a:pt x="3621" y="4536"/>
                    </a:cubicBezTo>
                    <a:lnTo>
                      <a:pt x="3316" y="4536"/>
                    </a:lnTo>
                    <a:cubicBezTo>
                      <a:pt x="2941" y="4536"/>
                      <a:pt x="2636" y="4841"/>
                      <a:pt x="2636" y="5215"/>
                    </a:cubicBezTo>
                    <a:lnTo>
                      <a:pt x="2636" y="5242"/>
                    </a:lnTo>
                    <a:cubicBezTo>
                      <a:pt x="2636" y="5617"/>
                      <a:pt x="2941" y="5922"/>
                      <a:pt x="3316" y="5922"/>
                    </a:cubicBezTo>
                    <a:lnTo>
                      <a:pt x="3621" y="5922"/>
                    </a:lnTo>
                    <a:cubicBezTo>
                      <a:pt x="4009" y="5922"/>
                      <a:pt x="4300" y="5590"/>
                      <a:pt x="4300" y="5215"/>
                    </a:cubicBezTo>
                    <a:lnTo>
                      <a:pt x="4300" y="3676"/>
                    </a:lnTo>
                    <a:lnTo>
                      <a:pt x="5936" y="3204"/>
                    </a:lnTo>
                    <a:lnTo>
                      <a:pt x="5936" y="4203"/>
                    </a:lnTo>
                    <a:cubicBezTo>
                      <a:pt x="5840" y="4161"/>
                      <a:pt x="5742" y="4133"/>
                      <a:pt x="5618" y="4133"/>
                    </a:cubicBezTo>
                    <a:lnTo>
                      <a:pt x="5326" y="4133"/>
                    </a:lnTo>
                    <a:cubicBezTo>
                      <a:pt x="4952" y="4133"/>
                      <a:pt x="4647" y="4438"/>
                      <a:pt x="4647" y="4813"/>
                    </a:cubicBezTo>
                    <a:lnTo>
                      <a:pt x="4647" y="4841"/>
                    </a:lnTo>
                    <a:cubicBezTo>
                      <a:pt x="4647" y="5215"/>
                      <a:pt x="4952" y="5520"/>
                      <a:pt x="5326" y="5520"/>
                    </a:cubicBezTo>
                    <a:lnTo>
                      <a:pt x="5618" y="5520"/>
                    </a:lnTo>
                    <a:cubicBezTo>
                      <a:pt x="6006" y="5520"/>
                      <a:pt x="6311" y="5187"/>
                      <a:pt x="6311" y="4813"/>
                    </a:cubicBezTo>
                    <a:lnTo>
                      <a:pt x="6311" y="3134"/>
                    </a:lnTo>
                    <a:lnTo>
                      <a:pt x="6561" y="3134"/>
                    </a:lnTo>
                    <a:cubicBezTo>
                      <a:pt x="6962" y="3134"/>
                      <a:pt x="7323" y="2857"/>
                      <a:pt x="7434" y="2483"/>
                    </a:cubicBezTo>
                    <a:close/>
                    <a:moveTo>
                      <a:pt x="8044" y="1664"/>
                    </a:moveTo>
                    <a:cubicBezTo>
                      <a:pt x="8253" y="1664"/>
                      <a:pt x="8432" y="1831"/>
                      <a:pt x="8432" y="2053"/>
                    </a:cubicBezTo>
                    <a:lnTo>
                      <a:pt x="8432" y="6629"/>
                    </a:lnTo>
                    <a:cubicBezTo>
                      <a:pt x="8432" y="6838"/>
                      <a:pt x="8253" y="7017"/>
                      <a:pt x="8044" y="7017"/>
                    </a:cubicBezTo>
                    <a:lnTo>
                      <a:pt x="1443" y="7017"/>
                    </a:lnTo>
                    <a:cubicBezTo>
                      <a:pt x="1221" y="7017"/>
                      <a:pt x="1055" y="6838"/>
                      <a:pt x="1055" y="6629"/>
                    </a:cubicBezTo>
                    <a:lnTo>
                      <a:pt x="1055" y="2053"/>
                    </a:lnTo>
                    <a:cubicBezTo>
                      <a:pt x="1055" y="1831"/>
                      <a:pt x="1221" y="1664"/>
                      <a:pt x="1443" y="1664"/>
                    </a:cubicBezTo>
                    <a:lnTo>
                      <a:pt x="2081" y="1664"/>
                    </a:lnTo>
                    <a:cubicBezTo>
                      <a:pt x="2025" y="1803"/>
                      <a:pt x="1998" y="1956"/>
                      <a:pt x="1998" y="2108"/>
                    </a:cubicBezTo>
                    <a:lnTo>
                      <a:pt x="1679" y="2108"/>
                    </a:lnTo>
                    <a:cubicBezTo>
                      <a:pt x="1582" y="2108"/>
                      <a:pt x="1498" y="2191"/>
                      <a:pt x="1498" y="2289"/>
                    </a:cubicBezTo>
                    <a:lnTo>
                      <a:pt x="1498" y="6394"/>
                    </a:lnTo>
                    <a:cubicBezTo>
                      <a:pt x="1498" y="6490"/>
                      <a:pt x="1582" y="6574"/>
                      <a:pt x="1679" y="6574"/>
                    </a:cubicBezTo>
                    <a:lnTo>
                      <a:pt x="7794" y="6574"/>
                    </a:lnTo>
                    <a:cubicBezTo>
                      <a:pt x="7905" y="6574"/>
                      <a:pt x="7989" y="6490"/>
                      <a:pt x="7989" y="6394"/>
                    </a:cubicBezTo>
                    <a:lnTo>
                      <a:pt x="7989" y="2289"/>
                    </a:lnTo>
                    <a:cubicBezTo>
                      <a:pt x="7989" y="2191"/>
                      <a:pt x="7905" y="2108"/>
                      <a:pt x="7794" y="2108"/>
                    </a:cubicBezTo>
                    <a:lnTo>
                      <a:pt x="7448" y="2108"/>
                    </a:lnTo>
                    <a:cubicBezTo>
                      <a:pt x="7434" y="1942"/>
                      <a:pt x="7365" y="1790"/>
                      <a:pt x="7254" y="1664"/>
                    </a:cubicBezTo>
                    <a:close/>
                    <a:moveTo>
                      <a:pt x="4272" y="0"/>
                    </a:moveTo>
                    <a:cubicBezTo>
                      <a:pt x="3926" y="0"/>
                      <a:pt x="3593" y="111"/>
                      <a:pt x="3329" y="320"/>
                    </a:cubicBezTo>
                    <a:cubicBezTo>
                      <a:pt x="3107" y="514"/>
                      <a:pt x="2941" y="749"/>
                      <a:pt x="2844" y="1026"/>
                    </a:cubicBezTo>
                    <a:cubicBezTo>
                      <a:pt x="2663" y="1069"/>
                      <a:pt x="2484" y="1165"/>
                      <a:pt x="2345" y="1290"/>
                    </a:cubicBezTo>
                    <a:lnTo>
                      <a:pt x="1443" y="1290"/>
                    </a:lnTo>
                    <a:cubicBezTo>
                      <a:pt x="1027" y="1290"/>
                      <a:pt x="681" y="1637"/>
                      <a:pt x="681" y="2053"/>
                    </a:cubicBezTo>
                    <a:lnTo>
                      <a:pt x="681" y="6629"/>
                    </a:lnTo>
                    <a:cubicBezTo>
                      <a:pt x="681" y="6768"/>
                      <a:pt x="722" y="6906"/>
                      <a:pt x="792" y="7017"/>
                    </a:cubicBezTo>
                    <a:lnTo>
                      <a:pt x="195" y="7017"/>
                    </a:lnTo>
                    <a:cubicBezTo>
                      <a:pt x="84" y="7017"/>
                      <a:pt x="1" y="7101"/>
                      <a:pt x="1" y="7198"/>
                    </a:cubicBezTo>
                    <a:lnTo>
                      <a:pt x="1" y="7642"/>
                    </a:lnTo>
                    <a:cubicBezTo>
                      <a:pt x="1" y="8016"/>
                      <a:pt x="320" y="8321"/>
                      <a:pt x="694" y="8321"/>
                    </a:cubicBezTo>
                    <a:lnTo>
                      <a:pt x="3926" y="8321"/>
                    </a:lnTo>
                    <a:cubicBezTo>
                      <a:pt x="4037" y="8321"/>
                      <a:pt x="4120" y="8238"/>
                      <a:pt x="4120" y="8141"/>
                    </a:cubicBezTo>
                    <a:cubicBezTo>
                      <a:pt x="4120" y="8030"/>
                      <a:pt x="4037" y="7947"/>
                      <a:pt x="3926" y="7947"/>
                    </a:cubicBezTo>
                    <a:lnTo>
                      <a:pt x="694" y="7947"/>
                    </a:lnTo>
                    <a:cubicBezTo>
                      <a:pt x="514" y="7947"/>
                      <a:pt x="376" y="7808"/>
                      <a:pt x="376" y="7642"/>
                    </a:cubicBezTo>
                    <a:lnTo>
                      <a:pt x="376" y="7392"/>
                    </a:lnTo>
                    <a:lnTo>
                      <a:pt x="9098" y="7392"/>
                    </a:lnTo>
                    <a:lnTo>
                      <a:pt x="9098" y="7642"/>
                    </a:lnTo>
                    <a:cubicBezTo>
                      <a:pt x="9098" y="7808"/>
                      <a:pt x="8959" y="7947"/>
                      <a:pt x="8793" y="7947"/>
                    </a:cubicBezTo>
                    <a:lnTo>
                      <a:pt x="5562" y="7947"/>
                    </a:lnTo>
                    <a:cubicBezTo>
                      <a:pt x="5451" y="7947"/>
                      <a:pt x="5368" y="8030"/>
                      <a:pt x="5368" y="8141"/>
                    </a:cubicBezTo>
                    <a:cubicBezTo>
                      <a:pt x="5368" y="8238"/>
                      <a:pt x="5451" y="8321"/>
                      <a:pt x="5562" y="8321"/>
                    </a:cubicBezTo>
                    <a:lnTo>
                      <a:pt x="8793" y="8321"/>
                    </a:lnTo>
                    <a:cubicBezTo>
                      <a:pt x="9168" y="8321"/>
                      <a:pt x="9473" y="8016"/>
                      <a:pt x="9473" y="7642"/>
                    </a:cubicBezTo>
                    <a:lnTo>
                      <a:pt x="9473" y="7198"/>
                    </a:lnTo>
                    <a:cubicBezTo>
                      <a:pt x="9473" y="7101"/>
                      <a:pt x="9390" y="7017"/>
                      <a:pt x="9292" y="7017"/>
                    </a:cubicBezTo>
                    <a:lnTo>
                      <a:pt x="8696" y="7017"/>
                    </a:lnTo>
                    <a:cubicBezTo>
                      <a:pt x="8765" y="6906"/>
                      <a:pt x="8793" y="6768"/>
                      <a:pt x="8793" y="6629"/>
                    </a:cubicBezTo>
                    <a:lnTo>
                      <a:pt x="8793" y="2053"/>
                    </a:lnTo>
                    <a:cubicBezTo>
                      <a:pt x="8793" y="1637"/>
                      <a:pt x="8460" y="1290"/>
                      <a:pt x="8044" y="1290"/>
                    </a:cubicBezTo>
                    <a:lnTo>
                      <a:pt x="6588" y="1290"/>
                    </a:lnTo>
                    <a:cubicBezTo>
                      <a:pt x="6367" y="915"/>
                      <a:pt x="5964" y="666"/>
                      <a:pt x="5520" y="666"/>
                    </a:cubicBezTo>
                    <a:cubicBezTo>
                      <a:pt x="5243" y="250"/>
                      <a:pt x="4771" y="0"/>
                      <a:pt x="42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Google Shape;1783;p51"/>
              <p:cNvSpPr/>
              <p:nvPr/>
            </p:nvSpPr>
            <p:spPr>
              <a:xfrm>
                <a:off x="6400384" y="2359892"/>
                <a:ext cx="19216" cy="17499"/>
              </a:xfrm>
              <a:custGeom>
                <a:avLst/>
                <a:gdLst/>
                <a:ahLst/>
                <a:cxnLst/>
                <a:rect l="l" t="t" r="r" b="b"/>
                <a:pathLst>
                  <a:path w="403" h="367" extrusionOk="0">
                    <a:moveTo>
                      <a:pt x="192" y="0"/>
                    </a:moveTo>
                    <a:cubicBezTo>
                      <a:pt x="147" y="0"/>
                      <a:pt x="103" y="19"/>
                      <a:pt x="70" y="53"/>
                    </a:cubicBezTo>
                    <a:cubicBezTo>
                      <a:pt x="14" y="121"/>
                      <a:pt x="1" y="219"/>
                      <a:pt x="56" y="288"/>
                    </a:cubicBezTo>
                    <a:cubicBezTo>
                      <a:pt x="89" y="342"/>
                      <a:pt x="142" y="366"/>
                      <a:pt x="197" y="366"/>
                    </a:cubicBezTo>
                    <a:cubicBezTo>
                      <a:pt x="283" y="366"/>
                      <a:pt x="372" y="306"/>
                      <a:pt x="389" y="205"/>
                    </a:cubicBezTo>
                    <a:cubicBezTo>
                      <a:pt x="403" y="136"/>
                      <a:pt x="362" y="53"/>
                      <a:pt x="278" y="25"/>
                    </a:cubicBezTo>
                    <a:cubicBezTo>
                      <a:pt x="251" y="8"/>
                      <a:pt x="221" y="0"/>
                      <a:pt x="19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84" name="Google Shape;1784;p51"/>
            <p:cNvGrpSpPr/>
            <p:nvPr/>
          </p:nvGrpSpPr>
          <p:grpSpPr>
            <a:xfrm>
              <a:off x="729630" y="975085"/>
              <a:ext cx="255615" cy="254967"/>
              <a:chOff x="6184139" y="1220827"/>
              <a:chExt cx="451696" cy="450552"/>
            </a:xfrm>
          </p:grpSpPr>
          <p:sp>
            <p:nvSpPr>
              <p:cNvPr id="1785" name="Google Shape;1785;p51"/>
              <p:cNvSpPr/>
              <p:nvPr/>
            </p:nvSpPr>
            <p:spPr>
              <a:xfrm>
                <a:off x="6353416" y="1390104"/>
                <a:ext cx="117776" cy="137087"/>
              </a:xfrm>
              <a:custGeom>
                <a:avLst/>
                <a:gdLst/>
                <a:ahLst/>
                <a:cxnLst/>
                <a:rect l="l" t="t" r="r" b="b"/>
                <a:pathLst>
                  <a:path w="2470" h="2875" extrusionOk="0">
                    <a:moveTo>
                      <a:pt x="916" y="1946"/>
                    </a:moveTo>
                    <a:cubicBezTo>
                      <a:pt x="1069" y="1946"/>
                      <a:pt x="1193" y="2070"/>
                      <a:pt x="1193" y="2224"/>
                    </a:cubicBezTo>
                    <a:cubicBezTo>
                      <a:pt x="1193" y="2376"/>
                      <a:pt x="1069" y="2501"/>
                      <a:pt x="916" y="2501"/>
                    </a:cubicBezTo>
                    <a:lnTo>
                      <a:pt x="666" y="2501"/>
                    </a:lnTo>
                    <a:cubicBezTo>
                      <a:pt x="500" y="2501"/>
                      <a:pt x="376" y="2376"/>
                      <a:pt x="376" y="2224"/>
                    </a:cubicBezTo>
                    <a:cubicBezTo>
                      <a:pt x="376" y="2070"/>
                      <a:pt x="500" y="1946"/>
                      <a:pt x="666" y="1946"/>
                    </a:cubicBezTo>
                    <a:close/>
                    <a:moveTo>
                      <a:pt x="1383" y="1"/>
                    </a:moveTo>
                    <a:cubicBezTo>
                      <a:pt x="1371" y="1"/>
                      <a:pt x="1358" y="2"/>
                      <a:pt x="1347" y="5"/>
                    </a:cubicBezTo>
                    <a:cubicBezTo>
                      <a:pt x="1263" y="18"/>
                      <a:pt x="1193" y="101"/>
                      <a:pt x="1193" y="184"/>
                    </a:cubicBezTo>
                    <a:lnTo>
                      <a:pt x="1193" y="1627"/>
                    </a:lnTo>
                    <a:cubicBezTo>
                      <a:pt x="1110" y="1599"/>
                      <a:pt x="1014" y="1571"/>
                      <a:pt x="916" y="1571"/>
                    </a:cubicBezTo>
                    <a:lnTo>
                      <a:pt x="666" y="1571"/>
                    </a:lnTo>
                    <a:cubicBezTo>
                      <a:pt x="320" y="1571"/>
                      <a:pt x="15" y="1849"/>
                      <a:pt x="15" y="2209"/>
                    </a:cubicBezTo>
                    <a:cubicBezTo>
                      <a:pt x="1" y="2570"/>
                      <a:pt x="293" y="2875"/>
                      <a:pt x="666" y="2875"/>
                    </a:cubicBezTo>
                    <a:lnTo>
                      <a:pt x="916" y="2875"/>
                    </a:lnTo>
                    <a:cubicBezTo>
                      <a:pt x="1277" y="2875"/>
                      <a:pt x="1568" y="2584"/>
                      <a:pt x="1568" y="2224"/>
                    </a:cubicBezTo>
                    <a:lnTo>
                      <a:pt x="1568" y="600"/>
                    </a:lnTo>
                    <a:cubicBezTo>
                      <a:pt x="1637" y="628"/>
                      <a:pt x="1707" y="670"/>
                      <a:pt x="1804" y="698"/>
                    </a:cubicBezTo>
                    <a:cubicBezTo>
                      <a:pt x="2026" y="767"/>
                      <a:pt x="2081" y="920"/>
                      <a:pt x="2081" y="933"/>
                    </a:cubicBezTo>
                    <a:lnTo>
                      <a:pt x="2095" y="948"/>
                    </a:lnTo>
                    <a:cubicBezTo>
                      <a:pt x="2118" y="1025"/>
                      <a:pt x="2183" y="1067"/>
                      <a:pt x="2259" y="1067"/>
                    </a:cubicBezTo>
                    <a:cubicBezTo>
                      <a:pt x="2278" y="1067"/>
                      <a:pt x="2297" y="1064"/>
                      <a:pt x="2317" y="1059"/>
                    </a:cubicBezTo>
                    <a:cubicBezTo>
                      <a:pt x="2414" y="1031"/>
                      <a:pt x="2469" y="933"/>
                      <a:pt x="2442" y="822"/>
                    </a:cubicBezTo>
                    <a:cubicBezTo>
                      <a:pt x="2401" y="698"/>
                      <a:pt x="2247" y="448"/>
                      <a:pt x="1915" y="337"/>
                    </a:cubicBezTo>
                    <a:cubicBezTo>
                      <a:pt x="1665" y="268"/>
                      <a:pt x="1554" y="101"/>
                      <a:pt x="1541" y="88"/>
                    </a:cubicBezTo>
                    <a:cubicBezTo>
                      <a:pt x="1506" y="30"/>
                      <a:pt x="1443" y="1"/>
                      <a:pt x="13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Google Shape;1786;p51"/>
              <p:cNvSpPr/>
              <p:nvPr/>
            </p:nvSpPr>
            <p:spPr>
              <a:xfrm>
                <a:off x="6184139" y="1227598"/>
                <a:ext cx="451696" cy="443781"/>
              </a:xfrm>
              <a:custGeom>
                <a:avLst/>
                <a:gdLst/>
                <a:ahLst/>
                <a:cxnLst/>
                <a:rect l="l" t="t" r="r" b="b"/>
                <a:pathLst>
                  <a:path w="9473" h="9307" extrusionOk="0">
                    <a:moveTo>
                      <a:pt x="4672" y="2941"/>
                    </a:moveTo>
                    <a:cubicBezTo>
                      <a:pt x="5194" y="2941"/>
                      <a:pt x="5714" y="3135"/>
                      <a:pt x="6103" y="3524"/>
                    </a:cubicBezTo>
                    <a:cubicBezTo>
                      <a:pt x="6894" y="4313"/>
                      <a:pt x="6894" y="5604"/>
                      <a:pt x="6103" y="6394"/>
                    </a:cubicBezTo>
                    <a:cubicBezTo>
                      <a:pt x="5708" y="6789"/>
                      <a:pt x="5188" y="6987"/>
                      <a:pt x="4667" y="6987"/>
                    </a:cubicBezTo>
                    <a:cubicBezTo>
                      <a:pt x="4147" y="6987"/>
                      <a:pt x="3627" y="6789"/>
                      <a:pt x="3232" y="6394"/>
                    </a:cubicBezTo>
                    <a:cubicBezTo>
                      <a:pt x="2441" y="5604"/>
                      <a:pt x="2441" y="4313"/>
                      <a:pt x="3232" y="3524"/>
                    </a:cubicBezTo>
                    <a:cubicBezTo>
                      <a:pt x="3627" y="3135"/>
                      <a:pt x="4151" y="2941"/>
                      <a:pt x="4672" y="2941"/>
                    </a:cubicBezTo>
                    <a:close/>
                    <a:moveTo>
                      <a:pt x="2726" y="6554"/>
                    </a:moveTo>
                    <a:cubicBezTo>
                      <a:pt x="2820" y="6554"/>
                      <a:pt x="2913" y="6588"/>
                      <a:pt x="2983" y="6658"/>
                    </a:cubicBezTo>
                    <a:cubicBezTo>
                      <a:pt x="3121" y="6796"/>
                      <a:pt x="3121" y="7018"/>
                      <a:pt x="2983" y="7157"/>
                    </a:cubicBezTo>
                    <a:lnTo>
                      <a:pt x="1720" y="8418"/>
                    </a:lnTo>
                    <a:lnTo>
                      <a:pt x="1208" y="7919"/>
                    </a:lnTo>
                    <a:lnTo>
                      <a:pt x="2469" y="6658"/>
                    </a:lnTo>
                    <a:cubicBezTo>
                      <a:pt x="2538" y="6588"/>
                      <a:pt x="2632" y="6554"/>
                      <a:pt x="2726" y="6554"/>
                    </a:cubicBezTo>
                    <a:close/>
                    <a:moveTo>
                      <a:pt x="944" y="8183"/>
                    </a:moveTo>
                    <a:lnTo>
                      <a:pt x="1457" y="8682"/>
                    </a:lnTo>
                    <a:lnTo>
                      <a:pt x="1304" y="8834"/>
                    </a:lnTo>
                    <a:cubicBezTo>
                      <a:pt x="1235" y="8904"/>
                      <a:pt x="1145" y="8938"/>
                      <a:pt x="1055" y="8938"/>
                    </a:cubicBezTo>
                    <a:cubicBezTo>
                      <a:pt x="964" y="8938"/>
                      <a:pt x="874" y="8904"/>
                      <a:pt x="805" y="8834"/>
                    </a:cubicBezTo>
                    <a:cubicBezTo>
                      <a:pt x="666" y="8696"/>
                      <a:pt x="666" y="8474"/>
                      <a:pt x="805" y="8335"/>
                    </a:cubicBezTo>
                    <a:lnTo>
                      <a:pt x="944" y="8183"/>
                    </a:lnTo>
                    <a:close/>
                    <a:moveTo>
                      <a:pt x="4718" y="1"/>
                    </a:moveTo>
                    <a:cubicBezTo>
                      <a:pt x="4642" y="1"/>
                      <a:pt x="4571" y="51"/>
                      <a:pt x="4549" y="125"/>
                    </a:cubicBezTo>
                    <a:cubicBezTo>
                      <a:pt x="4508" y="223"/>
                      <a:pt x="4564" y="320"/>
                      <a:pt x="4660" y="362"/>
                    </a:cubicBezTo>
                    <a:cubicBezTo>
                      <a:pt x="5146" y="541"/>
                      <a:pt x="5548" y="889"/>
                      <a:pt x="5797" y="1346"/>
                    </a:cubicBezTo>
                    <a:cubicBezTo>
                      <a:pt x="5834" y="1394"/>
                      <a:pt x="5890" y="1432"/>
                      <a:pt x="5950" y="1432"/>
                    </a:cubicBezTo>
                    <a:cubicBezTo>
                      <a:pt x="5959" y="1432"/>
                      <a:pt x="5969" y="1431"/>
                      <a:pt x="5978" y="1429"/>
                    </a:cubicBezTo>
                    <a:lnTo>
                      <a:pt x="6130" y="1429"/>
                    </a:lnTo>
                    <a:cubicBezTo>
                      <a:pt x="6824" y="1429"/>
                      <a:pt x="7462" y="1873"/>
                      <a:pt x="7711" y="2511"/>
                    </a:cubicBezTo>
                    <a:cubicBezTo>
                      <a:pt x="7739" y="2594"/>
                      <a:pt x="7822" y="2636"/>
                      <a:pt x="7905" y="2636"/>
                    </a:cubicBezTo>
                    <a:cubicBezTo>
                      <a:pt x="7947" y="2636"/>
                      <a:pt x="7975" y="2622"/>
                      <a:pt x="8016" y="2622"/>
                    </a:cubicBezTo>
                    <a:cubicBezTo>
                      <a:pt x="8613" y="2622"/>
                      <a:pt x="9098" y="3121"/>
                      <a:pt x="9098" y="3718"/>
                    </a:cubicBezTo>
                    <a:cubicBezTo>
                      <a:pt x="9098" y="4328"/>
                      <a:pt x="8613" y="4813"/>
                      <a:pt x="8016" y="4813"/>
                    </a:cubicBezTo>
                    <a:lnTo>
                      <a:pt x="7073" y="4813"/>
                    </a:lnTo>
                    <a:cubicBezTo>
                      <a:pt x="7004" y="3870"/>
                      <a:pt x="6380" y="3024"/>
                      <a:pt x="5492" y="2705"/>
                    </a:cubicBezTo>
                    <a:cubicBezTo>
                      <a:pt x="5230" y="2611"/>
                      <a:pt x="4957" y="2565"/>
                      <a:pt x="4687" y="2565"/>
                    </a:cubicBezTo>
                    <a:cubicBezTo>
                      <a:pt x="4001" y="2565"/>
                      <a:pt x="3329" y="2857"/>
                      <a:pt x="2872" y="3385"/>
                    </a:cubicBezTo>
                    <a:cubicBezTo>
                      <a:pt x="2705" y="3579"/>
                      <a:pt x="2567" y="3787"/>
                      <a:pt x="2456" y="4023"/>
                    </a:cubicBezTo>
                    <a:cubicBezTo>
                      <a:pt x="2358" y="4272"/>
                      <a:pt x="2289" y="4550"/>
                      <a:pt x="2275" y="4813"/>
                    </a:cubicBezTo>
                    <a:lnTo>
                      <a:pt x="1762" y="4813"/>
                    </a:lnTo>
                    <a:cubicBezTo>
                      <a:pt x="999" y="4813"/>
                      <a:pt x="376" y="4189"/>
                      <a:pt x="376" y="3426"/>
                    </a:cubicBezTo>
                    <a:cubicBezTo>
                      <a:pt x="376" y="2719"/>
                      <a:pt x="944" y="2109"/>
                      <a:pt x="1651" y="2054"/>
                    </a:cubicBezTo>
                    <a:cubicBezTo>
                      <a:pt x="1735" y="2039"/>
                      <a:pt x="1803" y="1984"/>
                      <a:pt x="1818" y="1900"/>
                    </a:cubicBezTo>
                    <a:cubicBezTo>
                      <a:pt x="1984" y="1194"/>
                      <a:pt x="2484" y="611"/>
                      <a:pt x="3177" y="362"/>
                    </a:cubicBezTo>
                    <a:cubicBezTo>
                      <a:pt x="3273" y="334"/>
                      <a:pt x="3316" y="223"/>
                      <a:pt x="3273" y="125"/>
                    </a:cubicBezTo>
                    <a:cubicBezTo>
                      <a:pt x="3251" y="48"/>
                      <a:pt x="3176" y="6"/>
                      <a:pt x="3098" y="6"/>
                    </a:cubicBezTo>
                    <a:cubicBezTo>
                      <a:pt x="3078" y="6"/>
                      <a:pt x="3058" y="9"/>
                      <a:pt x="3038" y="14"/>
                    </a:cubicBezTo>
                    <a:cubicBezTo>
                      <a:pt x="2650" y="153"/>
                      <a:pt x="2303" y="403"/>
                      <a:pt x="2025" y="722"/>
                    </a:cubicBezTo>
                    <a:cubicBezTo>
                      <a:pt x="1776" y="1000"/>
                      <a:pt x="1596" y="1332"/>
                      <a:pt x="1498" y="1693"/>
                    </a:cubicBezTo>
                    <a:cubicBezTo>
                      <a:pt x="653" y="1832"/>
                      <a:pt x="1" y="2581"/>
                      <a:pt x="1" y="3426"/>
                    </a:cubicBezTo>
                    <a:cubicBezTo>
                      <a:pt x="1" y="4397"/>
                      <a:pt x="792" y="5188"/>
                      <a:pt x="1762" y="5188"/>
                    </a:cubicBezTo>
                    <a:lnTo>
                      <a:pt x="2289" y="5188"/>
                    </a:lnTo>
                    <a:cubicBezTo>
                      <a:pt x="2317" y="5534"/>
                      <a:pt x="2428" y="5881"/>
                      <a:pt x="2608" y="6186"/>
                    </a:cubicBezTo>
                    <a:cubicBezTo>
                      <a:pt x="2469" y="6214"/>
                      <a:pt x="2330" y="6283"/>
                      <a:pt x="2206" y="6394"/>
                    </a:cubicBezTo>
                    <a:lnTo>
                      <a:pt x="542" y="8072"/>
                    </a:lnTo>
                    <a:cubicBezTo>
                      <a:pt x="250" y="8350"/>
                      <a:pt x="250" y="8807"/>
                      <a:pt x="542" y="9099"/>
                    </a:cubicBezTo>
                    <a:cubicBezTo>
                      <a:pt x="681" y="9237"/>
                      <a:pt x="868" y="9307"/>
                      <a:pt x="1055" y="9307"/>
                    </a:cubicBezTo>
                    <a:cubicBezTo>
                      <a:pt x="1242" y="9307"/>
                      <a:pt x="1430" y="9237"/>
                      <a:pt x="1568" y="9099"/>
                    </a:cubicBezTo>
                    <a:lnTo>
                      <a:pt x="3232" y="7420"/>
                    </a:lnTo>
                    <a:cubicBezTo>
                      <a:pt x="3343" y="7309"/>
                      <a:pt x="3412" y="7170"/>
                      <a:pt x="3440" y="7018"/>
                    </a:cubicBezTo>
                    <a:cubicBezTo>
                      <a:pt x="3815" y="7240"/>
                      <a:pt x="4244" y="7364"/>
                      <a:pt x="4675" y="7364"/>
                    </a:cubicBezTo>
                    <a:cubicBezTo>
                      <a:pt x="5285" y="7364"/>
                      <a:pt x="5895" y="7129"/>
                      <a:pt x="6367" y="6658"/>
                    </a:cubicBezTo>
                    <a:cubicBezTo>
                      <a:pt x="6783" y="6242"/>
                      <a:pt x="7004" y="5728"/>
                      <a:pt x="7060" y="5188"/>
                    </a:cubicBezTo>
                    <a:lnTo>
                      <a:pt x="8016" y="5188"/>
                    </a:lnTo>
                    <a:cubicBezTo>
                      <a:pt x="8821" y="5188"/>
                      <a:pt x="9473" y="4522"/>
                      <a:pt x="9473" y="3718"/>
                    </a:cubicBezTo>
                    <a:cubicBezTo>
                      <a:pt x="9473" y="2913"/>
                      <a:pt x="8821" y="2261"/>
                      <a:pt x="8016" y="2261"/>
                    </a:cubicBezTo>
                    <a:lnTo>
                      <a:pt x="8003" y="2261"/>
                    </a:lnTo>
                    <a:cubicBezTo>
                      <a:pt x="7670" y="1540"/>
                      <a:pt x="6935" y="1055"/>
                      <a:pt x="6130" y="1055"/>
                    </a:cubicBezTo>
                    <a:lnTo>
                      <a:pt x="6061" y="1055"/>
                    </a:lnTo>
                    <a:cubicBezTo>
                      <a:pt x="5770" y="569"/>
                      <a:pt x="5313" y="209"/>
                      <a:pt x="4786" y="14"/>
                    </a:cubicBezTo>
                    <a:cubicBezTo>
                      <a:pt x="4763" y="5"/>
                      <a:pt x="4740" y="1"/>
                      <a:pt x="47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Google Shape;1787;p51"/>
              <p:cNvSpPr/>
              <p:nvPr/>
            </p:nvSpPr>
            <p:spPr>
              <a:xfrm>
                <a:off x="6361570" y="1220827"/>
                <a:ext cx="19025" cy="17690"/>
              </a:xfrm>
              <a:custGeom>
                <a:avLst/>
                <a:gdLst/>
                <a:ahLst/>
                <a:cxnLst/>
                <a:rect l="l" t="t" r="r" b="b"/>
                <a:pathLst>
                  <a:path w="399" h="371" extrusionOk="0">
                    <a:moveTo>
                      <a:pt x="187" y="1"/>
                    </a:moveTo>
                    <a:cubicBezTo>
                      <a:pt x="174" y="1"/>
                      <a:pt x="161" y="2"/>
                      <a:pt x="149" y="4"/>
                    </a:cubicBezTo>
                    <a:cubicBezTo>
                      <a:pt x="79" y="32"/>
                      <a:pt x="24" y="101"/>
                      <a:pt x="11" y="171"/>
                    </a:cubicBezTo>
                    <a:cubicBezTo>
                      <a:pt x="1" y="288"/>
                      <a:pt x="101" y="370"/>
                      <a:pt x="200" y="370"/>
                    </a:cubicBezTo>
                    <a:cubicBezTo>
                      <a:pt x="241" y="370"/>
                      <a:pt x="283" y="356"/>
                      <a:pt x="316" y="323"/>
                    </a:cubicBezTo>
                    <a:cubicBezTo>
                      <a:pt x="385" y="267"/>
                      <a:pt x="399" y="156"/>
                      <a:pt x="357" y="88"/>
                    </a:cubicBezTo>
                    <a:cubicBezTo>
                      <a:pt x="323" y="30"/>
                      <a:pt x="250" y="1"/>
                      <a:pt x="1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88" name="Google Shape;1788;p51"/>
            <p:cNvGrpSpPr/>
            <p:nvPr/>
          </p:nvGrpSpPr>
          <p:grpSpPr>
            <a:xfrm>
              <a:off x="723837" y="1482615"/>
              <a:ext cx="267223" cy="233165"/>
              <a:chOff x="6908262" y="1240186"/>
              <a:chExt cx="472209" cy="412024"/>
            </a:xfrm>
          </p:grpSpPr>
          <p:sp>
            <p:nvSpPr>
              <p:cNvPr id="1789" name="Google Shape;1789;p51"/>
              <p:cNvSpPr/>
              <p:nvPr/>
            </p:nvSpPr>
            <p:spPr>
              <a:xfrm>
                <a:off x="7105958" y="1594618"/>
                <a:ext cx="76769" cy="17929"/>
              </a:xfrm>
              <a:custGeom>
                <a:avLst/>
                <a:gdLst/>
                <a:ahLst/>
                <a:cxnLst/>
                <a:rect l="l" t="t" r="r" b="b"/>
                <a:pathLst>
                  <a:path w="1610" h="376" extrusionOk="0">
                    <a:moveTo>
                      <a:pt x="181" y="0"/>
                    </a:moveTo>
                    <a:cubicBezTo>
                      <a:pt x="84" y="0"/>
                      <a:pt x="1" y="84"/>
                      <a:pt x="1" y="181"/>
                    </a:cubicBezTo>
                    <a:cubicBezTo>
                      <a:pt x="1" y="292"/>
                      <a:pt x="84" y="375"/>
                      <a:pt x="181" y="375"/>
                    </a:cubicBezTo>
                    <a:lnTo>
                      <a:pt x="1429" y="375"/>
                    </a:lnTo>
                    <a:cubicBezTo>
                      <a:pt x="1540" y="375"/>
                      <a:pt x="1609" y="292"/>
                      <a:pt x="1609" y="181"/>
                    </a:cubicBezTo>
                    <a:cubicBezTo>
                      <a:pt x="1609" y="84"/>
                      <a:pt x="1540" y="0"/>
                      <a:pt x="14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Google Shape;1790;p51"/>
              <p:cNvSpPr/>
              <p:nvPr/>
            </p:nvSpPr>
            <p:spPr>
              <a:xfrm>
                <a:off x="7080209" y="1365642"/>
                <a:ext cx="136229" cy="159593"/>
              </a:xfrm>
              <a:custGeom>
                <a:avLst/>
                <a:gdLst/>
                <a:ahLst/>
                <a:cxnLst/>
                <a:rect l="l" t="t" r="r" b="b"/>
                <a:pathLst>
                  <a:path w="2857" h="3347" extrusionOk="0">
                    <a:moveTo>
                      <a:pt x="1054" y="2237"/>
                    </a:moveTo>
                    <a:cubicBezTo>
                      <a:pt x="1262" y="2237"/>
                      <a:pt x="1415" y="2404"/>
                      <a:pt x="1415" y="2598"/>
                    </a:cubicBezTo>
                    <a:lnTo>
                      <a:pt x="1415" y="2611"/>
                    </a:lnTo>
                    <a:cubicBezTo>
                      <a:pt x="1415" y="2820"/>
                      <a:pt x="1262" y="2972"/>
                      <a:pt x="1054" y="2972"/>
                    </a:cubicBezTo>
                    <a:lnTo>
                      <a:pt x="735" y="2972"/>
                    </a:lnTo>
                    <a:cubicBezTo>
                      <a:pt x="541" y="2972"/>
                      <a:pt x="374" y="2820"/>
                      <a:pt x="374" y="2611"/>
                    </a:cubicBezTo>
                    <a:lnTo>
                      <a:pt x="374" y="2598"/>
                    </a:lnTo>
                    <a:cubicBezTo>
                      <a:pt x="374" y="2404"/>
                      <a:pt x="541" y="2237"/>
                      <a:pt x="735" y="2237"/>
                    </a:cubicBezTo>
                    <a:close/>
                    <a:moveTo>
                      <a:pt x="1594" y="1"/>
                    </a:moveTo>
                    <a:cubicBezTo>
                      <a:pt x="1580" y="1"/>
                      <a:pt x="1567" y="2"/>
                      <a:pt x="1553" y="4"/>
                    </a:cubicBezTo>
                    <a:cubicBezTo>
                      <a:pt x="1470" y="32"/>
                      <a:pt x="1415" y="102"/>
                      <a:pt x="1415" y="185"/>
                    </a:cubicBezTo>
                    <a:lnTo>
                      <a:pt x="1415" y="1960"/>
                    </a:lnTo>
                    <a:cubicBezTo>
                      <a:pt x="1317" y="1904"/>
                      <a:pt x="1193" y="1862"/>
                      <a:pt x="1054" y="1862"/>
                    </a:cubicBezTo>
                    <a:lnTo>
                      <a:pt x="735" y="1862"/>
                    </a:lnTo>
                    <a:cubicBezTo>
                      <a:pt x="333" y="1862"/>
                      <a:pt x="0" y="2195"/>
                      <a:pt x="0" y="2598"/>
                    </a:cubicBezTo>
                    <a:lnTo>
                      <a:pt x="0" y="2611"/>
                    </a:lnTo>
                    <a:cubicBezTo>
                      <a:pt x="0" y="3014"/>
                      <a:pt x="333" y="3347"/>
                      <a:pt x="735" y="3347"/>
                    </a:cubicBezTo>
                    <a:lnTo>
                      <a:pt x="1054" y="3347"/>
                    </a:lnTo>
                    <a:cubicBezTo>
                      <a:pt x="1456" y="3347"/>
                      <a:pt x="1789" y="3014"/>
                      <a:pt x="1789" y="2611"/>
                    </a:cubicBezTo>
                    <a:lnTo>
                      <a:pt x="1789" y="2598"/>
                    </a:lnTo>
                    <a:lnTo>
                      <a:pt x="1789" y="614"/>
                    </a:lnTo>
                    <a:cubicBezTo>
                      <a:pt x="1872" y="670"/>
                      <a:pt x="1983" y="725"/>
                      <a:pt x="2108" y="767"/>
                    </a:cubicBezTo>
                    <a:cubicBezTo>
                      <a:pt x="2399" y="850"/>
                      <a:pt x="2469" y="1058"/>
                      <a:pt x="2469" y="1058"/>
                    </a:cubicBezTo>
                    <a:lnTo>
                      <a:pt x="2482" y="1086"/>
                    </a:lnTo>
                    <a:cubicBezTo>
                      <a:pt x="2505" y="1154"/>
                      <a:pt x="2575" y="1204"/>
                      <a:pt x="2645" y="1204"/>
                    </a:cubicBezTo>
                    <a:cubicBezTo>
                      <a:pt x="2661" y="1204"/>
                      <a:pt x="2676" y="1202"/>
                      <a:pt x="2691" y="1197"/>
                    </a:cubicBezTo>
                    <a:cubicBezTo>
                      <a:pt x="2802" y="1183"/>
                      <a:pt x="2857" y="1072"/>
                      <a:pt x="2829" y="975"/>
                    </a:cubicBezTo>
                    <a:lnTo>
                      <a:pt x="2829" y="961"/>
                    </a:lnTo>
                    <a:cubicBezTo>
                      <a:pt x="2787" y="808"/>
                      <a:pt x="2607" y="531"/>
                      <a:pt x="2219" y="407"/>
                    </a:cubicBezTo>
                    <a:cubicBezTo>
                      <a:pt x="1914" y="309"/>
                      <a:pt x="1775" y="115"/>
                      <a:pt x="1761" y="87"/>
                    </a:cubicBezTo>
                    <a:cubicBezTo>
                      <a:pt x="1726" y="30"/>
                      <a:pt x="1663" y="1"/>
                      <a:pt x="15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Google Shape;1791;p51"/>
              <p:cNvSpPr/>
              <p:nvPr/>
            </p:nvSpPr>
            <p:spPr>
              <a:xfrm>
                <a:off x="7019365" y="1240186"/>
                <a:ext cx="249999" cy="412024"/>
              </a:xfrm>
              <a:custGeom>
                <a:avLst/>
                <a:gdLst/>
                <a:ahLst/>
                <a:cxnLst/>
                <a:rect l="l" t="t" r="r" b="b"/>
                <a:pathLst>
                  <a:path w="5243" h="8641" extrusionOk="0">
                    <a:moveTo>
                      <a:pt x="3578" y="361"/>
                    </a:moveTo>
                    <a:lnTo>
                      <a:pt x="3578" y="403"/>
                    </a:lnTo>
                    <a:lnTo>
                      <a:pt x="3578" y="666"/>
                    </a:lnTo>
                    <a:cubicBezTo>
                      <a:pt x="3578" y="736"/>
                      <a:pt x="3523" y="791"/>
                      <a:pt x="3453" y="791"/>
                    </a:cubicBezTo>
                    <a:lnTo>
                      <a:pt x="1803" y="791"/>
                    </a:lnTo>
                    <a:cubicBezTo>
                      <a:pt x="1720" y="791"/>
                      <a:pt x="1665" y="736"/>
                      <a:pt x="1665" y="666"/>
                    </a:cubicBezTo>
                    <a:lnTo>
                      <a:pt x="1665" y="403"/>
                    </a:lnTo>
                    <a:lnTo>
                      <a:pt x="1665" y="361"/>
                    </a:lnTo>
                    <a:close/>
                    <a:moveTo>
                      <a:pt x="832" y="0"/>
                    </a:moveTo>
                    <a:cubicBezTo>
                      <a:pt x="374" y="0"/>
                      <a:pt x="0" y="375"/>
                      <a:pt x="0" y="832"/>
                    </a:cubicBezTo>
                    <a:lnTo>
                      <a:pt x="0" y="1636"/>
                    </a:lnTo>
                    <a:cubicBezTo>
                      <a:pt x="0" y="1747"/>
                      <a:pt x="84" y="1831"/>
                      <a:pt x="180" y="1831"/>
                    </a:cubicBezTo>
                    <a:cubicBezTo>
                      <a:pt x="291" y="1831"/>
                      <a:pt x="374" y="1747"/>
                      <a:pt x="374" y="1636"/>
                    </a:cubicBezTo>
                    <a:lnTo>
                      <a:pt x="374" y="832"/>
                    </a:lnTo>
                    <a:cubicBezTo>
                      <a:pt x="374" y="569"/>
                      <a:pt x="568" y="361"/>
                      <a:pt x="832" y="361"/>
                    </a:cubicBezTo>
                    <a:lnTo>
                      <a:pt x="1262" y="361"/>
                    </a:lnTo>
                    <a:cubicBezTo>
                      <a:pt x="1276" y="361"/>
                      <a:pt x="1290" y="388"/>
                      <a:pt x="1290" y="403"/>
                    </a:cubicBezTo>
                    <a:lnTo>
                      <a:pt x="1290" y="666"/>
                    </a:lnTo>
                    <a:cubicBezTo>
                      <a:pt x="1290" y="943"/>
                      <a:pt x="1526" y="1165"/>
                      <a:pt x="1803" y="1165"/>
                    </a:cubicBezTo>
                    <a:lnTo>
                      <a:pt x="3453" y="1165"/>
                    </a:lnTo>
                    <a:cubicBezTo>
                      <a:pt x="3730" y="1165"/>
                      <a:pt x="3952" y="943"/>
                      <a:pt x="3952" y="666"/>
                    </a:cubicBezTo>
                    <a:lnTo>
                      <a:pt x="3952" y="403"/>
                    </a:lnTo>
                    <a:cubicBezTo>
                      <a:pt x="3952" y="388"/>
                      <a:pt x="3967" y="361"/>
                      <a:pt x="3994" y="361"/>
                    </a:cubicBezTo>
                    <a:lnTo>
                      <a:pt x="4410" y="361"/>
                    </a:lnTo>
                    <a:cubicBezTo>
                      <a:pt x="4673" y="361"/>
                      <a:pt x="4882" y="569"/>
                      <a:pt x="4882" y="832"/>
                    </a:cubicBezTo>
                    <a:lnTo>
                      <a:pt x="4882" y="7808"/>
                    </a:lnTo>
                    <a:cubicBezTo>
                      <a:pt x="4882" y="8058"/>
                      <a:pt x="4673" y="8265"/>
                      <a:pt x="4410" y="8265"/>
                    </a:cubicBezTo>
                    <a:lnTo>
                      <a:pt x="832" y="8265"/>
                    </a:lnTo>
                    <a:cubicBezTo>
                      <a:pt x="583" y="8265"/>
                      <a:pt x="374" y="8058"/>
                      <a:pt x="374" y="7808"/>
                    </a:cubicBezTo>
                    <a:lnTo>
                      <a:pt x="374" y="3273"/>
                    </a:lnTo>
                    <a:cubicBezTo>
                      <a:pt x="374" y="3162"/>
                      <a:pt x="291" y="3079"/>
                      <a:pt x="180" y="3079"/>
                    </a:cubicBezTo>
                    <a:cubicBezTo>
                      <a:pt x="84" y="3079"/>
                      <a:pt x="0" y="3162"/>
                      <a:pt x="0" y="3273"/>
                    </a:cubicBezTo>
                    <a:lnTo>
                      <a:pt x="0" y="7808"/>
                    </a:lnTo>
                    <a:cubicBezTo>
                      <a:pt x="0" y="8265"/>
                      <a:pt x="374" y="8640"/>
                      <a:pt x="832" y="8640"/>
                    </a:cubicBezTo>
                    <a:lnTo>
                      <a:pt x="4410" y="8640"/>
                    </a:lnTo>
                    <a:cubicBezTo>
                      <a:pt x="4882" y="8640"/>
                      <a:pt x="5242" y="8265"/>
                      <a:pt x="5242" y="7808"/>
                    </a:cubicBezTo>
                    <a:lnTo>
                      <a:pt x="5242" y="832"/>
                    </a:lnTo>
                    <a:cubicBezTo>
                      <a:pt x="5242" y="375"/>
                      <a:pt x="4882" y="0"/>
                      <a:pt x="44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Google Shape;1792;p51"/>
              <p:cNvSpPr/>
              <p:nvPr/>
            </p:nvSpPr>
            <p:spPr>
              <a:xfrm>
                <a:off x="6955183" y="1401691"/>
                <a:ext cx="41722" cy="97606"/>
              </a:xfrm>
              <a:custGeom>
                <a:avLst/>
                <a:gdLst/>
                <a:ahLst/>
                <a:cxnLst/>
                <a:rect l="l" t="t" r="r" b="b"/>
                <a:pathLst>
                  <a:path w="875" h="2047" extrusionOk="0">
                    <a:moveTo>
                      <a:pt x="668" y="1"/>
                    </a:moveTo>
                    <a:cubicBezTo>
                      <a:pt x="621" y="1"/>
                      <a:pt x="576" y="18"/>
                      <a:pt x="542" y="52"/>
                    </a:cubicBezTo>
                    <a:cubicBezTo>
                      <a:pt x="1" y="594"/>
                      <a:pt x="1" y="1454"/>
                      <a:pt x="542" y="1994"/>
                    </a:cubicBezTo>
                    <a:cubicBezTo>
                      <a:pt x="576" y="2029"/>
                      <a:pt x="625" y="2046"/>
                      <a:pt x="673" y="2046"/>
                    </a:cubicBezTo>
                    <a:cubicBezTo>
                      <a:pt x="722" y="2046"/>
                      <a:pt x="771" y="2029"/>
                      <a:pt x="805" y="1994"/>
                    </a:cubicBezTo>
                    <a:cubicBezTo>
                      <a:pt x="875" y="1911"/>
                      <a:pt x="875" y="1800"/>
                      <a:pt x="805" y="1731"/>
                    </a:cubicBezTo>
                    <a:cubicBezTo>
                      <a:pt x="417" y="1343"/>
                      <a:pt x="417" y="705"/>
                      <a:pt x="805" y="316"/>
                    </a:cubicBezTo>
                    <a:cubicBezTo>
                      <a:pt x="875" y="246"/>
                      <a:pt x="875" y="122"/>
                      <a:pt x="805" y="52"/>
                    </a:cubicBezTo>
                    <a:cubicBezTo>
                      <a:pt x="763" y="18"/>
                      <a:pt x="715" y="1"/>
                      <a:pt x="6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Google Shape;1793;p51"/>
              <p:cNvSpPr/>
              <p:nvPr/>
            </p:nvSpPr>
            <p:spPr>
              <a:xfrm>
                <a:off x="6908262" y="1371269"/>
                <a:ext cx="58220" cy="158592"/>
              </a:xfrm>
              <a:custGeom>
                <a:avLst/>
                <a:gdLst/>
                <a:ahLst/>
                <a:cxnLst/>
                <a:rect l="l" t="t" r="r" b="b"/>
                <a:pathLst>
                  <a:path w="1221" h="3326" extrusionOk="0">
                    <a:moveTo>
                      <a:pt x="1014" y="1"/>
                    </a:moveTo>
                    <a:cubicBezTo>
                      <a:pt x="967" y="1"/>
                      <a:pt x="922" y="18"/>
                      <a:pt x="888" y="52"/>
                    </a:cubicBezTo>
                    <a:cubicBezTo>
                      <a:pt x="1" y="940"/>
                      <a:pt x="1" y="2382"/>
                      <a:pt x="888" y="3270"/>
                    </a:cubicBezTo>
                    <a:cubicBezTo>
                      <a:pt x="916" y="3297"/>
                      <a:pt x="971" y="3325"/>
                      <a:pt x="1012" y="3325"/>
                    </a:cubicBezTo>
                    <a:cubicBezTo>
                      <a:pt x="1068" y="3325"/>
                      <a:pt x="1110" y="3297"/>
                      <a:pt x="1151" y="3270"/>
                    </a:cubicBezTo>
                    <a:cubicBezTo>
                      <a:pt x="1221" y="3201"/>
                      <a:pt x="1221" y="3076"/>
                      <a:pt x="1151" y="3007"/>
                    </a:cubicBezTo>
                    <a:cubicBezTo>
                      <a:pt x="402" y="2258"/>
                      <a:pt x="402" y="1051"/>
                      <a:pt x="1151" y="316"/>
                    </a:cubicBezTo>
                    <a:cubicBezTo>
                      <a:pt x="1221" y="247"/>
                      <a:pt x="1221" y="122"/>
                      <a:pt x="1151" y="52"/>
                    </a:cubicBezTo>
                    <a:cubicBezTo>
                      <a:pt x="1109" y="18"/>
                      <a:pt x="1061" y="1"/>
                      <a:pt x="10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Google Shape;1794;p51"/>
              <p:cNvSpPr/>
              <p:nvPr/>
            </p:nvSpPr>
            <p:spPr>
              <a:xfrm>
                <a:off x="7291781" y="1401691"/>
                <a:ext cx="41722" cy="97606"/>
              </a:xfrm>
              <a:custGeom>
                <a:avLst/>
                <a:gdLst/>
                <a:ahLst/>
                <a:cxnLst/>
                <a:rect l="l" t="t" r="r" b="b"/>
                <a:pathLst>
                  <a:path w="875" h="2047" extrusionOk="0">
                    <a:moveTo>
                      <a:pt x="210" y="1"/>
                    </a:moveTo>
                    <a:cubicBezTo>
                      <a:pt x="163" y="1"/>
                      <a:pt x="119" y="18"/>
                      <a:pt x="84" y="52"/>
                    </a:cubicBezTo>
                    <a:cubicBezTo>
                      <a:pt x="1" y="122"/>
                      <a:pt x="1" y="246"/>
                      <a:pt x="84" y="316"/>
                    </a:cubicBezTo>
                    <a:cubicBezTo>
                      <a:pt x="472" y="705"/>
                      <a:pt x="472" y="1343"/>
                      <a:pt x="84" y="1731"/>
                    </a:cubicBezTo>
                    <a:cubicBezTo>
                      <a:pt x="1" y="1800"/>
                      <a:pt x="1" y="1911"/>
                      <a:pt x="84" y="1994"/>
                    </a:cubicBezTo>
                    <a:cubicBezTo>
                      <a:pt x="119" y="2029"/>
                      <a:pt x="163" y="2046"/>
                      <a:pt x="210" y="2046"/>
                    </a:cubicBezTo>
                    <a:cubicBezTo>
                      <a:pt x="257" y="2046"/>
                      <a:pt x="305" y="2029"/>
                      <a:pt x="347" y="1994"/>
                    </a:cubicBezTo>
                    <a:cubicBezTo>
                      <a:pt x="874" y="1454"/>
                      <a:pt x="874" y="594"/>
                      <a:pt x="347" y="52"/>
                    </a:cubicBezTo>
                    <a:cubicBezTo>
                      <a:pt x="305" y="18"/>
                      <a:pt x="257" y="1"/>
                      <a:pt x="2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Google Shape;1795;p51"/>
              <p:cNvSpPr/>
              <p:nvPr/>
            </p:nvSpPr>
            <p:spPr>
              <a:xfrm>
                <a:off x="7322871" y="1371269"/>
                <a:ext cx="57600" cy="158449"/>
              </a:xfrm>
              <a:custGeom>
                <a:avLst/>
                <a:gdLst/>
                <a:ahLst/>
                <a:cxnLst/>
                <a:rect l="l" t="t" r="r" b="b"/>
                <a:pathLst>
                  <a:path w="1208" h="3323" extrusionOk="0">
                    <a:moveTo>
                      <a:pt x="196" y="1"/>
                    </a:moveTo>
                    <a:cubicBezTo>
                      <a:pt x="149" y="1"/>
                      <a:pt x="104" y="18"/>
                      <a:pt x="70" y="52"/>
                    </a:cubicBezTo>
                    <a:cubicBezTo>
                      <a:pt x="0" y="122"/>
                      <a:pt x="0" y="247"/>
                      <a:pt x="70" y="316"/>
                    </a:cubicBezTo>
                    <a:cubicBezTo>
                      <a:pt x="805" y="1051"/>
                      <a:pt x="805" y="2258"/>
                      <a:pt x="70" y="3007"/>
                    </a:cubicBezTo>
                    <a:cubicBezTo>
                      <a:pt x="0" y="3076"/>
                      <a:pt x="0" y="3201"/>
                      <a:pt x="70" y="3270"/>
                    </a:cubicBezTo>
                    <a:cubicBezTo>
                      <a:pt x="104" y="3305"/>
                      <a:pt x="149" y="3322"/>
                      <a:pt x="196" y="3322"/>
                    </a:cubicBezTo>
                    <a:cubicBezTo>
                      <a:pt x="243" y="3322"/>
                      <a:pt x="291" y="3305"/>
                      <a:pt x="333" y="3270"/>
                    </a:cubicBezTo>
                    <a:cubicBezTo>
                      <a:pt x="1207" y="2382"/>
                      <a:pt x="1207" y="940"/>
                      <a:pt x="333" y="52"/>
                    </a:cubicBezTo>
                    <a:cubicBezTo>
                      <a:pt x="291" y="18"/>
                      <a:pt x="243" y="1"/>
                      <a:pt x="1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Google Shape;1796;p51"/>
              <p:cNvSpPr/>
              <p:nvPr/>
            </p:nvSpPr>
            <p:spPr>
              <a:xfrm>
                <a:off x="7018030" y="1348476"/>
                <a:ext cx="19502" cy="17786"/>
              </a:xfrm>
              <a:custGeom>
                <a:avLst/>
                <a:gdLst/>
                <a:ahLst/>
                <a:cxnLst/>
                <a:rect l="l" t="t" r="r" b="b"/>
                <a:pathLst>
                  <a:path w="409" h="373" extrusionOk="0">
                    <a:moveTo>
                      <a:pt x="207" y="1"/>
                    </a:moveTo>
                    <a:cubicBezTo>
                      <a:pt x="168" y="1"/>
                      <a:pt x="128" y="14"/>
                      <a:pt x="97" y="46"/>
                    </a:cubicBezTo>
                    <a:cubicBezTo>
                      <a:pt x="14" y="101"/>
                      <a:pt x="1" y="212"/>
                      <a:pt x="56" y="295"/>
                    </a:cubicBezTo>
                    <a:cubicBezTo>
                      <a:pt x="93" y="348"/>
                      <a:pt x="148" y="373"/>
                      <a:pt x="204" y="373"/>
                    </a:cubicBezTo>
                    <a:cubicBezTo>
                      <a:pt x="292" y="373"/>
                      <a:pt x="380" y="309"/>
                      <a:pt x="389" y="198"/>
                    </a:cubicBezTo>
                    <a:cubicBezTo>
                      <a:pt x="409" y="88"/>
                      <a:pt x="307" y="1"/>
                      <a:pt x="2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97" name="Google Shape;1797;p51"/>
            <p:cNvSpPr txBox="1"/>
            <p:nvPr/>
          </p:nvSpPr>
          <p:spPr>
            <a:xfrm>
              <a:off x="1085175" y="1029513"/>
              <a:ext cx="858300" cy="1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Search</a:t>
              </a:r>
              <a:endParaRPr sz="11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endParaRPr>
            </a:p>
          </p:txBody>
        </p:sp>
        <p:sp>
          <p:nvSpPr>
            <p:cNvPr id="1798" name="Google Shape;1798;p51"/>
            <p:cNvSpPr txBox="1"/>
            <p:nvPr/>
          </p:nvSpPr>
          <p:spPr>
            <a:xfrm>
              <a:off x="1085175" y="1526138"/>
              <a:ext cx="858300" cy="1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Home</a:t>
              </a:r>
              <a:endParaRPr sz="11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endParaRPr>
            </a:p>
          </p:txBody>
        </p:sp>
        <p:sp>
          <p:nvSpPr>
            <p:cNvPr id="1799" name="Google Shape;1799;p51"/>
            <p:cNvSpPr txBox="1"/>
            <p:nvPr/>
          </p:nvSpPr>
          <p:spPr>
            <a:xfrm>
              <a:off x="1085175" y="2007575"/>
              <a:ext cx="858300" cy="1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Library</a:t>
              </a:r>
              <a:endParaRPr sz="11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endParaRPr>
            </a:p>
          </p:txBody>
        </p:sp>
        <p:cxnSp>
          <p:nvCxnSpPr>
            <p:cNvPr id="1800" name="Google Shape;1800;p51"/>
            <p:cNvCxnSpPr/>
            <p:nvPr/>
          </p:nvCxnSpPr>
          <p:spPr>
            <a:xfrm>
              <a:off x="729625" y="1355100"/>
              <a:ext cx="1238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1" name="Google Shape;1801;p51"/>
            <p:cNvCxnSpPr/>
            <p:nvPr/>
          </p:nvCxnSpPr>
          <p:spPr>
            <a:xfrm>
              <a:off x="729625" y="1845525"/>
              <a:ext cx="1238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802" name="Google Shape;1802;p51"/>
          <p:cNvGrpSpPr/>
          <p:nvPr/>
        </p:nvGrpSpPr>
        <p:grpSpPr>
          <a:xfrm>
            <a:off x="2465285" y="552003"/>
            <a:ext cx="599322" cy="250348"/>
            <a:chOff x="2465285" y="552003"/>
            <a:chExt cx="599322" cy="250348"/>
          </a:xfrm>
        </p:grpSpPr>
        <p:sp>
          <p:nvSpPr>
            <p:cNvPr id="1803" name="Google Shape;1803;p51"/>
            <p:cNvSpPr/>
            <p:nvPr/>
          </p:nvSpPr>
          <p:spPr>
            <a:xfrm>
              <a:off x="2465285" y="552003"/>
              <a:ext cx="255633" cy="250348"/>
            </a:xfrm>
            <a:custGeom>
              <a:avLst/>
              <a:gdLst/>
              <a:ahLst/>
              <a:cxnLst/>
              <a:rect l="l" t="t" r="r" b="b"/>
              <a:pathLst>
                <a:path w="11027" h="10799" extrusionOk="0">
                  <a:moveTo>
                    <a:pt x="5504" y="1"/>
                  </a:moveTo>
                  <a:cubicBezTo>
                    <a:pt x="5436" y="1"/>
                    <a:pt x="5367" y="2"/>
                    <a:pt x="5298" y="4"/>
                  </a:cubicBezTo>
                  <a:cubicBezTo>
                    <a:pt x="2331" y="130"/>
                    <a:pt x="1" y="2639"/>
                    <a:pt x="126" y="5621"/>
                  </a:cubicBezTo>
                  <a:cubicBezTo>
                    <a:pt x="234" y="8525"/>
                    <a:pt x="2618" y="10799"/>
                    <a:pt x="5498" y="10799"/>
                  </a:cubicBezTo>
                  <a:cubicBezTo>
                    <a:pt x="5575" y="10799"/>
                    <a:pt x="5652" y="10797"/>
                    <a:pt x="5729" y="10794"/>
                  </a:cubicBezTo>
                  <a:cubicBezTo>
                    <a:pt x="8710" y="10683"/>
                    <a:pt x="11027" y="8173"/>
                    <a:pt x="10916" y="5191"/>
                  </a:cubicBezTo>
                  <a:cubicBezTo>
                    <a:pt x="10793" y="2279"/>
                    <a:pt x="8395" y="1"/>
                    <a:pt x="55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51"/>
            <p:cNvSpPr/>
            <p:nvPr/>
          </p:nvSpPr>
          <p:spPr>
            <a:xfrm>
              <a:off x="2569277" y="620325"/>
              <a:ext cx="47650" cy="117350"/>
            </a:xfrm>
            <a:custGeom>
              <a:avLst/>
              <a:gdLst/>
              <a:ahLst/>
              <a:cxnLst/>
              <a:rect l="l" t="t" r="r" b="b"/>
              <a:pathLst>
                <a:path w="1906" h="4694" extrusionOk="0">
                  <a:moveTo>
                    <a:pt x="1906" y="0"/>
                  </a:moveTo>
                  <a:lnTo>
                    <a:pt x="0" y="2347"/>
                  </a:lnTo>
                  <a:lnTo>
                    <a:pt x="1857" y="4694"/>
                  </a:ln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05" name="Google Shape;1805;p51"/>
            <p:cNvSpPr/>
            <p:nvPr/>
          </p:nvSpPr>
          <p:spPr>
            <a:xfrm flipH="1">
              <a:off x="2808974" y="552003"/>
              <a:ext cx="255633" cy="250348"/>
            </a:xfrm>
            <a:custGeom>
              <a:avLst/>
              <a:gdLst/>
              <a:ahLst/>
              <a:cxnLst/>
              <a:rect l="l" t="t" r="r" b="b"/>
              <a:pathLst>
                <a:path w="11027" h="10799" extrusionOk="0">
                  <a:moveTo>
                    <a:pt x="5504" y="1"/>
                  </a:moveTo>
                  <a:cubicBezTo>
                    <a:pt x="5436" y="1"/>
                    <a:pt x="5367" y="2"/>
                    <a:pt x="5298" y="4"/>
                  </a:cubicBezTo>
                  <a:cubicBezTo>
                    <a:pt x="2331" y="130"/>
                    <a:pt x="1" y="2639"/>
                    <a:pt x="126" y="5621"/>
                  </a:cubicBezTo>
                  <a:cubicBezTo>
                    <a:pt x="234" y="8525"/>
                    <a:pt x="2618" y="10799"/>
                    <a:pt x="5498" y="10799"/>
                  </a:cubicBezTo>
                  <a:cubicBezTo>
                    <a:pt x="5575" y="10799"/>
                    <a:pt x="5652" y="10797"/>
                    <a:pt x="5729" y="10794"/>
                  </a:cubicBezTo>
                  <a:cubicBezTo>
                    <a:pt x="8710" y="10683"/>
                    <a:pt x="11027" y="8173"/>
                    <a:pt x="10916" y="5191"/>
                  </a:cubicBezTo>
                  <a:cubicBezTo>
                    <a:pt x="10793" y="2279"/>
                    <a:pt x="8395" y="1"/>
                    <a:pt x="55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51"/>
            <p:cNvSpPr/>
            <p:nvPr/>
          </p:nvSpPr>
          <p:spPr>
            <a:xfrm flipH="1">
              <a:off x="2912966" y="620325"/>
              <a:ext cx="47650" cy="117350"/>
            </a:xfrm>
            <a:custGeom>
              <a:avLst/>
              <a:gdLst/>
              <a:ahLst/>
              <a:cxnLst/>
              <a:rect l="l" t="t" r="r" b="b"/>
              <a:pathLst>
                <a:path w="1906" h="4694" extrusionOk="0">
                  <a:moveTo>
                    <a:pt x="1906" y="0"/>
                  </a:moveTo>
                  <a:lnTo>
                    <a:pt x="0" y="2347"/>
                  </a:lnTo>
                  <a:lnTo>
                    <a:pt x="1857" y="4694"/>
                  </a:ln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07" name="Google Shape;1807;p51"/>
          <p:cNvSpPr txBox="1"/>
          <p:nvPr/>
        </p:nvSpPr>
        <p:spPr>
          <a:xfrm>
            <a:off x="3256649" y="604125"/>
            <a:ext cx="1912509" cy="198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Spotify Mood Clustering</a:t>
            </a:r>
            <a:endParaRPr sz="1100" dirty="0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1828" name="Google Shape;1828;p51"/>
          <p:cNvSpPr/>
          <p:nvPr/>
        </p:nvSpPr>
        <p:spPr>
          <a:xfrm>
            <a:off x="2243875" y="3707364"/>
            <a:ext cx="1905600" cy="390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9" name="Google Shape;1829;p51"/>
          <p:cNvSpPr/>
          <p:nvPr/>
        </p:nvSpPr>
        <p:spPr>
          <a:xfrm>
            <a:off x="2234337" y="3707406"/>
            <a:ext cx="646900" cy="38915"/>
          </a:xfrm>
          <a:custGeom>
            <a:avLst/>
            <a:gdLst/>
            <a:ahLst/>
            <a:cxnLst/>
            <a:rect l="l" t="t" r="r" b="b"/>
            <a:pathLst>
              <a:path w="11304" h="680" extrusionOk="0">
                <a:moveTo>
                  <a:pt x="347" y="0"/>
                </a:moveTo>
                <a:cubicBezTo>
                  <a:pt x="153" y="0"/>
                  <a:pt x="0" y="152"/>
                  <a:pt x="0" y="347"/>
                </a:cubicBezTo>
                <a:cubicBezTo>
                  <a:pt x="0" y="527"/>
                  <a:pt x="153" y="679"/>
                  <a:pt x="347" y="679"/>
                </a:cubicBezTo>
                <a:lnTo>
                  <a:pt x="11248" y="679"/>
                </a:lnTo>
                <a:cubicBezTo>
                  <a:pt x="11248" y="458"/>
                  <a:pt x="11261" y="222"/>
                  <a:pt x="11303" y="0"/>
                </a:cubicBezTo>
                <a:close/>
              </a:path>
            </a:pathLst>
          </a:custGeom>
          <a:solidFill>
            <a:srgbClr val="FF6A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30" name="Google Shape;1830;p51"/>
          <p:cNvGrpSpPr/>
          <p:nvPr/>
        </p:nvGrpSpPr>
        <p:grpSpPr>
          <a:xfrm>
            <a:off x="2839943" y="3655862"/>
            <a:ext cx="146045" cy="146102"/>
            <a:chOff x="5621557" y="3469093"/>
            <a:chExt cx="146045" cy="146102"/>
          </a:xfrm>
        </p:grpSpPr>
        <p:sp>
          <p:nvSpPr>
            <p:cNvPr id="1831" name="Google Shape;1831;p51"/>
            <p:cNvSpPr/>
            <p:nvPr/>
          </p:nvSpPr>
          <p:spPr>
            <a:xfrm>
              <a:off x="5621557" y="3469093"/>
              <a:ext cx="146045" cy="146102"/>
            </a:xfrm>
            <a:custGeom>
              <a:avLst/>
              <a:gdLst/>
              <a:ahLst/>
              <a:cxnLst/>
              <a:rect l="l" t="t" r="r" b="b"/>
              <a:pathLst>
                <a:path w="2552" h="2553" extrusionOk="0">
                  <a:moveTo>
                    <a:pt x="1276" y="1"/>
                  </a:moveTo>
                  <a:cubicBezTo>
                    <a:pt x="568" y="1"/>
                    <a:pt x="0" y="570"/>
                    <a:pt x="0" y="1277"/>
                  </a:cubicBezTo>
                  <a:cubicBezTo>
                    <a:pt x="0" y="1984"/>
                    <a:pt x="568" y="2552"/>
                    <a:pt x="1276" y="2552"/>
                  </a:cubicBezTo>
                  <a:cubicBezTo>
                    <a:pt x="1983" y="2552"/>
                    <a:pt x="2552" y="1984"/>
                    <a:pt x="2552" y="1277"/>
                  </a:cubicBezTo>
                  <a:cubicBezTo>
                    <a:pt x="2552" y="570"/>
                    <a:pt x="1983" y="1"/>
                    <a:pt x="12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51"/>
            <p:cNvSpPr/>
            <p:nvPr/>
          </p:nvSpPr>
          <p:spPr>
            <a:xfrm>
              <a:off x="5665965" y="3513558"/>
              <a:ext cx="57228" cy="57170"/>
            </a:xfrm>
            <a:custGeom>
              <a:avLst/>
              <a:gdLst/>
              <a:ahLst/>
              <a:cxnLst/>
              <a:rect l="l" t="t" r="r" b="b"/>
              <a:pathLst>
                <a:path w="1000" h="999" extrusionOk="0">
                  <a:moveTo>
                    <a:pt x="500" y="0"/>
                  </a:moveTo>
                  <a:cubicBezTo>
                    <a:pt x="223" y="0"/>
                    <a:pt x="1" y="222"/>
                    <a:pt x="1" y="500"/>
                  </a:cubicBezTo>
                  <a:cubicBezTo>
                    <a:pt x="1" y="777"/>
                    <a:pt x="223" y="999"/>
                    <a:pt x="500" y="999"/>
                  </a:cubicBezTo>
                  <a:cubicBezTo>
                    <a:pt x="777" y="999"/>
                    <a:pt x="999" y="777"/>
                    <a:pt x="999" y="500"/>
                  </a:cubicBezTo>
                  <a:cubicBezTo>
                    <a:pt x="999" y="222"/>
                    <a:pt x="777" y="0"/>
                    <a:pt x="500" y="0"/>
                  </a:cubicBezTo>
                  <a:close/>
                </a:path>
              </a:pathLst>
            </a:custGeom>
            <a:solidFill>
              <a:srgbClr val="FF6A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3EC21950-6907-AD58-548E-B8BB0CFB2592}"/>
              </a:ext>
            </a:extLst>
          </p:cNvPr>
          <p:cNvSpPr/>
          <p:nvPr/>
        </p:nvSpPr>
        <p:spPr>
          <a:xfrm>
            <a:off x="2624250" y="3881535"/>
            <a:ext cx="4062689" cy="398106"/>
          </a:xfrm>
          <a:prstGeom prst="rect">
            <a:avLst/>
          </a:prstGeom>
          <a:solidFill>
            <a:srgbClr val="353445"/>
          </a:solidFill>
          <a:ln>
            <a:solidFill>
              <a:srgbClr val="3534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Story pin image">
            <a:extLst>
              <a:ext uri="{FF2B5EF4-FFF2-40B4-BE49-F238E27FC236}">
                <a16:creationId xmlns:a16="http://schemas.microsoft.com/office/drawing/2014/main" id="{C4EEAF7C-CFEE-571E-2DC9-94B395BDC1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314002" y="1177315"/>
            <a:ext cx="1717128" cy="1660520"/>
          </a:xfrm>
          <a:prstGeom prst="rect">
            <a:avLst/>
          </a:prstGeom>
        </p:spPr>
      </p:pic>
      <p:grpSp>
        <p:nvGrpSpPr>
          <p:cNvPr id="10" name="Google Shape;1540;p47">
            <a:extLst>
              <a:ext uri="{FF2B5EF4-FFF2-40B4-BE49-F238E27FC236}">
                <a16:creationId xmlns:a16="http://schemas.microsoft.com/office/drawing/2014/main" id="{2407308E-69F8-443B-C1D5-E0C624A978AE}"/>
              </a:ext>
            </a:extLst>
          </p:cNvPr>
          <p:cNvGrpSpPr/>
          <p:nvPr/>
        </p:nvGrpSpPr>
        <p:grpSpPr>
          <a:xfrm>
            <a:off x="3522111" y="3905900"/>
            <a:ext cx="261293" cy="261337"/>
            <a:chOff x="2450584" y="4231758"/>
            <a:chExt cx="261293" cy="261337"/>
          </a:xfrm>
        </p:grpSpPr>
        <p:sp>
          <p:nvSpPr>
            <p:cNvPr id="11" name="Google Shape;1541;p47">
              <a:extLst>
                <a:ext uri="{FF2B5EF4-FFF2-40B4-BE49-F238E27FC236}">
                  <a16:creationId xmlns:a16="http://schemas.microsoft.com/office/drawing/2014/main" id="{DB66BBC2-D34C-B15A-5C0B-074EDA6BD1CA}"/>
                </a:ext>
              </a:extLst>
            </p:cNvPr>
            <p:cNvSpPr/>
            <p:nvPr/>
          </p:nvSpPr>
          <p:spPr>
            <a:xfrm>
              <a:off x="2450584" y="4231758"/>
              <a:ext cx="261293" cy="261337"/>
            </a:xfrm>
            <a:custGeom>
              <a:avLst/>
              <a:gdLst/>
              <a:ahLst/>
              <a:cxnLst/>
              <a:rect l="l" t="t" r="r" b="b"/>
              <a:pathLst>
                <a:path w="5853" h="5854" extrusionOk="0">
                  <a:moveTo>
                    <a:pt x="2927" y="1"/>
                  </a:moveTo>
                  <a:cubicBezTo>
                    <a:pt x="1319" y="1"/>
                    <a:pt x="1" y="1319"/>
                    <a:pt x="1" y="2928"/>
                  </a:cubicBezTo>
                  <a:cubicBezTo>
                    <a:pt x="1" y="4550"/>
                    <a:pt x="1319" y="5853"/>
                    <a:pt x="2927" y="5853"/>
                  </a:cubicBezTo>
                  <a:cubicBezTo>
                    <a:pt x="4549" y="5853"/>
                    <a:pt x="5853" y="4550"/>
                    <a:pt x="5853" y="2928"/>
                  </a:cubicBezTo>
                  <a:cubicBezTo>
                    <a:pt x="5853" y="1319"/>
                    <a:pt x="4549" y="1"/>
                    <a:pt x="29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542;p47">
              <a:extLst>
                <a:ext uri="{FF2B5EF4-FFF2-40B4-BE49-F238E27FC236}">
                  <a16:creationId xmlns:a16="http://schemas.microsoft.com/office/drawing/2014/main" id="{FFB082B3-7484-BD38-E11D-2223BB59F30C}"/>
                </a:ext>
              </a:extLst>
            </p:cNvPr>
            <p:cNvSpPr/>
            <p:nvPr/>
          </p:nvSpPr>
          <p:spPr>
            <a:xfrm>
              <a:off x="2552772" y="4334526"/>
              <a:ext cx="48928" cy="56428"/>
            </a:xfrm>
            <a:custGeom>
              <a:avLst/>
              <a:gdLst/>
              <a:ahLst/>
              <a:cxnLst/>
              <a:rect l="l" t="t" r="r" b="b"/>
              <a:pathLst>
                <a:path w="1096" h="1264" extrusionOk="0">
                  <a:moveTo>
                    <a:pt x="0" y="1"/>
                  </a:moveTo>
                  <a:lnTo>
                    <a:pt x="0" y="1263"/>
                  </a:lnTo>
                  <a:lnTo>
                    <a:pt x="1095" y="62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543;p47">
              <a:extLst>
                <a:ext uri="{FF2B5EF4-FFF2-40B4-BE49-F238E27FC236}">
                  <a16:creationId xmlns:a16="http://schemas.microsoft.com/office/drawing/2014/main" id="{83288076-0D49-6034-81FD-8C7251606737}"/>
                </a:ext>
              </a:extLst>
            </p:cNvPr>
            <p:cNvSpPr/>
            <p:nvPr/>
          </p:nvSpPr>
          <p:spPr>
            <a:xfrm>
              <a:off x="2601656" y="4334526"/>
              <a:ext cx="8125" cy="55803"/>
            </a:xfrm>
            <a:custGeom>
              <a:avLst/>
              <a:gdLst/>
              <a:ahLst/>
              <a:cxnLst/>
              <a:rect l="l" t="t" r="r" b="b"/>
              <a:pathLst>
                <a:path w="182" h="1250" extrusionOk="0">
                  <a:moveTo>
                    <a:pt x="0" y="1"/>
                  </a:moveTo>
                  <a:lnTo>
                    <a:pt x="0" y="1249"/>
                  </a:lnTo>
                  <a:lnTo>
                    <a:pt x="181" y="1249"/>
                  </a:lnTo>
                  <a:lnTo>
                    <a:pt x="18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536;p47">
            <a:extLst>
              <a:ext uri="{FF2B5EF4-FFF2-40B4-BE49-F238E27FC236}">
                <a16:creationId xmlns:a16="http://schemas.microsoft.com/office/drawing/2014/main" id="{624FEAC4-A99D-4215-F6EB-73AA28CE22D3}"/>
              </a:ext>
            </a:extLst>
          </p:cNvPr>
          <p:cNvGrpSpPr/>
          <p:nvPr/>
        </p:nvGrpSpPr>
        <p:grpSpPr>
          <a:xfrm>
            <a:off x="2958956" y="3853189"/>
            <a:ext cx="381727" cy="373834"/>
            <a:chOff x="1871876" y="4175532"/>
            <a:chExt cx="381727" cy="373834"/>
          </a:xfrm>
        </p:grpSpPr>
        <p:sp>
          <p:nvSpPr>
            <p:cNvPr id="15" name="Google Shape;1537;p47">
              <a:extLst>
                <a:ext uri="{FF2B5EF4-FFF2-40B4-BE49-F238E27FC236}">
                  <a16:creationId xmlns:a16="http://schemas.microsoft.com/office/drawing/2014/main" id="{22C344A5-D598-9D31-7823-C2715CAFD06C}"/>
                </a:ext>
              </a:extLst>
            </p:cNvPr>
            <p:cNvSpPr/>
            <p:nvPr/>
          </p:nvSpPr>
          <p:spPr>
            <a:xfrm>
              <a:off x="1871876" y="4175532"/>
              <a:ext cx="381727" cy="373834"/>
            </a:xfrm>
            <a:custGeom>
              <a:avLst/>
              <a:gdLst/>
              <a:ahLst/>
              <a:cxnLst/>
              <a:rect l="l" t="t" r="r" b="b"/>
              <a:pathLst>
                <a:path w="11027" h="10799" extrusionOk="0">
                  <a:moveTo>
                    <a:pt x="5504" y="1"/>
                  </a:moveTo>
                  <a:cubicBezTo>
                    <a:pt x="5436" y="1"/>
                    <a:pt x="5367" y="2"/>
                    <a:pt x="5298" y="4"/>
                  </a:cubicBezTo>
                  <a:cubicBezTo>
                    <a:pt x="2331" y="130"/>
                    <a:pt x="1" y="2639"/>
                    <a:pt x="126" y="5621"/>
                  </a:cubicBezTo>
                  <a:cubicBezTo>
                    <a:pt x="234" y="8525"/>
                    <a:pt x="2618" y="10799"/>
                    <a:pt x="5498" y="10799"/>
                  </a:cubicBezTo>
                  <a:cubicBezTo>
                    <a:pt x="5575" y="10799"/>
                    <a:pt x="5652" y="10797"/>
                    <a:pt x="5729" y="10794"/>
                  </a:cubicBezTo>
                  <a:cubicBezTo>
                    <a:pt x="8710" y="10683"/>
                    <a:pt x="11027" y="8173"/>
                    <a:pt x="10916" y="5191"/>
                  </a:cubicBezTo>
                  <a:cubicBezTo>
                    <a:pt x="10793" y="2279"/>
                    <a:pt x="8395" y="1"/>
                    <a:pt x="5504" y="1"/>
                  </a:cubicBezTo>
                  <a:close/>
                </a:path>
              </a:pathLst>
            </a:custGeom>
            <a:solidFill>
              <a:srgbClr val="FF6A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538;p47">
              <a:extLst>
                <a:ext uri="{FF2B5EF4-FFF2-40B4-BE49-F238E27FC236}">
                  <a16:creationId xmlns:a16="http://schemas.microsoft.com/office/drawing/2014/main" id="{82B33C82-CC09-641D-E546-021B79940D9A}"/>
                </a:ext>
              </a:extLst>
            </p:cNvPr>
            <p:cNvSpPr/>
            <p:nvPr/>
          </p:nvSpPr>
          <p:spPr>
            <a:xfrm>
              <a:off x="2013047" y="4305800"/>
              <a:ext cx="33164" cy="113303"/>
            </a:xfrm>
            <a:custGeom>
              <a:avLst/>
              <a:gdLst/>
              <a:ahLst/>
              <a:cxnLst/>
              <a:rect l="l" t="t" r="r" b="b"/>
              <a:pathLst>
                <a:path w="958" h="3273" extrusionOk="0">
                  <a:moveTo>
                    <a:pt x="0" y="0"/>
                  </a:moveTo>
                  <a:lnTo>
                    <a:pt x="0" y="3273"/>
                  </a:lnTo>
                  <a:lnTo>
                    <a:pt x="958" y="3273"/>
                  </a:lnTo>
                  <a:lnTo>
                    <a:pt x="95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539;p47">
              <a:extLst>
                <a:ext uri="{FF2B5EF4-FFF2-40B4-BE49-F238E27FC236}">
                  <a16:creationId xmlns:a16="http://schemas.microsoft.com/office/drawing/2014/main" id="{5A2AB1CC-84F2-2EA5-CAB6-D2952C3C46FB}"/>
                </a:ext>
              </a:extLst>
            </p:cNvPr>
            <p:cNvSpPr/>
            <p:nvPr/>
          </p:nvSpPr>
          <p:spPr>
            <a:xfrm>
              <a:off x="2075947" y="4305800"/>
              <a:ext cx="33648" cy="113303"/>
            </a:xfrm>
            <a:custGeom>
              <a:avLst/>
              <a:gdLst/>
              <a:ahLst/>
              <a:cxnLst/>
              <a:rect l="l" t="t" r="r" b="b"/>
              <a:pathLst>
                <a:path w="972" h="3273" extrusionOk="0">
                  <a:moveTo>
                    <a:pt x="0" y="0"/>
                  </a:moveTo>
                  <a:lnTo>
                    <a:pt x="0" y="3273"/>
                  </a:lnTo>
                  <a:lnTo>
                    <a:pt x="971" y="3273"/>
                  </a:lnTo>
                  <a:lnTo>
                    <a:pt x="97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544;p47">
            <a:extLst>
              <a:ext uri="{FF2B5EF4-FFF2-40B4-BE49-F238E27FC236}">
                <a16:creationId xmlns:a16="http://schemas.microsoft.com/office/drawing/2014/main" id="{6F55823D-51D6-045E-792D-1F642A346D7B}"/>
              </a:ext>
            </a:extLst>
          </p:cNvPr>
          <p:cNvGrpSpPr/>
          <p:nvPr/>
        </p:nvGrpSpPr>
        <p:grpSpPr>
          <a:xfrm>
            <a:off x="2516860" y="3909437"/>
            <a:ext cx="260668" cy="261337"/>
            <a:chOff x="1397500" y="4231758"/>
            <a:chExt cx="260668" cy="261337"/>
          </a:xfrm>
        </p:grpSpPr>
        <p:sp>
          <p:nvSpPr>
            <p:cNvPr id="19" name="Google Shape;1545;p47">
              <a:extLst>
                <a:ext uri="{FF2B5EF4-FFF2-40B4-BE49-F238E27FC236}">
                  <a16:creationId xmlns:a16="http://schemas.microsoft.com/office/drawing/2014/main" id="{436BAB3B-12F0-C4BD-7F28-B3178DDE025A}"/>
                </a:ext>
              </a:extLst>
            </p:cNvPr>
            <p:cNvSpPr/>
            <p:nvPr/>
          </p:nvSpPr>
          <p:spPr>
            <a:xfrm>
              <a:off x="1397500" y="4231758"/>
              <a:ext cx="260668" cy="261337"/>
            </a:xfrm>
            <a:custGeom>
              <a:avLst/>
              <a:gdLst/>
              <a:ahLst/>
              <a:cxnLst/>
              <a:rect l="l" t="t" r="r" b="b"/>
              <a:pathLst>
                <a:path w="5839" h="5854" extrusionOk="0">
                  <a:moveTo>
                    <a:pt x="2913" y="1"/>
                  </a:moveTo>
                  <a:cubicBezTo>
                    <a:pt x="1304" y="1"/>
                    <a:pt x="1" y="1319"/>
                    <a:pt x="1" y="2928"/>
                  </a:cubicBezTo>
                  <a:cubicBezTo>
                    <a:pt x="1" y="4550"/>
                    <a:pt x="1304" y="5853"/>
                    <a:pt x="2913" y="5853"/>
                  </a:cubicBezTo>
                  <a:cubicBezTo>
                    <a:pt x="4535" y="5853"/>
                    <a:pt x="5839" y="4550"/>
                    <a:pt x="5839" y="2928"/>
                  </a:cubicBezTo>
                  <a:cubicBezTo>
                    <a:pt x="5839" y="1319"/>
                    <a:pt x="4535" y="1"/>
                    <a:pt x="29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546;p47">
              <a:extLst>
                <a:ext uri="{FF2B5EF4-FFF2-40B4-BE49-F238E27FC236}">
                  <a16:creationId xmlns:a16="http://schemas.microsoft.com/office/drawing/2014/main" id="{05FB1C45-053D-91A2-DD92-BB1DFDE783F2}"/>
                </a:ext>
              </a:extLst>
            </p:cNvPr>
            <p:cNvSpPr/>
            <p:nvPr/>
          </p:nvSpPr>
          <p:spPr>
            <a:xfrm>
              <a:off x="1507054" y="4334526"/>
              <a:ext cx="49017" cy="56428"/>
            </a:xfrm>
            <a:custGeom>
              <a:avLst/>
              <a:gdLst/>
              <a:ahLst/>
              <a:cxnLst/>
              <a:rect l="l" t="t" r="r" b="b"/>
              <a:pathLst>
                <a:path w="1098" h="1264" extrusionOk="0">
                  <a:moveTo>
                    <a:pt x="1097" y="1"/>
                  </a:moveTo>
                  <a:lnTo>
                    <a:pt x="1" y="626"/>
                  </a:lnTo>
                  <a:lnTo>
                    <a:pt x="1097" y="1263"/>
                  </a:lnTo>
                  <a:lnTo>
                    <a:pt x="109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547;p47">
              <a:extLst>
                <a:ext uri="{FF2B5EF4-FFF2-40B4-BE49-F238E27FC236}">
                  <a16:creationId xmlns:a16="http://schemas.microsoft.com/office/drawing/2014/main" id="{649D493A-DDFF-CA74-B1F9-D14BD7063949}"/>
                </a:ext>
              </a:extLst>
            </p:cNvPr>
            <p:cNvSpPr/>
            <p:nvPr/>
          </p:nvSpPr>
          <p:spPr>
            <a:xfrm>
              <a:off x="1499643" y="4334526"/>
              <a:ext cx="7455" cy="55803"/>
            </a:xfrm>
            <a:custGeom>
              <a:avLst/>
              <a:gdLst/>
              <a:ahLst/>
              <a:cxnLst/>
              <a:rect l="l" t="t" r="r" b="b"/>
              <a:pathLst>
                <a:path w="167" h="1250" extrusionOk="0">
                  <a:moveTo>
                    <a:pt x="1" y="1"/>
                  </a:moveTo>
                  <a:lnTo>
                    <a:pt x="1" y="1249"/>
                  </a:lnTo>
                  <a:lnTo>
                    <a:pt x="167" y="1249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3" name="Picture 22" descr="This may contain: there is a cd with many stickers on the disc and it says, the place where the confetto falls">
            <a:extLst>
              <a:ext uri="{FF2B5EF4-FFF2-40B4-BE49-F238E27FC236}">
                <a16:creationId xmlns:a16="http://schemas.microsoft.com/office/drawing/2014/main" id="{A3D1EB1B-DE62-0A7B-DDC3-495C93A18A3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20350570">
            <a:off x="2636828" y="2501300"/>
            <a:ext cx="987471" cy="987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usic Subject for High School: Sharing Our Music Playlists! by Slidesgo">
  <a:themeElements>
    <a:clrScheme name="Simple Light">
      <a:dk1>
        <a:srgbClr val="FFFFFF"/>
      </a:dk1>
      <a:lt1>
        <a:srgbClr val="353445"/>
      </a:lt1>
      <a:dk2>
        <a:srgbClr val="FF6A92"/>
      </a:dk2>
      <a:lt2>
        <a:srgbClr val="00B76C"/>
      </a:lt2>
      <a:accent1>
        <a:srgbClr val="FFB600"/>
      </a:accent1>
      <a:accent2>
        <a:srgbClr val="282733"/>
      </a:accent2>
      <a:accent3>
        <a:srgbClr val="DCDEE2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1151</TotalTime>
  <Words>697</Words>
  <Application>Microsoft Office PowerPoint</Application>
  <PresentationFormat>On-screen Show (16:9)</PresentationFormat>
  <Paragraphs>205</Paragraphs>
  <Slides>17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Lexend Deca</vt:lpstr>
      <vt:lpstr>Metrophobic</vt:lpstr>
      <vt:lpstr>Proxima Nova</vt:lpstr>
      <vt:lpstr>Arial</vt:lpstr>
      <vt:lpstr>Lexend Deca Medium</vt:lpstr>
      <vt:lpstr>Music Subject for High School: Sharing Our Music Playlists! by Slidesgo</vt:lpstr>
      <vt:lpstr>Slidesgo Final Pages</vt:lpstr>
      <vt:lpstr>Capstone Lightning Talk #2:  Spotify Mood  Clustering</vt:lpstr>
      <vt:lpstr>Table of contents</vt:lpstr>
      <vt:lpstr>The Problem </vt:lpstr>
      <vt:lpstr>Potential Audience</vt:lpstr>
      <vt:lpstr>Goals &amp; Objectives</vt:lpstr>
      <vt:lpstr>Mood-DNA Feature Dictionary</vt:lpstr>
      <vt:lpstr>Data Readiness </vt:lpstr>
      <vt:lpstr>Genre ≠ Mood</vt:lpstr>
      <vt:lpstr>What We Found </vt:lpstr>
      <vt:lpstr>3 Algorithms Compared</vt:lpstr>
      <vt:lpstr>K = 4</vt:lpstr>
      <vt:lpstr>Mood Cluster Composition (K=4)</vt:lpstr>
      <vt:lpstr>Here’s the live demo</vt:lpstr>
      <vt:lpstr>Here’s the live demo</vt:lpstr>
      <vt:lpstr>Mood-Matched Playlist (Cluster 3)</vt:lpstr>
      <vt:lpstr>Progress: Challenges &amp; Next Steps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jana ahmed</dc:creator>
  <cp:lastModifiedBy>jana ahmed</cp:lastModifiedBy>
  <cp:revision>3</cp:revision>
  <dcterms:modified xsi:type="dcterms:W3CDTF">2026-08-19T06:05:24Z</dcterms:modified>
</cp:coreProperties>
</file>